
<file path=[Content_Types].xml><?xml version="1.0" encoding="utf-8"?>
<Types xmlns="http://schemas.openxmlformats.org/package/2006/content-types">
  <Default Extension="wmf" ContentType="image/x-wmf"/>
  <Default Extension="png" ContentType="image/png"/>
  <Default Extension="jpg" ContentType="image/jpeg"/>
  <Default Extension="jpeg" ContentType="image/jpeg"/>
  <Default Extension="xml" ContentType="application/xml"/>
  <Default Extension="emf" ContentType="image/x-emf"/>
  <Default Extension="rels" ContentType="application/vnd.openxmlformats-package.relationships+xml"/>
  <Default Extension="bin" ContentType="application/vnd.openxmlformats-officedocument.oleObject"/>
  <Override PartName="/ppt/notesSlides/notesSlide142.xml" ContentType="application/vnd.openxmlformats-officedocument.presentationml.notesSlide+xml"/>
  <Override PartName="/ppt/notesSlides/notesSlide138.xml" ContentType="application/vnd.openxmlformats-officedocument.presentationml.notesSlide+xml"/>
  <Override PartName="/ppt/notesSlides/notesSlide137.xml" ContentType="application/vnd.openxmlformats-officedocument.presentationml.notesSlide+xml"/>
  <Override PartName="/ppt/notesSlides/notesSlide135.xml" ContentType="application/vnd.openxmlformats-officedocument.presentationml.notesSlide+xml"/>
  <Override PartName="/ppt/notesSlides/notesSlide132.xml" ContentType="application/vnd.openxmlformats-officedocument.presentationml.notesSlide+xml"/>
  <Override PartName="/ppt/notesSlides/notesSlide131.xml" ContentType="application/vnd.openxmlformats-officedocument.presentationml.notesSlide+xml"/>
  <Override PartName="/ppt/notesSlides/notesSlide130.xml" ContentType="application/vnd.openxmlformats-officedocument.presentationml.notesSlide+xml"/>
  <Override PartName="/ppt/notesSlides/notesSlide129.xml" ContentType="application/vnd.openxmlformats-officedocument.presentationml.notesSlide+xml"/>
  <Override PartName="/ppt/notesSlides/notesSlide128.xml" ContentType="application/vnd.openxmlformats-officedocument.presentationml.notesSlide+xml"/>
  <Override PartName="/ppt/notesSlides/notesSlide123.xml" ContentType="application/vnd.openxmlformats-officedocument.presentationml.notesSlide+xml"/>
  <Override PartName="/ppt/notesSlides/notesSlide122.xml" ContentType="application/vnd.openxmlformats-officedocument.presentationml.notesSlide+xml"/>
  <Override PartName="/ppt/notesSlides/notesSlide121.xml" ContentType="application/vnd.openxmlformats-officedocument.presentationml.notesSlide+xml"/>
  <Override PartName="/ppt/notesSlides/notesSlide120.xml" ContentType="application/vnd.openxmlformats-officedocument.presentationml.notesSlide+xml"/>
  <Override PartName="/ppt/notesSlides/notesSlide119.xml" ContentType="application/vnd.openxmlformats-officedocument.presentationml.notesSlide+xml"/>
  <Override PartName="/ppt/notesSlides/notesSlide115.xml" ContentType="application/vnd.openxmlformats-officedocument.presentationml.notesSlide+xml"/>
  <Override PartName="/ppt/notesSlides/notesSlide146.xml" ContentType="application/vnd.openxmlformats-officedocument.presentationml.notesSlide+xml"/>
  <Override PartName="/ppt/notesSlides/notesSlide134.xml" ContentType="application/vnd.openxmlformats-officedocument.presentationml.notesSlide+xml"/>
  <Override PartName="/ppt/notesSlides/notesSlide114.xml" ContentType="application/vnd.openxmlformats-officedocument.presentationml.notesSlide+xml"/>
  <Override PartName="/ppt/notesSlides/notesSlide113.xml" ContentType="application/vnd.openxmlformats-officedocument.presentationml.notesSlide+xml"/>
  <Override PartName="/ppt/notesSlides/notesSlide111.xml" ContentType="application/vnd.openxmlformats-officedocument.presentationml.notesSlide+xml"/>
  <Override PartName="/ppt/notesSlides/notesSlide110.xml" ContentType="application/vnd.openxmlformats-officedocument.presentationml.notesSlide+xml"/>
  <Override PartName="/ppt/notesSlides/notesSlide108.xml" ContentType="application/vnd.openxmlformats-officedocument.presentationml.notesSlide+xml"/>
  <Override PartName="/ppt/notesSlides/notesSlide106.xml" ContentType="application/vnd.openxmlformats-officedocument.presentationml.notesSlide+xml"/>
  <Override PartName="/ppt/notesSlides/notesSlide147.xml" ContentType="application/vnd.openxmlformats-officedocument.presentationml.notesSlide+xml"/>
  <Override PartName="/ppt/notesSlides/notesSlide105.xml" ContentType="application/vnd.openxmlformats-officedocument.presentationml.notesSlide+xml"/>
  <Override PartName="/ppt/notesSlides/notesSlide103.xml" ContentType="application/vnd.openxmlformats-officedocument.presentationml.notesSlide+xml"/>
  <Override PartName="/ppt/notesSlides/notesSlide101.xml" ContentType="application/vnd.openxmlformats-officedocument.presentationml.notesSlide+xml"/>
  <Override PartName="/ppt/notesSlides/notesSlide100.xml" ContentType="application/vnd.openxmlformats-officedocument.presentationml.notesSlide+xml"/>
  <Override PartName="/ppt/notesSlides/notesSlide99.xml" ContentType="application/vnd.openxmlformats-officedocument.presentationml.notesSlide+xml"/>
  <Override PartName="/ppt/notesSlides/notesSlide97.xml" ContentType="application/vnd.openxmlformats-officedocument.presentationml.notesSlide+xml"/>
  <Override PartName="/ppt/notesSlides/notesSlide102.xml" ContentType="application/vnd.openxmlformats-officedocument.presentationml.notesSlide+xml"/>
  <Override PartName="/ppt/notesSlides/notesSlide91.xml" ContentType="application/vnd.openxmlformats-officedocument.presentationml.notesSlide+xml"/>
  <Override PartName="/ppt/notesSlides/notesSlide90.xml" ContentType="application/vnd.openxmlformats-officedocument.presentationml.notesSlide+xml"/>
  <Override PartName="/ppt/notesSlides/notesSlide89.xml" ContentType="application/vnd.openxmlformats-officedocument.presentationml.notesSlide+xml"/>
  <Override PartName="/ppt/notesSlides/notesSlide85.xml" ContentType="application/vnd.openxmlformats-officedocument.presentationml.notesSlide+xml"/>
  <Override PartName="/ppt/notesSlides/notesSlide81.xml" ContentType="application/vnd.openxmlformats-officedocument.presentationml.notesSlide+xml"/>
  <Override PartName="/ppt/notesSlides/notesSlide148.xml" ContentType="application/vnd.openxmlformats-officedocument.presentationml.notesSlide+xml"/>
  <Override PartName="/ppt/notesSlides/notesSlide78.xml" ContentType="application/vnd.openxmlformats-officedocument.presentationml.notesSlide+xml"/>
  <Override PartName="/ppt/notesSlides/notesSlide76.xml" ContentType="application/vnd.openxmlformats-officedocument.presentationml.notesSlide+xml"/>
  <Override PartName="/ppt/notesSlides/notesSlide73.xml" ContentType="application/vnd.openxmlformats-officedocument.presentationml.notesSlide+xml"/>
  <Override PartName="/ppt/notesSlides/notesSlide72.xml" ContentType="application/vnd.openxmlformats-officedocument.presentationml.notesSlide+xml"/>
  <Override PartName="/ppt/notesSlides/notesSlide70.xml" ContentType="application/vnd.openxmlformats-officedocument.presentationml.notesSlide+xml"/>
  <Override PartName="/ppt/notesSlides/notesSlide68.xml" ContentType="application/vnd.openxmlformats-officedocument.presentationml.notesSlide+xml"/>
  <Override PartName="/ppt/notesSlides/notesSlide67.xml" ContentType="application/vnd.openxmlformats-officedocument.presentationml.notesSlide+xml"/>
  <Override PartName="/ppt/notesSlides/notesSlide66.xml" ContentType="application/vnd.openxmlformats-officedocument.presentationml.notesSlide+xml"/>
  <Override PartName="/ppt/notesSlides/notesSlide63.xml" ContentType="application/vnd.openxmlformats-officedocument.presentationml.notesSlide+xml"/>
  <Override PartName="/ppt/notesSlides/notesSlide60.xml" ContentType="application/vnd.openxmlformats-officedocument.presentationml.notesSlide+xml"/>
  <Override PartName="/ppt/notesSlides/notesSlide141.xml" ContentType="application/vnd.openxmlformats-officedocument.presentationml.notesSlide+xml"/>
  <Override PartName="/ppt/notesSlides/notesSlide71.xml" ContentType="application/vnd.openxmlformats-officedocument.presentationml.notesSlide+xml"/>
  <Override PartName="/ppt/notesSlides/notesSlide58.xml" ContentType="application/vnd.openxmlformats-officedocument.presentationml.notesSlide+xml"/>
  <Override PartName="/ppt/notesSlides/notesSlide77.xml" ContentType="application/vnd.openxmlformats-officedocument.presentationml.notesSlide+xml"/>
  <Override PartName="/ppt/notesSlides/notesSlide57.xml" ContentType="application/vnd.openxmlformats-officedocument.presentationml.notesSlide+xml"/>
  <Override PartName="/ppt/notesSlides/notesSlide56.xml" ContentType="application/vnd.openxmlformats-officedocument.presentationml.notesSlide+xml"/>
  <Override PartName="/ppt/notesSlides/notesSlide136.xml" ContentType="application/vnd.openxmlformats-officedocument.presentationml.notesSlide+xml"/>
  <Override PartName="/ppt/notesSlides/notesSlide55.xml" ContentType="application/vnd.openxmlformats-officedocument.presentationml.notesSlide+xml"/>
  <Override PartName="/ppt/notesSlides/notesSlide53.xml" ContentType="application/vnd.openxmlformats-officedocument.presentationml.notesSlide+xml"/>
  <Override PartName="/ppt/notesSlides/notesSlide51.xml" ContentType="application/vnd.openxmlformats-officedocument.presentationml.notesSlide+xml"/>
  <Override PartName="/ppt/notesSlides/notesSlide48.xml" ContentType="application/vnd.openxmlformats-officedocument.presentationml.notesSlide+xml"/>
  <Override PartName="/ppt/notesSlides/notesSlide45.xml" ContentType="application/vnd.openxmlformats-officedocument.presentationml.notesSlide+xml"/>
  <Override PartName="/ppt/notesSlides/notesSlide112.xml" ContentType="application/vnd.openxmlformats-officedocument.presentationml.notesSlide+xml"/>
  <Override PartName="/ppt/notesSlides/notesSlide107.xml" ContentType="application/vnd.openxmlformats-officedocument.presentationml.notesSlide+xml"/>
  <Override PartName="/ppt/notesSlides/notesSlide44.xml" ContentType="application/vnd.openxmlformats-officedocument.presentationml.notesSlide+xml"/>
  <Override PartName="/ppt/notesSlides/notesSlide39.xml" ContentType="application/vnd.openxmlformats-officedocument.presentationml.notesSlide+xml"/>
  <Override PartName="/ppt/notesSlides/notesSlide30.xml" ContentType="application/vnd.openxmlformats-officedocument.presentationml.notesSlide+xml"/>
  <Override PartName="/ppt/notesSlides/notesSlide83.xml" ContentType="application/vnd.openxmlformats-officedocument.presentationml.notesSlide+xml"/>
  <Override PartName="/ppt/notesSlides/notesSlide29.xml" ContentType="application/vnd.openxmlformats-officedocument.presentationml.notesSlide+xml"/>
  <Override PartName="/ppt/notesSlides/notesSlide28.xml" ContentType="application/vnd.openxmlformats-officedocument.presentationml.notesSlide+xml"/>
  <Override PartName="/ppt/notesSlides/notesSlide27.xml" ContentType="application/vnd.openxmlformats-officedocument.presentationml.notesSlide+xml"/>
  <Override PartName="/ppt/notesSlides/notesSlide26.xml" ContentType="application/vnd.openxmlformats-officedocument.presentationml.notesSlide+xml"/>
  <Override PartName="/ppt/notesSlides/notesSlide25.xml" ContentType="application/vnd.openxmlformats-officedocument.presentationml.notesSlide+xml"/>
  <Override PartName="/ppt/notesSlides/notesSlide54.xml" ContentType="application/vnd.openxmlformats-officedocument.presentationml.notesSlide+xml"/>
  <Override PartName="/ppt/notesSlides/notesSlide23.xml" ContentType="application/vnd.openxmlformats-officedocument.presentationml.notesSlide+xml"/>
  <Override PartName="/ppt/notesSlides/notesSlide18.xml" ContentType="application/vnd.openxmlformats-officedocument.presentationml.notesSlide+xml"/>
  <Override PartName="/ppt/notesSlides/notesSlide15.xml" ContentType="application/vnd.openxmlformats-officedocument.presentationml.notesSlide+xml"/>
  <Override PartName="/ppt/notesSlides/notesSlide13.xml" ContentType="application/vnd.openxmlformats-officedocument.presentationml.notesSlide+xml"/>
  <Override PartName="/ppt/notesSlides/notesSlide11.xml" ContentType="application/vnd.openxmlformats-officedocument.presentationml.notesSlide+xml"/>
  <Override PartName="/ppt/notesSlides/notesSlide64.xml" ContentType="application/vnd.openxmlformats-officedocument.presentationml.notesSlide+xml"/>
  <Override PartName="/ppt/notesSlides/notesSlide9.xml" ContentType="application/vnd.openxmlformats-officedocument.presentationml.notesSlide+xml"/>
  <Override PartName="/ppt/notesSlides/notesSlide74.xml" ContentType="application/vnd.openxmlformats-officedocument.presentationml.notesSlide+xml"/>
  <Override PartName="/ppt/notesSlides/notesSlide20.xml" ContentType="application/vnd.openxmlformats-officedocument.presentationml.notesSlide+xml"/>
  <Override PartName="/ppt/notesSlides/notesSlide92.xml" ContentType="application/vnd.openxmlformats-officedocument.presentationml.notesSlide+xml"/>
  <Override PartName="/ppt/notesSlides/notesSlide88.xml" ContentType="application/vnd.openxmlformats-officedocument.presentationml.notesSlide+xml"/>
  <Override PartName="/ppt/notesSlides/notesSlide6.xml" ContentType="application/vnd.openxmlformats-officedocument.presentationml.notesSlide+xml"/>
  <Override PartName="/ppt/notesSlides/notesSlide5.xml" ContentType="application/vnd.openxmlformats-officedocument.presentationml.notesSlide+xml"/>
  <Override PartName="/ppt/notesSlides/notesSlide4.xml" ContentType="application/vnd.openxmlformats-officedocument.presentationml.notesSlide+xml"/>
  <Override PartName="/ppt/notesSlides/notesSlide42.xml" ContentType="application/vnd.openxmlformats-officedocument.presentationml.notesSlide+xml"/>
  <Override PartName="/ppt/notesSlides/notesSlide38.xml" ContentType="application/vnd.openxmlformats-officedocument.presentationml.notesSlide+xml"/>
  <Override PartName="/ppt/slides/slide148.xml" ContentType="application/vnd.openxmlformats-officedocument.presentationml.slide+xml"/>
  <Override PartName="/ppt/slides/slide147.xml" ContentType="application/vnd.openxmlformats-officedocument.presentationml.slide+xml"/>
  <Override PartName="/ppt/slides/slide146.xml" ContentType="application/vnd.openxmlformats-officedocument.presentationml.slide+xml"/>
  <Override PartName="/ppt/slides/slide145.xml" ContentType="application/vnd.openxmlformats-officedocument.presentationml.slide+xml"/>
  <Override PartName="/ppt/slides/slide144.xml" ContentType="application/vnd.openxmlformats-officedocument.presentationml.slide+xml"/>
  <Override PartName="/ppt/slides/slide140.xml" ContentType="application/vnd.openxmlformats-officedocument.presentationml.slide+xml"/>
  <Override PartName="/ppt/notesSlides/notesSlide32.xml" ContentType="application/vnd.openxmlformats-officedocument.presentationml.notesSlide+xml"/>
  <Override PartName="/ppt/notesSlides/notesSlide79.xml" ContentType="application/vnd.openxmlformats-officedocument.presentationml.notesSlide+xml"/>
  <Override PartName="/ppt/slides/slide139.xml" ContentType="application/vnd.openxmlformats-officedocument.presentationml.slide+xml"/>
  <Override PartName="/ppt/slides/slide138.xml" ContentType="application/vnd.openxmlformats-officedocument.presentationml.slide+xml"/>
  <Override PartName="/ppt/slides/slide137.xml" ContentType="application/vnd.openxmlformats-officedocument.presentationml.slide+xml"/>
  <Override PartName="/ppt/notesSlides/notesSlide40.xml" ContentType="application/vnd.openxmlformats-officedocument.presentationml.notesSlide+xml"/>
  <Override PartName="/ppt/slides/slide136.xml" ContentType="application/vnd.openxmlformats-officedocument.presentationml.slide+xml"/>
  <Override PartName="/ppt/notesSlides/notesSlide14.xml" ContentType="application/vnd.openxmlformats-officedocument.presentationml.notesSlide+xml"/>
  <Override PartName="/ppt/slides/slide130.xml" ContentType="application/vnd.openxmlformats-officedocument.presentationml.slide+xml"/>
  <Override PartName="/ppt/notesSlides/notesSlide95.xml" ContentType="application/vnd.openxmlformats-officedocument.presentationml.notesSlide+xml"/>
  <Override PartName="/ppt/slides/slide129.xml" ContentType="application/vnd.openxmlformats-officedocument.presentationml.slide+xml"/>
  <Override PartName="/ppt/slides/slide126.xml" ContentType="application/vnd.openxmlformats-officedocument.presentationml.slide+xml"/>
  <Override PartName="/ppt/slides/slide124.xml" ContentType="application/vnd.openxmlformats-officedocument.presentationml.slide+xml"/>
  <Override PartName="/ppt/slides/slide123.xml" ContentType="application/vnd.openxmlformats-officedocument.presentationml.slide+xml"/>
  <Override PartName="/ppt/notesSlides/notesSlide49.xml" ContentType="application/vnd.openxmlformats-officedocument.presentationml.notesSlide+xml"/>
  <Override PartName="/ppt/slides/slide122.xml" ContentType="application/vnd.openxmlformats-officedocument.presentationml.slide+xml"/>
  <Override PartName="/ppt/slides/slide121.xml" ContentType="application/vnd.openxmlformats-officedocument.presentationml.slide+xml"/>
  <Override PartName="/ppt/slides/slide120.xml" ContentType="application/vnd.openxmlformats-officedocument.presentationml.slide+xml"/>
  <Override PartName="/ppt/slides/slide133.xml" ContentType="application/vnd.openxmlformats-officedocument.presentationml.slide+xml"/>
  <Override PartName="/ppt/slides/slide119.xml" ContentType="application/vnd.openxmlformats-officedocument.presentationml.slide+xml"/>
  <Override PartName="/ppt/slides/slide118.xml" ContentType="application/vnd.openxmlformats-officedocument.presentationml.slide+xml"/>
  <Override PartName="/ppt/slides/slide117.xml" ContentType="application/vnd.openxmlformats-officedocument.presentationml.slide+xml"/>
  <Override PartName="/ppt/notesSlides/notesSlide98.xml" ContentType="application/vnd.openxmlformats-officedocument.presentationml.notesSlide+xml"/>
  <Override PartName="/ppt/slides/slide115.xml" ContentType="application/vnd.openxmlformats-officedocument.presentationml.slide+xml"/>
  <Override PartName="/ppt/slides/slide114.xml" ContentType="application/vnd.openxmlformats-officedocument.presentationml.slide+xml"/>
  <Override PartName="/ppt/notesSlides/notesSlide86.xml" ContentType="application/vnd.openxmlformats-officedocument.presentationml.notesSlide+xml"/>
  <Override PartName="/ppt/slides/slide111.xml" ContentType="application/vnd.openxmlformats-officedocument.presentationml.slide+xml"/>
  <Override PartName="/ppt/notesSlides/notesSlide1.xml" ContentType="application/vnd.openxmlformats-officedocument.presentationml.notesSlide+xml"/>
  <Override PartName="/ppt/slides/slide110.xml" ContentType="application/vnd.openxmlformats-officedocument.presentationml.slide+xml"/>
  <Override PartName="/ppt/slides/slide109.xml" ContentType="application/vnd.openxmlformats-officedocument.presentationml.slide+xml"/>
  <Override PartName="/ppt/notesSlides/notesSlide10.xml" ContentType="application/vnd.openxmlformats-officedocument.presentationml.notesSlide+xml"/>
  <Override PartName="/ppt/slides/slide107.xml" ContentType="application/vnd.openxmlformats-officedocument.presentationml.slide+xml"/>
  <Override PartName="/ppt/slides/slide106.xml" ContentType="application/vnd.openxmlformats-officedocument.presentationml.slide+xml"/>
  <Override PartName="/ppt/slides/slide108.xml" ContentType="application/vnd.openxmlformats-officedocument.presentationml.slide+xml"/>
  <Override PartName="/ppt/slides/slide128.xml" ContentType="application/vnd.openxmlformats-officedocument.presentationml.slide+xml"/>
  <Override PartName="/ppt/slides/slide105.xml" ContentType="application/vnd.openxmlformats-officedocument.presentationml.slide+xml"/>
  <Override PartName="/ppt/slides/slide104.xml" ContentType="application/vnd.openxmlformats-officedocument.presentationml.slide+xml"/>
  <Override PartName="/ppt/slides/slide100.xml" ContentType="application/vnd.openxmlformats-officedocument.presentationml.slide+xml"/>
  <Override PartName="/ppt/notesSlides/notesSlide109.xml" ContentType="application/vnd.openxmlformats-officedocument.presentationml.notesSlide+xml"/>
  <Override PartName="/ppt/slides/slide97.xml" ContentType="application/vnd.openxmlformats-officedocument.presentationml.slide+xml"/>
  <Override PartName="/ppt/slides/slide94.xml" ContentType="application/vnd.openxmlformats-officedocument.presentationml.slide+xml"/>
  <Override PartName="/ppt/slides/slide89.xml" ContentType="application/vnd.openxmlformats-officedocument.presentationml.slide+xml"/>
  <Override PartName="/ppt/slides/slide93.xml" ContentType="application/vnd.openxmlformats-officedocument.presentationml.slide+xml"/>
  <Override PartName="/ppt/slides/slide88.xml" ContentType="application/vnd.openxmlformats-officedocument.presentationml.slide+xml"/>
  <Override PartName="/ppt/slides/slide86.xml" ContentType="application/vnd.openxmlformats-officedocument.presentationml.slide+xml"/>
  <Override PartName="/ppt/notesSlides/notesSlide62.xml" ContentType="application/vnd.openxmlformats-officedocument.presentationml.notesSlide+xml"/>
  <Override PartName="/ppt/slides/slide85.xml" ContentType="application/vnd.openxmlformats-officedocument.presentationml.slide+xml"/>
  <Override PartName="/ppt/slides/slide83.xml" ContentType="application/vnd.openxmlformats-officedocument.presentationml.slide+xml"/>
  <Override PartName="/ppt/notesSlides/notesSlide24.xml" ContentType="application/vnd.openxmlformats-officedocument.presentationml.notesSlide+xml"/>
  <Override PartName="/ppt/notesSlides/notesSlide22.xml" ContentType="application/vnd.openxmlformats-officedocument.presentationml.notesSlide+xml"/>
  <Override PartName="/ppt/slides/slide82.xml" ContentType="application/vnd.openxmlformats-officedocument.presentationml.slide+xml"/>
  <Override PartName="/ppt/notesSlides/notesSlide104.xml" ContentType="application/vnd.openxmlformats-officedocument.presentationml.notesSlide+xml"/>
  <Override PartName="/ppt/slides/slide81.xml" ContentType="application/vnd.openxmlformats-officedocument.presentationml.slide+xml"/>
  <Override PartName="/ppt/slides/slide84.xml" ContentType="application/vnd.openxmlformats-officedocument.presentationml.slide+xml"/>
  <Override PartName="/ppt/slides/slide75.xml" ContentType="application/vnd.openxmlformats-officedocument.presentationml.slide+xml"/>
  <Override PartName="/ppt/slides/slide73.xml" ContentType="application/vnd.openxmlformats-officedocument.presentationml.slide+xml"/>
  <Override PartName="/ppt/slides/slide69.xml" ContentType="application/vnd.openxmlformats-officedocument.presentationml.slide+xml"/>
  <Override PartName="/ppt/slides/slide67.xml" ContentType="application/vnd.openxmlformats-officedocument.presentationml.slide+xml"/>
  <Override PartName="/ppt/notesSlides/notesSlide3.xml" ContentType="application/vnd.openxmlformats-officedocument.presentationml.notesSlide+xml"/>
  <Override PartName="/ppt/notesSlides/notesSlide82.xml" ContentType="application/vnd.openxmlformats-officedocument.presentationml.notesSlide+xml"/>
  <Override PartName="/ppt/notesSlides/notesSlide125.xml" ContentType="application/vnd.openxmlformats-officedocument.presentationml.notesSlide+xml"/>
  <Override PartName="/ppt/slides/slide134.xml" ContentType="application/vnd.openxmlformats-officedocument.presentationml.slide+xml"/>
  <Override PartName="/ppt/slides/slide98.xml" ContentType="application/vnd.openxmlformats-officedocument.presentationml.slide+xml"/>
  <Override PartName="/ppt/slides/slide66.xml" ContentType="application/vnd.openxmlformats-officedocument.presentationml.slide+xml"/>
  <Override PartName="/ppt/slides/slide76.xml" ContentType="application/vnd.openxmlformats-officedocument.presentationml.slide+xml"/>
  <Override PartName="/ppt/slides/slide127.xml" ContentType="application/vnd.openxmlformats-officedocument.presentationml.slide+xml"/>
  <Override PartName="/ppt/notesSlides/notesSlide126.xml" ContentType="application/vnd.openxmlformats-officedocument.presentationml.notesSlide+xml"/>
  <Override PartName="/ppt/slides/slide65.xml" ContentType="application/vnd.openxmlformats-officedocument.presentationml.slide+xml"/>
  <Override PartName="/ppt/slides/slide78.xml" ContentType="application/vnd.openxmlformats-officedocument.presentationml.slide+xml"/>
  <Override PartName="/ppt/slides/slide64.xml" ContentType="application/vnd.openxmlformats-officedocument.presentationml.slide+xml"/>
  <Override PartName="/ppt/slides/slide63.xml" ContentType="application/vnd.openxmlformats-officedocument.presentationml.slide+xml"/>
  <Override PartName="/ppt/notesSlides/notesSlide52.xml" ContentType="application/vnd.openxmlformats-officedocument.presentationml.notesSlide+xml"/>
  <Override PartName="/ppt/slides/slide58.xml" ContentType="application/vnd.openxmlformats-officedocument.presentationml.slide+xml"/>
  <Override PartName="/ppt/notesSlides/notesSlide33.xml" ContentType="application/vnd.openxmlformats-officedocument.presentationml.notesSlide+xml"/>
  <Override PartName="/ppt/slides/slide57.xml" ContentType="application/vnd.openxmlformats-officedocument.presentationml.slide+xml"/>
  <Override PartName="/ppt/slides/slide135.xml" ContentType="application/vnd.openxmlformats-officedocument.presentationml.slide+xml"/>
  <Override PartName="/ppt/notesSlides/notesSlide12.xml" ContentType="application/vnd.openxmlformats-officedocument.presentationml.notesSlide+xml"/>
  <Override PartName="/ppt/slides/slide54.xml" ContentType="application/vnd.openxmlformats-officedocument.presentationml.slide+xml"/>
  <Override PartName="/ppt/slides/slide53.xml" ContentType="application/vnd.openxmlformats-officedocument.presentationml.slide+xml"/>
  <Override PartName="/ppt/notesSlides/notesSlide144.xml" ContentType="application/vnd.openxmlformats-officedocument.presentationml.notesSlide+xml"/>
  <Override PartName="/ppt/slides/slide52.xml" ContentType="application/vnd.openxmlformats-officedocument.presentationml.slide+xml"/>
  <Override PartName="/ppt/slides/slide50.xml" ContentType="application/vnd.openxmlformats-officedocument.presentationml.slide+xml"/>
  <Override PartName="/ppt/slides/slide45.xml" ContentType="application/vnd.openxmlformats-officedocument.presentationml.slide+xml"/>
  <Override PartName="/ppt/slides/slide99.xml" ContentType="application/vnd.openxmlformats-officedocument.presentationml.slide+xml"/>
  <Override PartName="/ppt/slides/slide92.xml" ContentType="application/vnd.openxmlformats-officedocument.presentationml.slide+xml"/>
  <Override PartName="/ppt/notesSlides/notesSlide59.xml" ContentType="application/vnd.openxmlformats-officedocument.presentationml.notesSlide+xml"/>
  <Override PartName="/ppt/slides/slide72.xml" ContentType="application/vnd.openxmlformats-officedocument.presentationml.slide+xml"/>
  <Override PartName="/ppt/notesSlides/notesSlide96.xml" ContentType="application/vnd.openxmlformats-officedocument.presentationml.notesSlide+xml"/>
  <Override PartName="/ppt/notesSlides/notesSlide87.xml" ContentType="application/vnd.openxmlformats-officedocument.presentationml.notesSlide+xml"/>
  <Override PartName="/ppt/slides/slide51.xml" ContentType="application/vnd.openxmlformats-officedocument.presentationml.slide+xml"/>
  <Override PartName="/ppt/slides/slide46.xml" ContentType="application/vnd.openxmlformats-officedocument.presentationml.slide+xml"/>
  <Override PartName="/ppt/slides/slide41.xml" ContentType="application/vnd.openxmlformats-officedocument.presentationml.slide+xml"/>
  <Override PartName="/ppt/slides/slide32.xml" ContentType="application/vnd.openxmlformats-officedocument.presentationml.slide+xml"/>
  <Override PartName="/ppt/notesSlides/notesSlide47.xml" ContentType="application/vnd.openxmlformats-officedocument.presentationml.notesSlide+xml"/>
  <Override PartName="/ppt/slides/slide91.xml" ContentType="application/vnd.openxmlformats-officedocument.presentationml.slide+xml"/>
  <Override PartName="/ppt/slides/slide36.xml" ContentType="application/vnd.openxmlformats-officedocument.presentationml.slide+xml"/>
  <Override PartName="/ppt/slides/slide30.xml" ContentType="application/vnd.openxmlformats-officedocument.presentationml.slide+xml"/>
  <Override PartName="/ppt/slides/slide28.xml" ContentType="application/vnd.openxmlformats-officedocument.presentationml.slide+xml"/>
  <Override PartName="/ppt/notesSlides/notesSlide65.xml" ContentType="application/vnd.openxmlformats-officedocument.presentationml.notesSlide+xml"/>
  <Override PartName="/ppt/notesSlides/notesSlide36.xml" ContentType="application/vnd.openxmlformats-officedocument.presentationml.notesSlide+xml"/>
  <Override PartName="/ppt/slides/slide34.xml" ContentType="application/vnd.openxmlformats-officedocument.presentationml.slide+xml"/>
  <Override PartName="/ppt/notesSlides/notesSlide139.xml" ContentType="application/vnd.openxmlformats-officedocument.presentationml.notesSlide+xml"/>
  <Override PartName="/ppt/slides/slide27.xml" ContentType="application/vnd.openxmlformats-officedocument.presentationml.slide+xml"/>
  <Override PartName="/ppt/slides/slide24.xml" ContentType="application/vnd.openxmlformats-officedocument.presentationml.slide+xml"/>
  <Override PartName="/ppt/notesSlides/notesSlide2.xml" ContentType="application/vnd.openxmlformats-officedocument.presentationml.notesSlide+xml"/>
  <Override PartName="/ppt/notesSlides/notesSlide61.xml" ContentType="application/vnd.openxmlformats-officedocument.presentationml.notesSlide+xml"/>
  <Override PartName="/ppt/slides/slide23.xml" ContentType="application/vnd.openxmlformats-officedocument.presentationml.slide+xml"/>
  <Override PartName="/ppt/slides/slide17.xml" ContentType="application/vnd.openxmlformats-officedocument.presentationml.slide+xml"/>
  <Override PartName="/ppt/slides/slide95.xml" ContentType="application/vnd.openxmlformats-officedocument.presentationml.slide+xml"/>
  <Override PartName="/ppt/slides/slide16.xml" ContentType="application/vnd.openxmlformats-officedocument.presentationml.slide+xml"/>
  <Override PartName="/ppt/slides/slide15.xml" ContentType="application/vnd.openxmlformats-officedocument.presentationml.slide+xml"/>
  <Override PartName="/ppt/slides/slide61.xml" ContentType="application/vnd.openxmlformats-officedocument.presentationml.slide+xml"/>
  <Override PartName="/ppt/slides/slide14.xml" ContentType="application/vnd.openxmlformats-officedocument.presentationml.slide+xml"/>
  <Override PartName="/ppt/slides/slide87.xml" ContentType="application/vnd.openxmlformats-officedocument.presentationml.slide+xml"/>
  <Override PartName="/ppt/notesSlides/notesSlide69.xml" ContentType="application/vnd.openxmlformats-officedocument.presentationml.notesSlide+xml"/>
  <Override PartName="/ppt/slides/slide103.xml" ContentType="application/vnd.openxmlformats-officedocument.presentationml.slide+xml"/>
  <Override PartName="/ppt/notesSlides/notesSlide93.xml" ContentType="application/vnd.openxmlformats-officedocument.presentationml.notesSlide+xml"/>
  <Override PartName="/ppt/slides/slide143.xml" ContentType="application/vnd.openxmlformats-officedocument.presentationml.slide+xml"/>
  <Override PartName="/ppt/notesSlides/notesSlide75.xml" ContentType="application/vnd.openxmlformats-officedocument.presentationml.notesSlide+xml"/>
  <Override PartName="/ppt/slides/slide43.xml" ContentType="application/vnd.openxmlformats-officedocument.presentationml.slide+xml"/>
  <Override PartName="/ppt/slides/slide13.xml" ContentType="application/vnd.openxmlformats-officedocument.presentationml.slide+xml"/>
  <Override PartName="/ppt/notesSlides/notesSlide37.xml" ContentType="application/vnd.openxmlformats-officedocument.presentationml.notesSlide+xml"/>
  <Override PartName="/ppt/notesSlides/notesSlide124.xml" ContentType="application/vnd.openxmlformats-officedocument.presentationml.notesSlide+xml"/>
  <Override PartName="/ppt/slides/slide80.xml" ContentType="application/vnd.openxmlformats-officedocument.presentationml.slide+xml"/>
  <Override PartName="/ppt/notesSlides/notesSlide140.xml" ContentType="application/vnd.openxmlformats-officedocument.presentationml.notesSlide+xml"/>
  <Override PartName="/ppt/slides/slide12.xml" ContentType="application/vnd.openxmlformats-officedocument.presentationml.slide+xml"/>
  <Override PartName="/ppt/slides/slide9.xml" ContentType="application/vnd.openxmlformats-officedocument.presentationml.slide+xml"/>
  <Override PartName="/ppt/slides/slide42.xml" ContentType="application/vnd.openxmlformats-officedocument.presentationml.slide+xml"/>
  <Override PartName="/ppt/notesSlides/notesSlide43.xml" ContentType="application/vnd.openxmlformats-officedocument.presentationml.notesSlide+xml"/>
  <Override PartName="/ppt/notesSlides/notesSlide46.xml" ContentType="application/vnd.openxmlformats-officedocument.presentationml.notesSlide+xml"/>
  <Override PartName="/ppt/slides/slide20.xml" ContentType="application/vnd.openxmlformats-officedocument.presentationml.slide+xml"/>
  <Override PartName="/ppt/slides/slide33.xml" ContentType="application/vnd.openxmlformats-officedocument.presentationml.slide+xml"/>
  <Override PartName="/ppt/notesSlides/notesSlide16.xml" ContentType="application/vnd.openxmlformats-officedocument.presentationml.notesSlide+xml"/>
  <Override PartName="/ppt/notesSlides/notesSlide31.xml" ContentType="application/vnd.openxmlformats-officedocument.presentationml.notesSlide+xml"/>
  <Override PartName="/ppt/slides/slide10.xml" ContentType="application/vnd.openxmlformats-officedocument.presentationml.slide+xml"/>
  <Override PartName="/ppt/notesSlides/notesSlide143.xml" ContentType="application/vnd.openxmlformats-officedocument.presentationml.notesSlide+xml"/>
  <Override PartName="/ppt/slides/slide35.xml" ContentType="application/vnd.openxmlformats-officedocument.presentationml.slide+xml"/>
  <Override PartName="/ppt/slides/slide6.xml" ContentType="application/vnd.openxmlformats-officedocument.presentationml.slide+xml"/>
  <Override PartName="/ppt/slides/slide68.xml" ContentType="application/vnd.openxmlformats-officedocument.presentationml.slide+xml"/>
  <Override PartName="/ppt/slides/slide3.xml" ContentType="application/vnd.openxmlformats-officedocument.presentationml.slide+xml"/>
  <Override PartName="/ppt/slides/slide132.xml" ContentType="application/vnd.openxmlformats-officedocument.presentationml.slide+xml"/>
  <Override PartName="/ppt/notesSlides/notesSlide117.xml" ContentType="application/vnd.openxmlformats-officedocument.presentationml.notesSlide+xml"/>
  <Override PartName="/ppt/slides/slide40.xml" ContentType="application/vnd.openxmlformats-officedocument.presentationml.slide+xml"/>
  <Override PartName="/ppt/notesSlides/notesSlide21.xml" ContentType="application/vnd.openxmlformats-officedocument.presentationml.notesSlide+xml"/>
  <Override PartName="/ppt/slides/slide56.xml" ContentType="application/vnd.openxmlformats-officedocument.presentationml.slide+xml"/>
  <Override PartName="/ppt/slides/slide2.xml" ContentType="application/vnd.openxmlformats-officedocument.presentationml.slide+xml"/>
  <Override PartName="/ppt/slides/slide1.xml" ContentType="application/vnd.openxmlformats-officedocument.presentationml.slide+xml"/>
  <Override PartName="/ppt/slides/slide112.xml" ContentType="application/vnd.openxmlformats-officedocument.presentationml.slide+xml"/>
  <Override PartName="/ppt/notesSlides/notesSlide80.xml" ContentType="application/vnd.openxmlformats-officedocument.presentationml.notesSlide+xml"/>
  <Override PartName="/ppt/notesSlides/notesSlide84.xml" ContentType="application/vnd.openxmlformats-officedocument.presentationml.notesSlide+xml"/>
  <Override PartName="/ppt/notesSlides/notesSlide94.xml" ContentType="application/vnd.openxmlformats-officedocument.presentationml.notesSlide+xml"/>
  <Override PartName="/ppt/slides/slide77.xml" ContentType="application/vnd.openxmlformats-officedocument.presentationml.slide+xml"/>
  <Override PartName="/ppt/slides/slide113.xml" ContentType="application/vnd.openxmlformats-officedocument.presentationml.slide+xml"/>
  <Override PartName="/ppt/slideLayouts/slideLayout12.xml" ContentType="application/vnd.openxmlformats-officedocument.presentationml.slideLayout+xml"/>
  <Override PartName="/ppt/slides/slide18.xml" ContentType="application/vnd.openxmlformats-officedocument.presentationml.slide+xml"/>
  <Override PartName="/ppt/slides/slide79.xml" ContentType="application/vnd.openxmlformats-officedocument.presentationml.slide+xml"/>
  <Override PartName="/ppt/slideLayouts/slideLayout10.xml" ContentType="application/vnd.openxmlformats-officedocument.presentationml.slideLayout+xml"/>
  <Override PartName="/ppt/notesSlides/notesSlide133.xml" ContentType="application/vnd.openxmlformats-officedocument.presentationml.notesSlide+xml"/>
  <Override PartName="/ppt/slideLayouts/slideLayout4.xml" ContentType="application/vnd.openxmlformats-officedocument.presentationml.slideLayout+xml"/>
  <Override PartName="/ppt/slides/slide96.xml" ContentType="application/vnd.openxmlformats-officedocument.presentationml.slide+xml"/>
  <Override PartName="/ppt/notesSlides/notesSlide41.xml" ContentType="application/vnd.openxmlformats-officedocument.presentationml.notesSlide+xml"/>
  <Override PartName="/ppt/slideLayouts/slideLayout11.xml" ContentType="application/vnd.openxmlformats-officedocument.presentationml.slideLayout+xml"/>
  <Override PartName="/ppt/slides/slide44.xml" ContentType="application/vnd.openxmlformats-officedocument.presentationml.slide+xml"/>
  <Override PartName="/ppt/slideLayouts/slideLayout3.xml" ContentType="application/vnd.openxmlformats-officedocument.presentationml.slideLayout+xml"/>
  <Override PartName="/ppt/slideLayouts/slideLayout7.xml" ContentType="application/vnd.openxmlformats-officedocument.presentationml.slideLayout+xml"/>
  <Override PartName="/ppt/notesSlides/notesSlide145.xml" ContentType="application/vnd.openxmlformats-officedocument.presentationml.notesSlide+xml"/>
  <Override PartName="/ppt/slideLayouts/slideLayout2.xml" ContentType="application/vnd.openxmlformats-officedocument.presentationml.slideLayout+xml"/>
  <Override PartName="/ppt/slides/slide37.xml" ContentType="application/vnd.openxmlformats-officedocument.presentationml.slide+xml"/>
  <Override PartName="/ppt/notesSlides/notesSlide7.xml" ContentType="application/vnd.openxmlformats-officedocument.presentationml.notesSlide+xml"/>
  <Override PartName="/ppt/notesSlides/notesSlide35.xml" ContentType="application/vnd.openxmlformats-officedocument.presentationml.notesSlide+xml"/>
  <Override PartName="/ppt/notesSlides/notesSlide127.xml" ContentType="application/vnd.openxmlformats-officedocument.presentationml.notesSlide+xml"/>
  <Override PartName="/ppt/slideLayouts/slideLayout9.xml" ContentType="application/vnd.openxmlformats-officedocument.presentationml.slideLayout+xml"/>
  <Override PartName="/ppt/slideLayouts/slideLayout8.xml" ContentType="application/vnd.openxmlformats-officedocument.presentationml.slideLayout+xml"/>
  <Override PartName="/ppt/notesSlides/notesSlide116.xml" ContentType="application/vnd.openxmlformats-officedocument.presentationml.notesSlide+xml"/>
  <Override PartName="/ppt/slides/slide102.xml" ContentType="application/vnd.openxmlformats-officedocument.presentationml.slide+xml"/>
  <Override PartName="/ppt/slides/slide71.xml" ContentType="application/vnd.openxmlformats-officedocument.presentationml.slide+xml"/>
  <Override PartName="/ppt/slideLayouts/slideLayout1.xml" ContentType="application/vnd.openxmlformats-officedocument.presentationml.slideLayout+xml"/>
  <Override PartName="/ppt/slides/slide59.xml" ContentType="application/vnd.openxmlformats-officedocument.presentationml.slide+xml"/>
  <Override PartName="/ppt/notesMasters/notesMaster1.xml" ContentType="application/vnd.openxmlformats-officedocument.presentationml.notesMaster+xml"/>
  <Override PartName="/ppt/slides/slide49.xml" ContentType="application/vnd.openxmlformats-officedocument.presentationml.slide+xml"/>
  <Override PartName="/ppt/slides/slide48.xml" ContentType="application/vnd.openxmlformats-officedocument.presentationml.slide+xml"/>
  <Override PartName="/ppt/theme/theme2.xml" ContentType="application/vnd.openxmlformats-officedocument.theme+xml"/>
  <Override PartName="/ppt/notesSlides/notesSlide34.xml" ContentType="application/vnd.openxmlformats-officedocument.presentationml.notesSlide+xml"/>
  <Override PartName="/ppt/slideLayouts/slideLayout6.xml" ContentType="application/vnd.openxmlformats-officedocument.presentationml.slideLayout+xml"/>
  <Override PartName="/ppt/slides/slide8.xml" ContentType="application/vnd.openxmlformats-officedocument.presentationml.slide+xml"/>
  <Override PartName="/ppt/slides/slide22.xml" ContentType="application/vnd.openxmlformats-officedocument.presentationml.slide+xml"/>
  <Override PartName="/ppt/notesSlides/notesSlide17.xml" ContentType="application/vnd.openxmlformats-officedocument.presentationml.notesSlide+xml"/>
  <Override PartName="/docProps/app.xml" ContentType="application/vnd.openxmlformats-officedocument.extended-properties+xml"/>
  <Override PartName="/ppt/slides/slide29.xml" ContentType="application/vnd.openxmlformats-officedocument.presentationml.slide+xml"/>
  <Override PartName="/ppt/slides/slide101.xml" ContentType="application/vnd.openxmlformats-officedocument.presentationml.slide+xml"/>
  <Override PartName="/ppt/slides/slide142.xml" ContentType="application/vnd.openxmlformats-officedocument.presentationml.slide+xml"/>
  <Override PartName="/ppt/notesSlides/notesSlide118.xml" ContentType="application/vnd.openxmlformats-officedocument.presentationml.notesSlide+xml"/>
  <Override PartName="/ppt/slideLayouts/slideLayout5.xml" ContentType="application/vnd.openxmlformats-officedocument.presentationml.slideLayout+xml"/>
  <Override PartName="/ppt/slides/slide131.xml" ContentType="application/vnd.openxmlformats-officedocument.presentationml.slide+xml"/>
  <Override PartName="/ppt/slides/slide70.xml" ContentType="application/vnd.openxmlformats-officedocument.presentationml.slide+xml"/>
  <Override PartName="/ppt/slides/slide55.xml" ContentType="application/vnd.openxmlformats-officedocument.presentationml.slide+xml"/>
  <Override PartName="/ppt/slides/slide21.xml" ContentType="application/vnd.openxmlformats-officedocument.presentationml.slide+xml"/>
  <Override PartName="/ppt/slides/slide60.xml" ContentType="application/vnd.openxmlformats-officedocument.presentationml.slide+xml"/>
  <Override PartName="/ppt/slides/slide4.xml" ContentType="application/vnd.openxmlformats-officedocument.presentationml.slide+xml"/>
  <Override PartName="/ppt/slides/slide125.xml" ContentType="application/vnd.openxmlformats-officedocument.presentationml.slide+xml"/>
  <Override PartName="/docProps/core.xml" ContentType="application/vnd.openxmlformats-package.core-properties+xml"/>
  <Override PartName="/ppt/slides/slide19.xml" ContentType="application/vnd.openxmlformats-officedocument.presentationml.slide+xml"/>
  <Override PartName="/ppt/slides/slide90.xml" ContentType="application/vnd.openxmlformats-officedocument.presentationml.slide+xml"/>
  <Override PartName="/ppt/viewProps.xml" ContentType="application/vnd.openxmlformats-officedocument.presentationml.viewProps+xml"/>
  <Override PartName="/ppt/slides/slide74.xml" ContentType="application/vnd.openxmlformats-officedocument.presentationml.slide+xml"/>
  <Override PartName="/ppt/slides/slide31.xml" ContentType="application/vnd.openxmlformats-officedocument.presentationml.slide+xml"/>
  <Override PartName="/ppt/slides/slide7.xml" ContentType="application/vnd.openxmlformats-officedocument.presentationml.slide+xml"/>
  <Override PartName="/ppt/slides/slide26.xml" ContentType="application/vnd.openxmlformats-officedocument.presentationml.slide+xml"/>
  <Override PartName="/ppt/slides/slide47.xml" ContentType="application/vnd.openxmlformats-officedocument.presentationml.slide+xml"/>
  <Override PartName="/ppt/notesSlides/notesSlide50.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slides/slide11.xml" ContentType="application/vnd.openxmlformats-officedocument.presentationml.slide+xml"/>
  <Override PartName="/ppt/slides/slide39.xml" ContentType="application/vnd.openxmlformats-officedocument.presentationml.slide+xml"/>
  <Override PartName="/ppt/slides/slide5.xml" ContentType="application/vnd.openxmlformats-officedocument.presentationml.slide+xml"/>
  <Override PartName="/ppt/slideMasters/slideMaster1.xml" ContentType="application/vnd.openxmlformats-officedocument.presentationml.slideMaster+xml"/>
  <Override PartName="/ppt/slides/slide25.xml" ContentType="application/vnd.openxmlformats-officedocument.presentationml.slide+xml"/>
  <Override PartName="/ppt/tableStyles.xml" ContentType="application/vnd.openxmlformats-officedocument.presentationml.tableStyles+xml"/>
  <Override PartName="/ppt/notesSlides/notesSlide19.xml" ContentType="application/vnd.openxmlformats-officedocument.presentationml.notesSlide+xml"/>
  <Override PartName="/ppt/presentation.xml" ContentType="application/vnd.openxmlformats-officedocument.presentationml.presentation.main+xml"/>
  <Override PartName="/ppt/slides/slide38.xml" ContentType="application/vnd.openxmlformats-officedocument.presentationml.slide+xml"/>
  <Override PartName="/ppt/slides/slide62.xml" ContentType="application/vnd.openxmlformats-officedocument.presentationml.slide+xml"/>
  <Override PartName="/ppt/slides/slide141.xml" ContentType="application/vnd.openxmlformats-officedocument.presentationml.slide+xml"/>
  <Override PartName="/ppt/slides/slide116.xml" ContentType="application/vnd.openxmlformats-officedocument.presentationml.slide+xml"/>
  <Override PartName="/ppt/theme/theme1.xml" ContentType="application/vnd.openxmlformats-officedocument.theme+xml"/>
</Types>
</file>

<file path=_rels/.rels><?xml version="1.0" encoding="UTF-8" standalone="yes"?><Relationships xmlns="http://schemas.openxmlformats.org/package/2006/relationships"><Relationship Id="rId3" Type="http://schemas.openxmlformats.org/package/2006/relationships/metadata/core-properties" Target="docProps/core.xml"/><Relationship Id="rId1" Type="http://schemas.openxmlformats.org/officeDocument/2006/relationships/officeDocument" Target="ppt/presentation.xml"/><Relationship Id="rId2"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aveSubsetFonts="1">
  <p:sldMasterIdLst>
    <p:sldMasterId id="2147483648" r:id="rId1"/>
  </p:sldMasterIdLst>
  <p:notesMasterIdLst>
    <p:notesMasterId r:id="rId152"/>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 id="283" r:id="rId31"/>
    <p:sldId id="284" r:id="rId32"/>
    <p:sldId id="285" r:id="rId33"/>
    <p:sldId id="286" r:id="rId34"/>
    <p:sldId id="287" r:id="rId35"/>
    <p:sldId id="288" r:id="rId36"/>
    <p:sldId id="289" r:id="rId37"/>
    <p:sldId id="290" r:id="rId38"/>
    <p:sldId id="291" r:id="rId39"/>
    <p:sldId id="292" r:id="rId40"/>
    <p:sldId id="293" r:id="rId41"/>
    <p:sldId id="294" r:id="rId42"/>
    <p:sldId id="295" r:id="rId43"/>
    <p:sldId id="296" r:id="rId44"/>
    <p:sldId id="297" r:id="rId45"/>
    <p:sldId id="298" r:id="rId46"/>
    <p:sldId id="299" r:id="rId47"/>
    <p:sldId id="300" r:id="rId48"/>
    <p:sldId id="301" r:id="rId49"/>
    <p:sldId id="302" r:id="rId50"/>
    <p:sldId id="303" r:id="rId51"/>
    <p:sldId id="304" r:id="rId52"/>
    <p:sldId id="305" r:id="rId53"/>
    <p:sldId id="306" r:id="rId54"/>
    <p:sldId id="307" r:id="rId55"/>
    <p:sldId id="308" r:id="rId56"/>
    <p:sldId id="309" r:id="rId57"/>
    <p:sldId id="310" r:id="rId58"/>
    <p:sldId id="311" r:id="rId59"/>
    <p:sldId id="312" r:id="rId60"/>
    <p:sldId id="313" r:id="rId61"/>
    <p:sldId id="314" r:id="rId62"/>
    <p:sldId id="315" r:id="rId63"/>
    <p:sldId id="316" r:id="rId64"/>
    <p:sldId id="317" r:id="rId65"/>
    <p:sldId id="318" r:id="rId66"/>
    <p:sldId id="319" r:id="rId67"/>
    <p:sldId id="320" r:id="rId68"/>
    <p:sldId id="321" r:id="rId69"/>
    <p:sldId id="322" r:id="rId70"/>
    <p:sldId id="323" r:id="rId71"/>
    <p:sldId id="324" r:id="rId72"/>
    <p:sldId id="325" r:id="rId73"/>
    <p:sldId id="326" r:id="rId74"/>
    <p:sldId id="327" r:id="rId75"/>
    <p:sldId id="328" r:id="rId76"/>
    <p:sldId id="329" r:id="rId77"/>
    <p:sldId id="330" r:id="rId78"/>
    <p:sldId id="331" r:id="rId79"/>
    <p:sldId id="332" r:id="rId80"/>
    <p:sldId id="333" r:id="rId81"/>
    <p:sldId id="334" r:id="rId82"/>
    <p:sldId id="335" r:id="rId83"/>
    <p:sldId id="336" r:id="rId84"/>
    <p:sldId id="337" r:id="rId85"/>
    <p:sldId id="338" r:id="rId86"/>
    <p:sldId id="339" r:id="rId87"/>
    <p:sldId id="340" r:id="rId88"/>
    <p:sldId id="341" r:id="rId89"/>
    <p:sldId id="342" r:id="rId90"/>
    <p:sldId id="343" r:id="rId91"/>
    <p:sldId id="344" r:id="rId92"/>
    <p:sldId id="345" r:id="rId93"/>
    <p:sldId id="346" r:id="rId94"/>
    <p:sldId id="347" r:id="rId95"/>
    <p:sldId id="348" r:id="rId96"/>
    <p:sldId id="349" r:id="rId97"/>
    <p:sldId id="350" r:id="rId98"/>
    <p:sldId id="351" r:id="rId99"/>
    <p:sldId id="352" r:id="rId100"/>
    <p:sldId id="353" r:id="rId101"/>
    <p:sldId id="354" r:id="rId102"/>
    <p:sldId id="355" r:id="rId103"/>
    <p:sldId id="356" r:id="rId104"/>
    <p:sldId id="357" r:id="rId105"/>
    <p:sldId id="358" r:id="rId106"/>
    <p:sldId id="359" r:id="rId107"/>
    <p:sldId id="360" r:id="rId108"/>
    <p:sldId id="361" r:id="rId109"/>
    <p:sldId id="362" r:id="rId110"/>
    <p:sldId id="363" r:id="rId111"/>
    <p:sldId id="364" r:id="rId112"/>
    <p:sldId id="365" r:id="rId113"/>
    <p:sldId id="366" r:id="rId114"/>
    <p:sldId id="367" r:id="rId115"/>
    <p:sldId id="368" r:id="rId116"/>
    <p:sldId id="369" r:id="rId117"/>
    <p:sldId id="370" r:id="rId118"/>
    <p:sldId id="371" r:id="rId119"/>
    <p:sldId id="372" r:id="rId120"/>
    <p:sldId id="373" r:id="rId121"/>
    <p:sldId id="374" r:id="rId122"/>
    <p:sldId id="375" r:id="rId123"/>
    <p:sldId id="376" r:id="rId124"/>
    <p:sldId id="377" r:id="rId125"/>
    <p:sldId id="378" r:id="rId126"/>
    <p:sldId id="379" r:id="rId127"/>
    <p:sldId id="380" r:id="rId128"/>
    <p:sldId id="381" r:id="rId129"/>
    <p:sldId id="382" r:id="rId130"/>
    <p:sldId id="383" r:id="rId131"/>
    <p:sldId id="384" r:id="rId132"/>
    <p:sldId id="385" r:id="rId133"/>
    <p:sldId id="386" r:id="rId134"/>
    <p:sldId id="387" r:id="rId135"/>
    <p:sldId id="388" r:id="rId136"/>
    <p:sldId id="389" r:id="rId137"/>
    <p:sldId id="390" r:id="rId138"/>
    <p:sldId id="391" r:id="rId139"/>
    <p:sldId id="392" r:id="rId140"/>
    <p:sldId id="393" r:id="rId141"/>
    <p:sldId id="394" r:id="rId142"/>
    <p:sldId id="395" r:id="rId143"/>
    <p:sldId id="396" r:id="rId144"/>
    <p:sldId id="397" r:id="rId145"/>
    <p:sldId id="398" r:id="rId146"/>
    <p:sldId id="399" r:id="rId147"/>
    <p:sldId id="400" r:id="rId148"/>
    <p:sldId id="401" r:id="rId149"/>
    <p:sldId id="402" r:id="rId150"/>
    <p:sldId id="403" r:id="rId151"/>
  </p:sldIdLst>
  <p:sldSz cx="9144000" cy="6858000" type="screen4x3"/>
  <p:notesSz cx="7010400" cy="9296400"/>
  <p:defaultTextStyle>
    <a:defPPr>
      <a:defRPr lang="en-US"/>
    </a:defPPr>
    <a:lvl1pPr algn="l">
      <a:spcBef>
        <a:spcPts val="0"/>
      </a:spcBef>
      <a:spcAft>
        <a:spcPts val="0"/>
      </a:spcAft>
      <a:defRPr sz="2400">
        <a:solidFill>
          <a:schemeClr val="tx1"/>
        </a:solidFill>
        <a:latin typeface="Arial"/>
        <a:ea typeface="+mn-ea"/>
        <a:cs typeface="+mn-cs"/>
      </a:defRPr>
    </a:lvl1pPr>
    <a:lvl2pPr marL="457200" algn="l">
      <a:spcBef>
        <a:spcPts val="0"/>
      </a:spcBef>
      <a:spcAft>
        <a:spcPts val="0"/>
      </a:spcAft>
      <a:defRPr sz="2400">
        <a:solidFill>
          <a:schemeClr val="tx1"/>
        </a:solidFill>
        <a:latin typeface="Arial"/>
        <a:ea typeface="+mn-ea"/>
        <a:cs typeface="+mn-cs"/>
      </a:defRPr>
    </a:lvl2pPr>
    <a:lvl3pPr marL="914400" algn="l">
      <a:spcBef>
        <a:spcPts val="0"/>
      </a:spcBef>
      <a:spcAft>
        <a:spcPts val="0"/>
      </a:spcAft>
      <a:defRPr sz="2400">
        <a:solidFill>
          <a:schemeClr val="tx1"/>
        </a:solidFill>
        <a:latin typeface="Arial"/>
        <a:ea typeface="+mn-ea"/>
        <a:cs typeface="+mn-cs"/>
      </a:defRPr>
    </a:lvl3pPr>
    <a:lvl4pPr marL="1371600" algn="l">
      <a:spcBef>
        <a:spcPts val="0"/>
      </a:spcBef>
      <a:spcAft>
        <a:spcPts val="0"/>
      </a:spcAft>
      <a:defRPr sz="2400">
        <a:solidFill>
          <a:schemeClr val="tx1"/>
        </a:solidFill>
        <a:latin typeface="Arial"/>
        <a:ea typeface="+mn-ea"/>
        <a:cs typeface="+mn-cs"/>
      </a:defRPr>
    </a:lvl4pPr>
    <a:lvl5pPr marL="1828800" algn="l">
      <a:spcBef>
        <a:spcPts val="0"/>
      </a:spcBef>
      <a:spcAft>
        <a:spcPts val="0"/>
      </a:spcAft>
      <a:defRPr sz="2400">
        <a:solidFill>
          <a:schemeClr val="tx1"/>
        </a:solidFill>
        <a:latin typeface="Arial"/>
        <a:ea typeface="+mn-ea"/>
        <a:cs typeface="+mn-cs"/>
      </a:defRPr>
    </a:lvl5pPr>
    <a:lvl6pPr marL="2286000" algn="l" defTabSz="914400">
      <a:defRPr sz="2400">
        <a:solidFill>
          <a:schemeClr val="tx1"/>
        </a:solidFill>
        <a:latin typeface="Arial"/>
        <a:ea typeface="+mn-ea"/>
        <a:cs typeface="+mn-cs"/>
      </a:defRPr>
    </a:lvl6pPr>
    <a:lvl7pPr marL="2743200" algn="l" defTabSz="914400">
      <a:defRPr sz="2400">
        <a:solidFill>
          <a:schemeClr val="tx1"/>
        </a:solidFill>
        <a:latin typeface="Arial"/>
        <a:ea typeface="+mn-ea"/>
        <a:cs typeface="+mn-cs"/>
      </a:defRPr>
    </a:lvl7pPr>
    <a:lvl8pPr marL="3200400" algn="l" defTabSz="914400">
      <a:defRPr sz="2400">
        <a:solidFill>
          <a:schemeClr val="tx1"/>
        </a:solidFill>
        <a:latin typeface="Arial"/>
        <a:ea typeface="+mn-ea"/>
        <a:cs typeface="+mn-cs"/>
      </a:defRPr>
    </a:lvl8pPr>
    <a:lvl9pPr marL="3657600" algn="l" defTabSz="914400">
      <a:defRPr sz="2400">
        <a:solidFill>
          <a:schemeClr val="tx1"/>
        </a:solidFill>
        <a:latin typeface="Arial"/>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a:solidFill>
                <a:schemeClr val="lt1"/>
              </a:solidFill>
            </a:ln>
          </a:left>
          <a:right>
            <a:ln w="12700">
              <a:solidFill>
                <a:schemeClr val="lt1"/>
              </a:solidFill>
            </a:ln>
          </a:right>
          <a:top>
            <a:ln w="12700">
              <a:solidFill>
                <a:schemeClr val="lt1"/>
              </a:solidFill>
            </a:ln>
          </a:top>
          <a:bottom>
            <a:ln w="12700">
              <a:solidFill>
                <a:schemeClr val="lt1"/>
              </a:solidFill>
            </a:ln>
          </a:bottom>
          <a:insideH>
            <a:ln w="12700">
              <a:solidFill>
                <a:schemeClr val="lt1"/>
              </a:solidFill>
            </a:ln>
          </a:insideH>
          <a:insideV>
            <a:ln w="12700">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fill>
          <a:solidFill>
            <a:schemeClr val="accent1">
              <a:tint val="40000"/>
            </a:schemeClr>
          </a:solidFill>
        </a:fill>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a:solidFill>
                <a:schemeClr val="lt1"/>
              </a:solidFill>
            </a:ln>
          </a:top>
        </a:tcBdr>
        <a:fill>
          <a:solidFill>
            <a:schemeClr val="accent1"/>
          </a:solidFill>
        </a:fill>
      </a:tcStyle>
    </a:lastRow>
    <a:seCell>
      <a:tcStyle>
        <a:tcBdr/>
      </a:tcStyle>
    </a:seCell>
    <a:swCell>
      <a:tcStyle>
        <a:tcBdr/>
      </a:tcStyle>
    </a:swCell>
    <a:firstRow>
      <a:tcTxStyle b="on">
        <a:fontRef idx="minor">
          <a:prstClr val="black"/>
        </a:fontRef>
        <a:schemeClr val="lt1"/>
      </a:tcTxStyle>
      <a:tcStyle>
        <a:tcBdr>
          <a:bottom>
            <a:ln w="38100">
              <a:solidFill>
                <a:schemeClr val="lt1"/>
              </a:solidFill>
            </a:ln>
          </a:bottom>
        </a:tcBdr>
        <a:fill>
          <a:solidFill>
            <a:schemeClr val="accent1"/>
          </a:solidFill>
        </a:fill>
      </a:tcStyle>
    </a:firstRow>
    <a:neCell>
      <a:tcStyle>
        <a:tcBdr/>
      </a:tcStyle>
    </a:neCell>
    <a:nwCell>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p:cViewPr varScale="1">
        <p:scale>
          <a:sx n="75" d="100"/>
          <a:sy n="75" d="100"/>
        </p:scale>
        <p:origin x="1608" y="43"/>
      </p:cViewPr>
      <p:guideLst>
        <p:guide pos="2160" orient="horz"/>
        <p:guide pos="2880"/>
      </p:guideLst>
    </p:cSldViewPr>
  </p:slideViewPr>
  <p:gridSpacing cx="76200" cy="76200"/>
</p:viewPr>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theme" Target="theme/theme2.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slide" Target="slides/slide20.xml"/><Relationship Id="rId24" Type="http://schemas.openxmlformats.org/officeDocument/2006/relationships/slide" Target="slides/slide21.xml"/><Relationship Id="rId25" Type="http://schemas.openxmlformats.org/officeDocument/2006/relationships/slide" Target="slides/slide22.xml"/><Relationship Id="rId26" Type="http://schemas.openxmlformats.org/officeDocument/2006/relationships/slide" Target="slides/slide23.xml"/><Relationship Id="rId27" Type="http://schemas.openxmlformats.org/officeDocument/2006/relationships/slide" Target="slides/slide24.xml"/><Relationship Id="rId28" Type="http://schemas.openxmlformats.org/officeDocument/2006/relationships/slide" Target="slides/slide25.xml"/><Relationship Id="rId29" Type="http://schemas.openxmlformats.org/officeDocument/2006/relationships/slide" Target="slides/slide26.xml"/><Relationship Id="rId30" Type="http://schemas.openxmlformats.org/officeDocument/2006/relationships/slide" Target="slides/slide27.xml"/><Relationship Id="rId31" Type="http://schemas.openxmlformats.org/officeDocument/2006/relationships/slide" Target="slides/slide28.xml"/><Relationship Id="rId32" Type="http://schemas.openxmlformats.org/officeDocument/2006/relationships/slide" Target="slides/slide29.xml"/><Relationship Id="rId33" Type="http://schemas.openxmlformats.org/officeDocument/2006/relationships/slide" Target="slides/slide30.xml"/><Relationship Id="rId34" Type="http://schemas.openxmlformats.org/officeDocument/2006/relationships/slide" Target="slides/slide31.xml"/><Relationship Id="rId35" Type="http://schemas.openxmlformats.org/officeDocument/2006/relationships/slide" Target="slides/slide32.xml"/><Relationship Id="rId36" Type="http://schemas.openxmlformats.org/officeDocument/2006/relationships/slide" Target="slides/slide33.xml"/><Relationship Id="rId37" Type="http://schemas.openxmlformats.org/officeDocument/2006/relationships/slide" Target="slides/slide34.xml"/><Relationship Id="rId38" Type="http://schemas.openxmlformats.org/officeDocument/2006/relationships/slide" Target="slides/slide35.xml"/><Relationship Id="rId39" Type="http://schemas.openxmlformats.org/officeDocument/2006/relationships/slide" Target="slides/slide36.xml"/><Relationship Id="rId40" Type="http://schemas.openxmlformats.org/officeDocument/2006/relationships/slide" Target="slides/slide37.xml"/><Relationship Id="rId41" Type="http://schemas.openxmlformats.org/officeDocument/2006/relationships/slide" Target="slides/slide38.xml"/><Relationship Id="rId42" Type="http://schemas.openxmlformats.org/officeDocument/2006/relationships/slide" Target="slides/slide39.xml"/><Relationship Id="rId43" Type="http://schemas.openxmlformats.org/officeDocument/2006/relationships/slide" Target="slides/slide40.xml"/><Relationship Id="rId44" Type="http://schemas.openxmlformats.org/officeDocument/2006/relationships/slide" Target="slides/slide41.xml"/><Relationship Id="rId45" Type="http://schemas.openxmlformats.org/officeDocument/2006/relationships/slide" Target="slides/slide42.xml"/><Relationship Id="rId46" Type="http://schemas.openxmlformats.org/officeDocument/2006/relationships/slide" Target="slides/slide43.xml"/><Relationship Id="rId47" Type="http://schemas.openxmlformats.org/officeDocument/2006/relationships/slide" Target="slides/slide44.xml"/><Relationship Id="rId48" Type="http://schemas.openxmlformats.org/officeDocument/2006/relationships/slide" Target="slides/slide45.xml"/><Relationship Id="rId49" Type="http://schemas.openxmlformats.org/officeDocument/2006/relationships/slide" Target="slides/slide46.xml"/><Relationship Id="rId50" Type="http://schemas.openxmlformats.org/officeDocument/2006/relationships/slide" Target="slides/slide47.xml"/><Relationship Id="rId51" Type="http://schemas.openxmlformats.org/officeDocument/2006/relationships/slide" Target="slides/slide48.xml"/><Relationship Id="rId52" Type="http://schemas.openxmlformats.org/officeDocument/2006/relationships/slide" Target="slides/slide49.xml"/><Relationship Id="rId53" Type="http://schemas.openxmlformats.org/officeDocument/2006/relationships/slide" Target="slides/slide50.xml"/><Relationship Id="rId54" Type="http://schemas.openxmlformats.org/officeDocument/2006/relationships/slide" Target="slides/slide51.xml"/><Relationship Id="rId55" Type="http://schemas.openxmlformats.org/officeDocument/2006/relationships/slide" Target="slides/slide52.xml"/><Relationship Id="rId56" Type="http://schemas.openxmlformats.org/officeDocument/2006/relationships/slide" Target="slides/slide53.xml"/><Relationship Id="rId57" Type="http://schemas.openxmlformats.org/officeDocument/2006/relationships/slide" Target="slides/slide54.xml"/><Relationship Id="rId58" Type="http://schemas.openxmlformats.org/officeDocument/2006/relationships/slide" Target="slides/slide55.xml"/><Relationship Id="rId59" Type="http://schemas.openxmlformats.org/officeDocument/2006/relationships/slide" Target="slides/slide56.xml"/><Relationship Id="rId60" Type="http://schemas.openxmlformats.org/officeDocument/2006/relationships/slide" Target="slides/slide57.xml"/><Relationship Id="rId61" Type="http://schemas.openxmlformats.org/officeDocument/2006/relationships/slide" Target="slides/slide58.xml"/><Relationship Id="rId62" Type="http://schemas.openxmlformats.org/officeDocument/2006/relationships/slide" Target="slides/slide59.xml"/><Relationship Id="rId63" Type="http://schemas.openxmlformats.org/officeDocument/2006/relationships/slide" Target="slides/slide60.xml"/><Relationship Id="rId64" Type="http://schemas.openxmlformats.org/officeDocument/2006/relationships/slide" Target="slides/slide61.xml"/><Relationship Id="rId65" Type="http://schemas.openxmlformats.org/officeDocument/2006/relationships/slide" Target="slides/slide62.xml"/><Relationship Id="rId66" Type="http://schemas.openxmlformats.org/officeDocument/2006/relationships/slide" Target="slides/slide63.xml"/><Relationship Id="rId67" Type="http://schemas.openxmlformats.org/officeDocument/2006/relationships/slide" Target="slides/slide64.xml"/><Relationship Id="rId68" Type="http://schemas.openxmlformats.org/officeDocument/2006/relationships/slide" Target="slides/slide65.xml"/><Relationship Id="rId69" Type="http://schemas.openxmlformats.org/officeDocument/2006/relationships/slide" Target="slides/slide66.xml"/><Relationship Id="rId70" Type="http://schemas.openxmlformats.org/officeDocument/2006/relationships/slide" Target="slides/slide67.xml"/><Relationship Id="rId71" Type="http://schemas.openxmlformats.org/officeDocument/2006/relationships/slide" Target="slides/slide68.xml"/><Relationship Id="rId72" Type="http://schemas.openxmlformats.org/officeDocument/2006/relationships/slide" Target="slides/slide69.xml"/><Relationship Id="rId73" Type="http://schemas.openxmlformats.org/officeDocument/2006/relationships/slide" Target="slides/slide70.xml"/><Relationship Id="rId74" Type="http://schemas.openxmlformats.org/officeDocument/2006/relationships/slide" Target="slides/slide71.xml"/><Relationship Id="rId75" Type="http://schemas.openxmlformats.org/officeDocument/2006/relationships/slide" Target="slides/slide72.xml"/><Relationship Id="rId76" Type="http://schemas.openxmlformats.org/officeDocument/2006/relationships/slide" Target="slides/slide73.xml"/><Relationship Id="rId77" Type="http://schemas.openxmlformats.org/officeDocument/2006/relationships/slide" Target="slides/slide74.xml"/><Relationship Id="rId78" Type="http://schemas.openxmlformats.org/officeDocument/2006/relationships/slide" Target="slides/slide75.xml"/><Relationship Id="rId79" Type="http://schemas.openxmlformats.org/officeDocument/2006/relationships/slide" Target="slides/slide76.xml"/><Relationship Id="rId80" Type="http://schemas.openxmlformats.org/officeDocument/2006/relationships/slide" Target="slides/slide77.xml"/><Relationship Id="rId81" Type="http://schemas.openxmlformats.org/officeDocument/2006/relationships/slide" Target="slides/slide78.xml"/><Relationship Id="rId82" Type="http://schemas.openxmlformats.org/officeDocument/2006/relationships/slide" Target="slides/slide79.xml"/><Relationship Id="rId83" Type="http://schemas.openxmlformats.org/officeDocument/2006/relationships/slide" Target="slides/slide80.xml"/><Relationship Id="rId84" Type="http://schemas.openxmlformats.org/officeDocument/2006/relationships/slide" Target="slides/slide81.xml"/><Relationship Id="rId85" Type="http://schemas.openxmlformats.org/officeDocument/2006/relationships/slide" Target="slides/slide82.xml"/><Relationship Id="rId86" Type="http://schemas.openxmlformats.org/officeDocument/2006/relationships/slide" Target="slides/slide83.xml"/><Relationship Id="rId87" Type="http://schemas.openxmlformats.org/officeDocument/2006/relationships/slide" Target="slides/slide84.xml"/><Relationship Id="rId88" Type="http://schemas.openxmlformats.org/officeDocument/2006/relationships/slide" Target="slides/slide85.xml"/><Relationship Id="rId89" Type="http://schemas.openxmlformats.org/officeDocument/2006/relationships/slide" Target="slides/slide86.xml"/><Relationship Id="rId90" Type="http://schemas.openxmlformats.org/officeDocument/2006/relationships/slide" Target="slides/slide87.xml"/><Relationship Id="rId91" Type="http://schemas.openxmlformats.org/officeDocument/2006/relationships/slide" Target="slides/slide88.xml"/><Relationship Id="rId92" Type="http://schemas.openxmlformats.org/officeDocument/2006/relationships/slide" Target="slides/slide89.xml"/><Relationship Id="rId93" Type="http://schemas.openxmlformats.org/officeDocument/2006/relationships/slide" Target="slides/slide90.xml"/><Relationship Id="rId94" Type="http://schemas.openxmlformats.org/officeDocument/2006/relationships/slide" Target="slides/slide91.xml"/><Relationship Id="rId95" Type="http://schemas.openxmlformats.org/officeDocument/2006/relationships/slide" Target="slides/slide92.xml"/><Relationship Id="rId96" Type="http://schemas.openxmlformats.org/officeDocument/2006/relationships/slide" Target="slides/slide93.xml"/><Relationship Id="rId97" Type="http://schemas.openxmlformats.org/officeDocument/2006/relationships/slide" Target="slides/slide94.xml"/><Relationship Id="rId98" Type="http://schemas.openxmlformats.org/officeDocument/2006/relationships/slide" Target="slides/slide95.xml"/><Relationship Id="rId99" Type="http://schemas.openxmlformats.org/officeDocument/2006/relationships/slide" Target="slides/slide96.xml"/><Relationship Id="rId100" Type="http://schemas.openxmlformats.org/officeDocument/2006/relationships/slide" Target="slides/slide97.xml"/><Relationship Id="rId101" Type="http://schemas.openxmlformats.org/officeDocument/2006/relationships/slide" Target="slides/slide98.xml"/><Relationship Id="rId102" Type="http://schemas.openxmlformats.org/officeDocument/2006/relationships/slide" Target="slides/slide99.xml"/><Relationship Id="rId103" Type="http://schemas.openxmlformats.org/officeDocument/2006/relationships/slide" Target="slides/slide100.xml"/><Relationship Id="rId104" Type="http://schemas.openxmlformats.org/officeDocument/2006/relationships/slide" Target="slides/slide101.xml"/><Relationship Id="rId105" Type="http://schemas.openxmlformats.org/officeDocument/2006/relationships/slide" Target="slides/slide102.xml"/><Relationship Id="rId106" Type="http://schemas.openxmlformats.org/officeDocument/2006/relationships/slide" Target="slides/slide103.xml"/><Relationship Id="rId107" Type="http://schemas.openxmlformats.org/officeDocument/2006/relationships/slide" Target="slides/slide104.xml"/><Relationship Id="rId108" Type="http://schemas.openxmlformats.org/officeDocument/2006/relationships/slide" Target="slides/slide105.xml"/><Relationship Id="rId109" Type="http://schemas.openxmlformats.org/officeDocument/2006/relationships/slide" Target="slides/slide106.xml"/><Relationship Id="rId110" Type="http://schemas.openxmlformats.org/officeDocument/2006/relationships/slide" Target="slides/slide107.xml"/><Relationship Id="rId111" Type="http://schemas.openxmlformats.org/officeDocument/2006/relationships/slide" Target="slides/slide108.xml"/><Relationship Id="rId112" Type="http://schemas.openxmlformats.org/officeDocument/2006/relationships/slide" Target="slides/slide109.xml"/><Relationship Id="rId113" Type="http://schemas.openxmlformats.org/officeDocument/2006/relationships/slide" Target="slides/slide110.xml"/><Relationship Id="rId114" Type="http://schemas.openxmlformats.org/officeDocument/2006/relationships/slide" Target="slides/slide111.xml"/><Relationship Id="rId115" Type="http://schemas.openxmlformats.org/officeDocument/2006/relationships/slide" Target="slides/slide112.xml"/><Relationship Id="rId116" Type="http://schemas.openxmlformats.org/officeDocument/2006/relationships/slide" Target="slides/slide113.xml"/><Relationship Id="rId117" Type="http://schemas.openxmlformats.org/officeDocument/2006/relationships/slide" Target="slides/slide114.xml"/><Relationship Id="rId118" Type="http://schemas.openxmlformats.org/officeDocument/2006/relationships/slide" Target="slides/slide115.xml"/><Relationship Id="rId119" Type="http://schemas.openxmlformats.org/officeDocument/2006/relationships/slide" Target="slides/slide116.xml"/><Relationship Id="rId120" Type="http://schemas.openxmlformats.org/officeDocument/2006/relationships/slide" Target="slides/slide117.xml"/><Relationship Id="rId121" Type="http://schemas.openxmlformats.org/officeDocument/2006/relationships/slide" Target="slides/slide118.xml"/><Relationship Id="rId122" Type="http://schemas.openxmlformats.org/officeDocument/2006/relationships/slide" Target="slides/slide119.xml"/><Relationship Id="rId123" Type="http://schemas.openxmlformats.org/officeDocument/2006/relationships/slide" Target="slides/slide120.xml"/><Relationship Id="rId124" Type="http://schemas.openxmlformats.org/officeDocument/2006/relationships/slide" Target="slides/slide121.xml"/><Relationship Id="rId125" Type="http://schemas.openxmlformats.org/officeDocument/2006/relationships/slide" Target="slides/slide122.xml"/><Relationship Id="rId126" Type="http://schemas.openxmlformats.org/officeDocument/2006/relationships/slide" Target="slides/slide123.xml"/><Relationship Id="rId127" Type="http://schemas.openxmlformats.org/officeDocument/2006/relationships/slide" Target="slides/slide124.xml"/><Relationship Id="rId128" Type="http://schemas.openxmlformats.org/officeDocument/2006/relationships/slide" Target="slides/slide125.xml"/><Relationship Id="rId129" Type="http://schemas.openxmlformats.org/officeDocument/2006/relationships/slide" Target="slides/slide126.xml"/><Relationship Id="rId130" Type="http://schemas.openxmlformats.org/officeDocument/2006/relationships/slide" Target="slides/slide127.xml"/><Relationship Id="rId131" Type="http://schemas.openxmlformats.org/officeDocument/2006/relationships/slide" Target="slides/slide128.xml"/><Relationship Id="rId132" Type="http://schemas.openxmlformats.org/officeDocument/2006/relationships/slide" Target="slides/slide129.xml"/><Relationship Id="rId133" Type="http://schemas.openxmlformats.org/officeDocument/2006/relationships/slide" Target="slides/slide130.xml"/><Relationship Id="rId134" Type="http://schemas.openxmlformats.org/officeDocument/2006/relationships/slide" Target="slides/slide131.xml"/><Relationship Id="rId135" Type="http://schemas.openxmlformats.org/officeDocument/2006/relationships/slide" Target="slides/slide132.xml"/><Relationship Id="rId136" Type="http://schemas.openxmlformats.org/officeDocument/2006/relationships/slide" Target="slides/slide133.xml"/><Relationship Id="rId137" Type="http://schemas.openxmlformats.org/officeDocument/2006/relationships/slide" Target="slides/slide134.xml"/><Relationship Id="rId138" Type="http://schemas.openxmlformats.org/officeDocument/2006/relationships/slide" Target="slides/slide135.xml"/><Relationship Id="rId139" Type="http://schemas.openxmlformats.org/officeDocument/2006/relationships/slide" Target="slides/slide136.xml"/><Relationship Id="rId140" Type="http://schemas.openxmlformats.org/officeDocument/2006/relationships/slide" Target="slides/slide137.xml"/><Relationship Id="rId141" Type="http://schemas.openxmlformats.org/officeDocument/2006/relationships/slide" Target="slides/slide138.xml"/><Relationship Id="rId142" Type="http://schemas.openxmlformats.org/officeDocument/2006/relationships/slide" Target="slides/slide139.xml"/><Relationship Id="rId143" Type="http://schemas.openxmlformats.org/officeDocument/2006/relationships/slide" Target="slides/slide140.xml"/><Relationship Id="rId144" Type="http://schemas.openxmlformats.org/officeDocument/2006/relationships/slide" Target="slides/slide141.xml"/><Relationship Id="rId145" Type="http://schemas.openxmlformats.org/officeDocument/2006/relationships/slide" Target="slides/slide142.xml"/><Relationship Id="rId146" Type="http://schemas.openxmlformats.org/officeDocument/2006/relationships/slide" Target="slides/slide143.xml"/><Relationship Id="rId147" Type="http://schemas.openxmlformats.org/officeDocument/2006/relationships/slide" Target="slides/slide144.xml"/><Relationship Id="rId148" Type="http://schemas.openxmlformats.org/officeDocument/2006/relationships/slide" Target="slides/slide145.xml"/><Relationship Id="rId149" Type="http://schemas.openxmlformats.org/officeDocument/2006/relationships/slide" Target="slides/slide146.xml"/><Relationship Id="rId150" Type="http://schemas.openxmlformats.org/officeDocument/2006/relationships/slide" Target="slides/slide147.xml"/><Relationship Id="rId151" Type="http://schemas.openxmlformats.org/officeDocument/2006/relationships/slide" Target="slides/slide148.xml"/><Relationship Id="rId152" Type="http://schemas.openxmlformats.org/officeDocument/2006/relationships/notesMaster" Target="notesMasters/notesMaster1.xml"/><Relationship Id="rId153" Type="http://schemas.openxmlformats.org/officeDocument/2006/relationships/presProps" Target="presProps.xml" /><Relationship Id="rId154" Type="http://schemas.openxmlformats.org/officeDocument/2006/relationships/tableStyles" Target="tableStyles.xml" /><Relationship Id="rId155" Type="http://schemas.openxmlformats.org/officeDocument/2006/relationships/viewProps" Target="viewProps.xml" /></Relationships>
</file>

<file path=ppt/notesMasters/_rels/notesMaster1.xml.rels><?xml version="1.0" encoding="UTF-8" standalone="yes"?><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name="">
    <p:bg>
      <p:bgPr shadeToTitle="0">
        <a:solidFill>
          <a:schemeClr val="bg1"/>
        </a:solidFill>
      </p:bgPr>
    </p:bg>
    <p:spTree>
      <p:nvGrpSpPr>
        <p:cNvPr id="1" name=""/>
        <p:cNvGrpSpPr/>
        <p:nvPr/>
      </p:nvGrpSpPr>
      <p:grpSpPr bwMode="auto">
        <a:xfrm>
          <a:off x="0" y="0"/>
          <a:ext cx="0" cy="0"/>
          <a:chOff x="0" y="0"/>
          <a:chExt cx="0" cy="0"/>
        </a:xfrm>
      </p:grpSpPr>
      <p:sp>
        <p:nvSpPr>
          <p:cNvPr id="1188374405" name="Rectangle 2"/>
          <p:cNvSpPr>
            <a:spLocks noChangeArrowheads="1" noGrp="1"/>
          </p:cNvSpPr>
          <p:nvPr>
            <p:ph type="hdr" sz="quarter"/>
          </p:nvPr>
        </p:nvSpPr>
        <p:spPr bwMode="auto">
          <a:xfrm>
            <a:off x="0" y="0"/>
            <a:ext cx="3038475" cy="465138"/>
          </a:xfrm>
          <a:prstGeom prst="rect">
            <a:avLst/>
          </a:prstGeom>
          <a:noFill/>
          <a:ln w="9525">
            <a:noFill/>
            <a:miter lim="800000"/>
            <a:headEnd/>
            <a:tailEnd/>
          </a:ln>
        </p:spPr>
        <p:txBody>
          <a:bodyPr vert="horz" wrap="square" lIns="93177" tIns="46589" rIns="93177" bIns="46589" numCol="1" anchor="t" anchorCtr="0" compatLnSpc="1">
            <a:prstTxWarp prst="textNoShape"/>
          </a:bodyPr>
          <a:lstStyle>
            <a:lvl1pPr algn="l" defTabSz="931863">
              <a:defRPr sz="1200">
                <a:latin typeface="Arial"/>
              </a:defRPr>
            </a:lvl1pPr>
          </a:lstStyle>
          <a:p>
            <a:pPr>
              <a:defRPr/>
            </a:pPr>
            <a:endParaRPr lang="en-US"/>
          </a:p>
        </p:txBody>
      </p:sp>
      <p:sp>
        <p:nvSpPr>
          <p:cNvPr id="1854619168" name="Rectangle 3"/>
          <p:cNvSpPr>
            <a:spLocks noChangeArrowheads="1" noGrp="1"/>
          </p:cNvSpPr>
          <p:nvPr>
            <p:ph type="dt" idx="1"/>
          </p:nvPr>
        </p:nvSpPr>
        <p:spPr bwMode="auto">
          <a:xfrm>
            <a:off x="3970338" y="0"/>
            <a:ext cx="3038475" cy="465138"/>
          </a:xfrm>
          <a:prstGeom prst="rect">
            <a:avLst/>
          </a:prstGeom>
          <a:noFill/>
          <a:ln w="9525">
            <a:noFill/>
            <a:miter lim="800000"/>
            <a:headEnd/>
            <a:tailEnd/>
          </a:ln>
        </p:spPr>
        <p:txBody>
          <a:bodyPr vert="horz" wrap="square" lIns="93177" tIns="46589" rIns="93177" bIns="46589" numCol="1" anchor="t" anchorCtr="0" compatLnSpc="1">
            <a:prstTxWarp prst="textNoShape"/>
          </a:bodyPr>
          <a:lstStyle>
            <a:lvl1pPr algn="r" defTabSz="931863">
              <a:defRPr sz="1200">
                <a:latin typeface="Arial"/>
              </a:defRPr>
            </a:lvl1pPr>
          </a:lstStyle>
          <a:p>
            <a:pPr>
              <a:defRPr/>
            </a:pPr>
            <a:endParaRPr lang="en-US"/>
          </a:p>
        </p:txBody>
      </p:sp>
      <p:sp>
        <p:nvSpPr>
          <p:cNvPr id="830116525" name="Rectangle 4"/>
          <p:cNvSpPr>
            <a:spLocks noChangeArrowheads="1" noChangeAspect="1" noGrp="1" noRot="1" noTextEdit="1"/>
          </p:cNvSpPr>
          <p:nvPr>
            <p:ph type="sldImg" idx="2"/>
          </p:nvPr>
        </p:nvSpPr>
        <p:spPr bwMode="auto">
          <a:xfrm>
            <a:off x="1181099" y="696913"/>
            <a:ext cx="4648200" cy="3486150"/>
          </a:xfrm>
          <a:prstGeom prst="rect">
            <a:avLst/>
          </a:prstGeom>
          <a:noFill/>
          <a:ln w="9525">
            <a:solidFill>
              <a:srgbClr val="000000"/>
            </a:solidFill>
            <a:miter lim="800000"/>
            <a:headEnd/>
            <a:tailEnd/>
          </a:ln>
        </p:spPr>
      </p:sp>
      <p:sp>
        <p:nvSpPr>
          <p:cNvPr id="253929353" name="Rectangle 5"/>
          <p:cNvSpPr>
            <a:spLocks noChangeArrowheads="1" noGrp="1"/>
          </p:cNvSpPr>
          <p:nvPr>
            <p:ph type="body" sz="quarter" idx="3"/>
          </p:nvPr>
        </p:nvSpPr>
        <p:spPr bwMode="auto">
          <a:xfrm>
            <a:off x="701675" y="4416425"/>
            <a:ext cx="5607050" cy="4183063"/>
          </a:xfrm>
          <a:prstGeom prst="rect">
            <a:avLst/>
          </a:prstGeom>
          <a:noFill/>
          <a:ln w="9525">
            <a:noFill/>
            <a:miter lim="800000"/>
            <a:headEnd/>
            <a:tailEnd/>
          </a:ln>
        </p:spPr>
        <p:txBody>
          <a:bodyPr vert="horz" wrap="square" lIns="93177" tIns="46589" rIns="93177" bIns="46589" numCol="1" anchor="t" anchorCtr="0" compatLnSpc="1">
            <a:prstTxWarp prst="textNoShape"/>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
        <p:nvSpPr>
          <p:cNvPr id="32227800" name="Rectangle 6"/>
          <p:cNvSpPr>
            <a:spLocks noChangeArrowheads="1" noGrp="1"/>
          </p:cNvSpPr>
          <p:nvPr>
            <p:ph type="ftr" sz="quarter" idx="4"/>
          </p:nvPr>
        </p:nvSpPr>
        <p:spPr bwMode="auto">
          <a:xfrm>
            <a:off x="0" y="8829675"/>
            <a:ext cx="3038475" cy="465138"/>
          </a:xfrm>
          <a:prstGeom prst="rect">
            <a:avLst/>
          </a:prstGeom>
          <a:noFill/>
          <a:ln w="9525">
            <a:noFill/>
            <a:miter lim="800000"/>
            <a:headEnd/>
            <a:tailEnd/>
          </a:ln>
        </p:spPr>
        <p:txBody>
          <a:bodyPr vert="horz" wrap="square" lIns="93177" tIns="46589" rIns="93177" bIns="46589" numCol="1" anchor="b" anchorCtr="0" compatLnSpc="1">
            <a:prstTxWarp prst="textNoShape"/>
          </a:bodyPr>
          <a:lstStyle>
            <a:lvl1pPr algn="l" defTabSz="931863">
              <a:defRPr sz="1200">
                <a:latin typeface="Arial"/>
              </a:defRPr>
            </a:lvl1pPr>
          </a:lstStyle>
          <a:p>
            <a:pPr>
              <a:defRPr/>
            </a:pPr>
            <a:endParaRPr lang="en-US"/>
          </a:p>
        </p:txBody>
      </p:sp>
      <p:sp>
        <p:nvSpPr>
          <p:cNvPr id="433549244" name="Rectangle 7"/>
          <p:cNvSpPr>
            <a:spLocks noChangeArrowheads="1" noGrp="1"/>
          </p:cNvSpPr>
          <p:nvPr>
            <p:ph type="sldNum" sz="quarter" idx="5"/>
          </p:nvPr>
        </p:nvSpPr>
        <p:spPr bwMode="auto">
          <a:xfrm>
            <a:off x="3970338" y="8829675"/>
            <a:ext cx="3038475" cy="465138"/>
          </a:xfrm>
          <a:prstGeom prst="rect">
            <a:avLst/>
          </a:prstGeom>
          <a:noFill/>
          <a:ln w="9525">
            <a:noFill/>
            <a:miter lim="800000"/>
            <a:headEnd/>
            <a:tailEnd/>
          </a:ln>
        </p:spPr>
        <p:txBody>
          <a:bodyPr vert="horz" wrap="square" lIns="93177" tIns="46589" rIns="93177" bIns="46589" numCol="1" anchor="b" anchorCtr="0" compatLnSpc="1">
            <a:prstTxWarp prst="textNoShape"/>
          </a:bodyPr>
          <a:lstStyle>
            <a:lvl1pPr algn="r" defTabSz="931863">
              <a:defRPr sz="1200"/>
            </a:lvl1pPr>
          </a:lstStyle>
          <a:p>
            <a:pPr>
              <a:defRPr/>
            </a:pPr>
            <a:fld id="{852DF634-670D-4AB8-BBD7-FB48C047A95D}" type="slidenum">
              <a:rPr lang="en-US"/>
              <a:t>‹#›</a:t>
            </a:fld>
            <a:endParaRPr lang="en-US"/>
          </a:p>
        </p:txBody>
      </p:sp>
    </p:spTree>
  </p:cSld>
  <p:clrMap bg1="lt1" tx1="dk1" bg2="lt2" tx2="dk2" accent1="accent1" accent2="accent2" accent3="accent3" accent4="accent4" accent5="accent5" accent6="accent6" hlink="hlink" folHlink="folHlink"/>
  <p:notesStyle>
    <a:lvl1pPr algn="l">
      <a:spcBef>
        <a:spcPts val="0"/>
      </a:spcBef>
      <a:spcAft>
        <a:spcPts val="0"/>
      </a:spcAft>
      <a:defRPr sz="1200">
        <a:solidFill>
          <a:schemeClr val="tx1"/>
        </a:solidFill>
        <a:latin typeface="Arial"/>
        <a:ea typeface="+mn-ea"/>
        <a:cs typeface="+mn-cs"/>
      </a:defRPr>
    </a:lvl1pPr>
    <a:lvl2pPr marL="457200" algn="l">
      <a:spcBef>
        <a:spcPts val="0"/>
      </a:spcBef>
      <a:spcAft>
        <a:spcPts val="0"/>
      </a:spcAft>
      <a:defRPr sz="1200">
        <a:solidFill>
          <a:schemeClr val="tx1"/>
        </a:solidFill>
        <a:latin typeface="Arial"/>
        <a:ea typeface="+mn-ea"/>
        <a:cs typeface="+mn-cs"/>
      </a:defRPr>
    </a:lvl2pPr>
    <a:lvl3pPr marL="914400" algn="l">
      <a:spcBef>
        <a:spcPts val="0"/>
      </a:spcBef>
      <a:spcAft>
        <a:spcPts val="0"/>
      </a:spcAft>
      <a:defRPr sz="1200">
        <a:solidFill>
          <a:schemeClr val="tx1"/>
        </a:solidFill>
        <a:latin typeface="Arial"/>
        <a:ea typeface="+mn-ea"/>
        <a:cs typeface="+mn-cs"/>
      </a:defRPr>
    </a:lvl3pPr>
    <a:lvl4pPr marL="1371600" algn="l">
      <a:spcBef>
        <a:spcPts val="0"/>
      </a:spcBef>
      <a:spcAft>
        <a:spcPts val="0"/>
      </a:spcAft>
      <a:defRPr sz="1200">
        <a:solidFill>
          <a:schemeClr val="tx1"/>
        </a:solidFill>
        <a:latin typeface="Arial"/>
        <a:ea typeface="+mn-ea"/>
        <a:cs typeface="+mn-cs"/>
      </a:defRPr>
    </a:lvl4pPr>
    <a:lvl5pPr marL="1828800" algn="l">
      <a:spcBef>
        <a:spcPts val="0"/>
      </a:spcBef>
      <a:spcAft>
        <a:spcPts val="0"/>
      </a:spcAft>
      <a:defRPr sz="1200">
        <a:solidFill>
          <a:schemeClr val="tx1"/>
        </a:solidFill>
        <a:latin typeface="Arial"/>
        <a:ea typeface="+mn-ea"/>
        <a:cs typeface="+mn-cs"/>
      </a:defRPr>
    </a:lvl5pPr>
    <a:lvl6pPr marL="2286000" algn="l" defTabSz="914400">
      <a:defRPr sz="1200">
        <a:solidFill>
          <a:schemeClr val="tx1"/>
        </a:solidFill>
        <a:latin typeface="+mn-lt"/>
        <a:ea typeface="+mn-ea"/>
        <a:cs typeface="+mn-cs"/>
      </a:defRPr>
    </a:lvl6pPr>
    <a:lvl7pPr marL="2743200" algn="l" defTabSz="914400">
      <a:defRPr sz="1200">
        <a:solidFill>
          <a:schemeClr val="tx1"/>
        </a:solidFill>
        <a:latin typeface="+mn-lt"/>
        <a:ea typeface="+mn-ea"/>
        <a:cs typeface="+mn-cs"/>
      </a:defRPr>
    </a:lvl7pPr>
    <a:lvl8pPr marL="3200400" algn="l" defTabSz="914400">
      <a:defRPr sz="1200">
        <a:solidFill>
          <a:schemeClr val="tx1"/>
        </a:solidFill>
        <a:latin typeface="+mn-lt"/>
        <a:ea typeface="+mn-ea"/>
        <a:cs typeface="+mn-cs"/>
      </a:defRPr>
    </a:lvl8pPr>
    <a:lvl9pPr marL="3657600" algn="l" defTabSz="914400">
      <a:defRPr sz="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2" Type="http://schemas.openxmlformats.org/officeDocument/2006/relationships/slide" Target="../slides/slide133.xml"/><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2" Type="http://schemas.openxmlformats.org/officeDocument/2006/relationships/slide" Target="../slides/slide134.xml"/><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2" Type="http://schemas.openxmlformats.org/officeDocument/2006/relationships/slide" Target="../slides/slide135.xml"/><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2" Type="http://schemas.openxmlformats.org/officeDocument/2006/relationships/slide" Target="../slides/slide136.xml"/><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2" Type="http://schemas.openxmlformats.org/officeDocument/2006/relationships/slide" Target="../slides/slide137.xml"/><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2" Type="http://schemas.openxmlformats.org/officeDocument/2006/relationships/slide" Target="../slides/slide138.xml"/><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2" Type="http://schemas.openxmlformats.org/officeDocument/2006/relationships/slide" Target="../slides/slide139.xml"/><Relationship Id="rId1"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Id2" Type="http://schemas.openxmlformats.org/officeDocument/2006/relationships/slide" Target="../slides/slide140.xml"/><Relationship Id="rId1" Type="http://schemas.openxmlformats.org/officeDocument/2006/relationships/notesMaster" Target="../notesMasters/notesMaster1.xml"/></Relationships>
</file>

<file path=ppt/notesSlides/_rels/notesSlide141.xml.rels><?xml version="1.0" encoding="UTF-8" standalone="yes" ?><Relationships xmlns="http://schemas.openxmlformats.org/package/2006/relationships"><Relationship Id="rId2" Type="http://schemas.openxmlformats.org/officeDocument/2006/relationships/slide" Target="../slides/slide141.xml"/><Relationship Id="rId1" Type="http://schemas.openxmlformats.org/officeDocument/2006/relationships/notesMaster" Target="../notesMasters/notesMaster1.xml"/></Relationships>
</file>

<file path=ppt/notesSlides/_rels/notesSlide142.xml.rels><?xml version="1.0" encoding="UTF-8" standalone="yes" ?><Relationships xmlns="http://schemas.openxmlformats.org/package/2006/relationships"><Relationship Id="rId2" Type="http://schemas.openxmlformats.org/officeDocument/2006/relationships/slide" Target="../slides/slide142.xml"/><Relationship Id="rId1" Type="http://schemas.openxmlformats.org/officeDocument/2006/relationships/notesMaster" Target="../notesMasters/notesMaster1.xml"/></Relationships>
</file>

<file path=ppt/notesSlides/_rels/notesSlide143.xml.rels><?xml version="1.0" encoding="UTF-8" standalone="yes" ?><Relationships xmlns="http://schemas.openxmlformats.org/package/2006/relationships"><Relationship Id="rId2" Type="http://schemas.openxmlformats.org/officeDocument/2006/relationships/slide" Target="../slides/slide143.xml"/><Relationship Id="rId1" Type="http://schemas.openxmlformats.org/officeDocument/2006/relationships/notesMaster" Target="../notesMasters/notesMaster1.xml"/></Relationships>
</file>

<file path=ppt/notesSlides/_rels/notesSlide144.xml.rels><?xml version="1.0" encoding="UTF-8" standalone="yes" ?><Relationships xmlns="http://schemas.openxmlformats.org/package/2006/relationships"><Relationship Id="rId2" Type="http://schemas.openxmlformats.org/officeDocument/2006/relationships/slide" Target="../slides/slide144.xml"/><Relationship Id="rId1" Type="http://schemas.openxmlformats.org/officeDocument/2006/relationships/notesMaster" Target="../notesMasters/notesMaster1.xml"/></Relationships>
</file>

<file path=ppt/notesSlides/_rels/notesSlide145.xml.rels><?xml version="1.0" encoding="UTF-8" standalone="yes" ?><Relationships xmlns="http://schemas.openxmlformats.org/package/2006/relationships"><Relationship Id="rId2" Type="http://schemas.openxmlformats.org/officeDocument/2006/relationships/slide" Target="../slides/slide145.xml"/><Relationship Id="rId1" Type="http://schemas.openxmlformats.org/officeDocument/2006/relationships/notesMaster" Target="../notesMasters/notesMaster1.xml"/></Relationships>
</file>

<file path=ppt/notesSlides/_rels/notesSlide146.xml.rels><?xml version="1.0" encoding="UTF-8" standalone="yes" ?><Relationships xmlns="http://schemas.openxmlformats.org/package/2006/relationships"><Relationship Id="rId2" Type="http://schemas.openxmlformats.org/officeDocument/2006/relationships/slide" Target="../slides/slide146.xml"/><Relationship Id="rId1" Type="http://schemas.openxmlformats.org/officeDocument/2006/relationships/notesMaster" Target="../notesMasters/notesMaster1.xml"/></Relationships>
</file>

<file path=ppt/notesSlides/_rels/notesSlide147.xml.rels><?xml version="1.0" encoding="UTF-8" standalone="yes" ?><Relationships xmlns="http://schemas.openxmlformats.org/package/2006/relationships"><Relationship Id="rId2" Type="http://schemas.openxmlformats.org/officeDocument/2006/relationships/slide" Target="../slides/slide147.xml"/><Relationship Id="rId1" Type="http://schemas.openxmlformats.org/officeDocument/2006/relationships/notesMaster" Target="../notesMasters/notesMaster1.xml"/></Relationships>
</file>

<file path=ppt/notesSlides/_rels/notesSlide148.xml.rels><?xml version="1.0" encoding="UTF-8" standalone="yes" ?><Relationships xmlns="http://schemas.openxmlformats.org/package/2006/relationships"><Relationship Id="rId2" Type="http://schemas.openxmlformats.org/officeDocument/2006/relationships/slide" Target="../slides/slide14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662041901" name="Rectangle 7"/>
          <p:cNvSpPr>
            <a:spLocks noChangeArrowheads="1" noGrp="1"/>
          </p:cNvSpPr>
          <p:nvPr>
            <p:ph type="sldNum" sz="quarter" idx="5"/>
          </p:nvPr>
        </p:nvSpPr>
        <p:spPr bwMode="auto">
          <a:prstGeom prst="rect">
            <a:avLst/>
          </a:prstGeom>
          <a:noFill/>
          <a:ln/>
        </p:spPr>
        <p:txBody>
          <a:bodyPr/>
          <a:lstStyle>
            <a:lvl1pPr defTabSz="931863">
              <a:spcBef>
                <a:spcPts val="0"/>
              </a:spcBef>
              <a:defRPr sz="1200">
                <a:solidFill>
                  <a:schemeClr val="tx1"/>
                </a:solidFill>
                <a:latin typeface="Arial"/>
              </a:defRPr>
            </a:lvl1pPr>
            <a:lvl2pPr marL="742950" indent="-285750" defTabSz="931863">
              <a:spcBef>
                <a:spcPts val="0"/>
              </a:spcBef>
              <a:defRPr sz="1200">
                <a:solidFill>
                  <a:schemeClr val="tx1"/>
                </a:solidFill>
                <a:latin typeface="Arial"/>
              </a:defRPr>
            </a:lvl2pPr>
            <a:lvl3pPr marL="1143000" indent="-228600" defTabSz="931863">
              <a:spcBef>
                <a:spcPts val="0"/>
              </a:spcBef>
              <a:defRPr sz="1200">
                <a:solidFill>
                  <a:schemeClr val="tx1"/>
                </a:solidFill>
                <a:latin typeface="Arial"/>
              </a:defRPr>
            </a:lvl3pPr>
            <a:lvl4pPr marL="1600200" indent="-228600" defTabSz="931863">
              <a:spcBef>
                <a:spcPts val="0"/>
              </a:spcBef>
              <a:defRPr sz="1200">
                <a:solidFill>
                  <a:schemeClr val="tx1"/>
                </a:solidFill>
                <a:latin typeface="Arial"/>
              </a:defRPr>
            </a:lvl4pPr>
            <a:lvl5pPr marL="2057400" indent="-228600" defTabSz="931863">
              <a:spcBef>
                <a:spcPts val="0"/>
              </a:spcBef>
              <a:defRPr sz="1200">
                <a:solidFill>
                  <a:schemeClr val="tx1"/>
                </a:solidFill>
                <a:latin typeface="Arial"/>
              </a:defRPr>
            </a:lvl5pPr>
            <a:lvl6pPr marL="2514600" indent="-228600" defTabSz="931863">
              <a:spcBef>
                <a:spcPts val="0"/>
              </a:spcBef>
              <a:spcAft>
                <a:spcPts val="0"/>
              </a:spcAft>
              <a:defRPr sz="1200">
                <a:solidFill>
                  <a:schemeClr val="tx1"/>
                </a:solidFill>
                <a:latin typeface="Arial"/>
              </a:defRPr>
            </a:lvl6pPr>
            <a:lvl7pPr marL="2971800" indent="-228600" defTabSz="931863">
              <a:spcBef>
                <a:spcPts val="0"/>
              </a:spcBef>
              <a:spcAft>
                <a:spcPts val="0"/>
              </a:spcAft>
              <a:defRPr sz="1200">
                <a:solidFill>
                  <a:schemeClr val="tx1"/>
                </a:solidFill>
                <a:latin typeface="Arial"/>
              </a:defRPr>
            </a:lvl7pPr>
            <a:lvl8pPr marL="3429000" indent="-228600" defTabSz="931863">
              <a:spcBef>
                <a:spcPts val="0"/>
              </a:spcBef>
              <a:spcAft>
                <a:spcPts val="0"/>
              </a:spcAft>
              <a:defRPr sz="1200">
                <a:solidFill>
                  <a:schemeClr val="tx1"/>
                </a:solidFill>
                <a:latin typeface="Arial"/>
              </a:defRPr>
            </a:lvl8pPr>
            <a:lvl9pPr marL="3886200" indent="-228600" defTabSz="931863">
              <a:spcBef>
                <a:spcPts val="0"/>
              </a:spcBef>
              <a:spcAft>
                <a:spcPts val="0"/>
              </a:spcAft>
              <a:defRPr sz="1200">
                <a:solidFill>
                  <a:schemeClr val="tx1"/>
                </a:solidFill>
                <a:latin typeface="Arial"/>
              </a:defRPr>
            </a:lvl9pPr>
          </a:lstStyle>
          <a:p>
            <a:pPr>
              <a:spcBef>
                <a:spcPts val="0"/>
              </a:spcBef>
              <a:defRPr/>
            </a:pPr>
            <a:fld id="{C7C0FD5E-0C6A-48AA-89AD-461982652D03}" type="slidenum">
              <a:rPr lang="en-US"/>
              <a:t>1</a:t>
            </a:fld>
            <a:endParaRPr lang="en-US"/>
          </a:p>
        </p:txBody>
      </p:sp>
      <p:sp>
        <p:nvSpPr>
          <p:cNvPr id="2017520800" name="Rectangle 2"/>
          <p:cNvSpPr>
            <a:spLocks noChangeArrowheads="1" noChangeAspect="1" noGrp="1" noRot="1" noTextEdit="1"/>
          </p:cNvSpPr>
          <p:nvPr>
            <p:ph type="sldImg"/>
          </p:nvPr>
        </p:nvSpPr>
        <p:spPr bwMode="auto">
          <a:ln/>
        </p:spPr>
      </p:sp>
      <p:sp>
        <p:nvSpPr>
          <p:cNvPr id="1673758929" name="Rectangle 3"/>
          <p:cNvSpPr>
            <a:spLocks noChangeArrowheads="1" noGrp="1"/>
          </p:cNvSpPr>
          <p:nvPr>
            <p:ph type="body" idx="1"/>
          </p:nvPr>
        </p:nvSpPr>
        <p:spPr bwMode="auto">
          <a:prstGeom prst="rect">
            <a:avLst/>
          </a:prstGeom>
          <a:noFill/>
          <a:ln/>
        </p:spPr>
        <p:txBody>
          <a:bodyPr/>
          <a:lstStyle/>
          <a:p>
            <a:pPr>
              <a:defRPr/>
            </a:pPr>
            <a:endParaRPr lang="en-US">
              <a:latin typeface="Arial"/>
            </a:endParaRPr>
          </a:p>
        </p:txBody>
      </p:sp>
    </p:spTree>
  </p:cSld>
</p:notes>
</file>

<file path=ppt/notesSlides/notesSlide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976071341" name="Slide Image Placeholder 1"/>
          <p:cNvSpPr>
            <a:spLocks noChangeAspect="1" noGrp="1" noRot="1"/>
          </p:cNvSpPr>
          <p:nvPr>
            <p:ph type="sldImg"/>
          </p:nvPr>
        </p:nvSpPr>
        <p:spPr bwMode="auto"/>
      </p:sp>
      <p:sp>
        <p:nvSpPr>
          <p:cNvPr id="243190782" name="Notes Placeholder 2"/>
          <p:cNvSpPr>
            <a:spLocks noGrp="1"/>
          </p:cNvSpPr>
          <p:nvPr>
            <p:ph type="body" idx="1"/>
          </p:nvPr>
        </p:nvSpPr>
        <p:spPr bwMode="auto"/>
        <p:txBody>
          <a:bodyPr/>
          <a:lstStyle/>
          <a:p>
            <a:pPr>
              <a:defRPr/>
            </a:pPr>
            <a:endParaRPr/>
          </a:p>
        </p:txBody>
      </p:sp>
      <p:sp>
        <p:nvSpPr>
          <p:cNvPr id="2057493469" name="Slide Number Placeholder 3"/>
          <p:cNvSpPr>
            <a:spLocks noGrp="1"/>
          </p:cNvSpPr>
          <p:nvPr>
            <p:ph type="sldNum" sz="quarter" idx="10"/>
          </p:nvPr>
        </p:nvSpPr>
        <p:spPr bwMode="auto"/>
        <p:txBody>
          <a:bodyPr/>
          <a:lstStyle/>
          <a:p>
            <a:pPr>
              <a:defRPr/>
            </a:pPr>
            <a:fld id="{21F03D9F-B635-8450-0E32-C7733BED0035}" type="slidenum">
              <a:rPr/>
              <a:t/>
            </a:fld>
            <a:endParaRPr/>
          </a:p>
        </p:txBody>
      </p:sp>
    </p:spTree>
  </p:cSld>
</p:notes>
</file>

<file path=ppt/notesSlides/notesSlide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323274328" name="Slide Image Placeholder 1"/>
          <p:cNvSpPr>
            <a:spLocks noChangeAspect="1" noGrp="1" noRot="1"/>
          </p:cNvSpPr>
          <p:nvPr>
            <p:ph type="sldImg"/>
          </p:nvPr>
        </p:nvSpPr>
        <p:spPr bwMode="auto"/>
      </p:sp>
      <p:sp>
        <p:nvSpPr>
          <p:cNvPr id="1402988105" name="Notes Placeholder 2"/>
          <p:cNvSpPr>
            <a:spLocks noGrp="1"/>
          </p:cNvSpPr>
          <p:nvPr>
            <p:ph type="body" idx="1"/>
          </p:nvPr>
        </p:nvSpPr>
        <p:spPr bwMode="auto"/>
        <p:txBody>
          <a:bodyPr/>
          <a:lstStyle/>
          <a:p>
            <a:pPr>
              <a:defRPr/>
            </a:pPr>
            <a:endParaRPr/>
          </a:p>
        </p:txBody>
      </p:sp>
      <p:sp>
        <p:nvSpPr>
          <p:cNvPr id="795481769" name="Slide Number Placeholder 3"/>
          <p:cNvSpPr>
            <a:spLocks noGrp="1"/>
          </p:cNvSpPr>
          <p:nvPr>
            <p:ph type="sldNum" sz="quarter" idx="10"/>
          </p:nvPr>
        </p:nvSpPr>
        <p:spPr bwMode="auto"/>
        <p:txBody>
          <a:bodyPr/>
          <a:lstStyle/>
          <a:p>
            <a:pPr>
              <a:defRPr/>
            </a:pPr>
            <a:fld id="{0C2C6F16-618A-B403-6860-1C70648F155F}" type="slidenum">
              <a:rPr/>
              <a:t/>
            </a:fld>
            <a:endParaRPr/>
          </a:p>
        </p:txBody>
      </p:sp>
    </p:spTree>
  </p:cSld>
</p:notes>
</file>

<file path=ppt/notesSlides/notesSlide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355541523" name="Slide Image Placeholder 1"/>
          <p:cNvSpPr>
            <a:spLocks noChangeAspect="1" noGrp="1" noRot="1"/>
          </p:cNvSpPr>
          <p:nvPr>
            <p:ph type="sldImg"/>
          </p:nvPr>
        </p:nvSpPr>
        <p:spPr bwMode="auto"/>
      </p:sp>
      <p:sp>
        <p:nvSpPr>
          <p:cNvPr id="1541589567" name="Notes Placeholder 2"/>
          <p:cNvSpPr>
            <a:spLocks noGrp="1"/>
          </p:cNvSpPr>
          <p:nvPr>
            <p:ph type="body" idx="1"/>
          </p:nvPr>
        </p:nvSpPr>
        <p:spPr bwMode="auto"/>
        <p:txBody>
          <a:bodyPr/>
          <a:lstStyle/>
          <a:p>
            <a:pPr>
              <a:defRPr/>
            </a:pPr>
            <a:endParaRPr/>
          </a:p>
        </p:txBody>
      </p:sp>
      <p:sp>
        <p:nvSpPr>
          <p:cNvPr id="2112335885" name="Slide Number Placeholder 3"/>
          <p:cNvSpPr>
            <a:spLocks noGrp="1"/>
          </p:cNvSpPr>
          <p:nvPr>
            <p:ph type="sldNum" sz="quarter" idx="10"/>
          </p:nvPr>
        </p:nvSpPr>
        <p:spPr bwMode="auto"/>
        <p:txBody>
          <a:bodyPr/>
          <a:lstStyle/>
          <a:p>
            <a:pPr>
              <a:defRPr/>
            </a:pPr>
            <a:fld id="{977C8B3B-BB16-42B4-B208-30386A5D270D}" type="slidenum">
              <a:rPr/>
              <a:t/>
            </a:fld>
            <a:endParaRPr/>
          </a:p>
        </p:txBody>
      </p:sp>
    </p:spTree>
  </p:cSld>
</p:notes>
</file>

<file path=ppt/notesSlides/notesSlide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22322293" name="Slide Image Placeholder 1"/>
          <p:cNvSpPr>
            <a:spLocks noChangeAspect="1" noGrp="1" noRot="1"/>
          </p:cNvSpPr>
          <p:nvPr>
            <p:ph type="sldImg"/>
          </p:nvPr>
        </p:nvSpPr>
        <p:spPr bwMode="auto"/>
      </p:sp>
      <p:sp>
        <p:nvSpPr>
          <p:cNvPr id="1383478798" name="Notes Placeholder 2"/>
          <p:cNvSpPr>
            <a:spLocks noGrp="1"/>
          </p:cNvSpPr>
          <p:nvPr>
            <p:ph type="body" idx="1"/>
          </p:nvPr>
        </p:nvSpPr>
        <p:spPr bwMode="auto"/>
        <p:txBody>
          <a:bodyPr/>
          <a:lstStyle/>
          <a:p>
            <a:pPr>
              <a:defRPr/>
            </a:pPr>
            <a:endParaRPr/>
          </a:p>
        </p:txBody>
      </p:sp>
      <p:sp>
        <p:nvSpPr>
          <p:cNvPr id="1905006105" name="Slide Number Placeholder 3"/>
          <p:cNvSpPr>
            <a:spLocks noGrp="1"/>
          </p:cNvSpPr>
          <p:nvPr>
            <p:ph type="sldNum" sz="quarter" idx="10"/>
          </p:nvPr>
        </p:nvSpPr>
        <p:spPr bwMode="auto"/>
        <p:txBody>
          <a:bodyPr/>
          <a:lstStyle/>
          <a:p>
            <a:pPr>
              <a:defRPr/>
            </a:pPr>
            <a:fld id="{8A873536-7BF3-EB83-0F99-27F07D0C1C59}" type="slidenum">
              <a:rPr/>
              <a:t/>
            </a:fld>
            <a:endParaRPr/>
          </a:p>
        </p:txBody>
      </p:sp>
    </p:spTree>
  </p:cSld>
</p:notes>
</file>

<file path=ppt/notesSlides/notesSlide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415933840" name="Slide Image Placeholder 1"/>
          <p:cNvSpPr>
            <a:spLocks noChangeAspect="1" noGrp="1" noRot="1"/>
          </p:cNvSpPr>
          <p:nvPr>
            <p:ph type="sldImg"/>
          </p:nvPr>
        </p:nvSpPr>
        <p:spPr bwMode="auto"/>
      </p:sp>
      <p:sp>
        <p:nvSpPr>
          <p:cNvPr id="2122055582" name="Notes Placeholder 2"/>
          <p:cNvSpPr>
            <a:spLocks noGrp="1"/>
          </p:cNvSpPr>
          <p:nvPr>
            <p:ph type="body" idx="1"/>
          </p:nvPr>
        </p:nvSpPr>
        <p:spPr bwMode="auto"/>
        <p:txBody>
          <a:bodyPr/>
          <a:lstStyle/>
          <a:p>
            <a:pPr>
              <a:defRPr/>
            </a:pPr>
            <a:endParaRPr/>
          </a:p>
        </p:txBody>
      </p:sp>
      <p:sp>
        <p:nvSpPr>
          <p:cNvPr id="896079" name="Slide Number Placeholder 3"/>
          <p:cNvSpPr>
            <a:spLocks noGrp="1"/>
          </p:cNvSpPr>
          <p:nvPr>
            <p:ph type="sldNum" sz="quarter" idx="10"/>
          </p:nvPr>
        </p:nvSpPr>
        <p:spPr bwMode="auto"/>
        <p:txBody>
          <a:bodyPr/>
          <a:lstStyle/>
          <a:p>
            <a:pPr>
              <a:defRPr/>
            </a:pPr>
            <a:fld id="{8254DB09-4D46-92B4-931A-7ADA2DD64214}" type="slidenum">
              <a:rPr/>
              <a:t/>
            </a:fld>
            <a:endParaRPr/>
          </a:p>
        </p:txBody>
      </p:sp>
    </p:spTree>
  </p:cSld>
</p:notes>
</file>

<file path=ppt/notesSlides/notesSlide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148220332" name="Slide Image Placeholder 1"/>
          <p:cNvSpPr>
            <a:spLocks noChangeAspect="1" noGrp="1" noRot="1"/>
          </p:cNvSpPr>
          <p:nvPr>
            <p:ph type="sldImg"/>
          </p:nvPr>
        </p:nvSpPr>
        <p:spPr bwMode="auto"/>
      </p:sp>
      <p:sp>
        <p:nvSpPr>
          <p:cNvPr id="42512450" name="Notes Placeholder 2"/>
          <p:cNvSpPr>
            <a:spLocks noGrp="1"/>
          </p:cNvSpPr>
          <p:nvPr>
            <p:ph type="body" idx="1"/>
          </p:nvPr>
        </p:nvSpPr>
        <p:spPr bwMode="auto"/>
        <p:txBody>
          <a:bodyPr/>
          <a:lstStyle/>
          <a:p>
            <a:pPr>
              <a:defRPr/>
            </a:pPr>
            <a:endParaRPr/>
          </a:p>
        </p:txBody>
      </p:sp>
      <p:sp>
        <p:nvSpPr>
          <p:cNvPr id="722981633" name="Slide Number Placeholder 3"/>
          <p:cNvSpPr>
            <a:spLocks noGrp="1"/>
          </p:cNvSpPr>
          <p:nvPr>
            <p:ph type="sldNum" sz="quarter" idx="10"/>
          </p:nvPr>
        </p:nvSpPr>
        <p:spPr bwMode="auto"/>
        <p:txBody>
          <a:bodyPr/>
          <a:lstStyle/>
          <a:p>
            <a:pPr>
              <a:defRPr/>
            </a:pPr>
            <a:fld id="{F29F6D0A-1FAA-7FBE-A509-8FCA6477E8C6}" type="slidenum">
              <a:rPr/>
              <a:t/>
            </a:fld>
            <a:endParaRPr/>
          </a:p>
        </p:txBody>
      </p:sp>
    </p:spTree>
  </p:cSld>
</p:notes>
</file>

<file path=ppt/notesSlides/notesSlide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399809001" name="Slide Image Placeholder 1"/>
          <p:cNvSpPr>
            <a:spLocks noChangeAspect="1" noGrp="1" noRot="1"/>
          </p:cNvSpPr>
          <p:nvPr>
            <p:ph type="sldImg"/>
          </p:nvPr>
        </p:nvSpPr>
        <p:spPr bwMode="auto"/>
      </p:sp>
      <p:sp>
        <p:nvSpPr>
          <p:cNvPr id="745665016" name="Notes Placeholder 2"/>
          <p:cNvSpPr>
            <a:spLocks noGrp="1"/>
          </p:cNvSpPr>
          <p:nvPr>
            <p:ph type="body" idx="1"/>
          </p:nvPr>
        </p:nvSpPr>
        <p:spPr bwMode="auto"/>
        <p:txBody>
          <a:bodyPr/>
          <a:lstStyle/>
          <a:p>
            <a:pPr>
              <a:defRPr/>
            </a:pPr>
            <a:endParaRPr/>
          </a:p>
        </p:txBody>
      </p:sp>
      <p:sp>
        <p:nvSpPr>
          <p:cNvPr id="1795150270" name="Slide Number Placeholder 3"/>
          <p:cNvSpPr>
            <a:spLocks noGrp="1"/>
          </p:cNvSpPr>
          <p:nvPr>
            <p:ph type="sldNum" sz="quarter" idx="10"/>
          </p:nvPr>
        </p:nvSpPr>
        <p:spPr bwMode="auto"/>
        <p:txBody>
          <a:bodyPr/>
          <a:lstStyle/>
          <a:p>
            <a:pPr>
              <a:defRPr/>
            </a:pPr>
            <a:fld id="{24B91EC9-2ECC-35FD-60DA-2F874B856494}" type="slidenum">
              <a:rPr/>
              <a:t/>
            </a:fld>
            <a:endParaRPr/>
          </a:p>
        </p:txBody>
      </p:sp>
    </p:spTree>
  </p:cSld>
</p:notes>
</file>

<file path=ppt/notesSlides/notesSlide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292890726" name="Slide Image Placeholder 1"/>
          <p:cNvSpPr>
            <a:spLocks noChangeAspect="1" noGrp="1" noRot="1"/>
          </p:cNvSpPr>
          <p:nvPr>
            <p:ph type="sldImg"/>
          </p:nvPr>
        </p:nvSpPr>
        <p:spPr bwMode="auto"/>
      </p:sp>
      <p:sp>
        <p:nvSpPr>
          <p:cNvPr id="606782260" name="Notes Placeholder 2"/>
          <p:cNvSpPr>
            <a:spLocks noGrp="1"/>
          </p:cNvSpPr>
          <p:nvPr>
            <p:ph type="body" idx="1"/>
          </p:nvPr>
        </p:nvSpPr>
        <p:spPr bwMode="auto"/>
        <p:txBody>
          <a:bodyPr/>
          <a:lstStyle/>
          <a:p>
            <a:pPr>
              <a:defRPr/>
            </a:pPr>
            <a:endParaRPr/>
          </a:p>
        </p:txBody>
      </p:sp>
      <p:sp>
        <p:nvSpPr>
          <p:cNvPr id="134881695" name="Slide Number Placeholder 3"/>
          <p:cNvSpPr>
            <a:spLocks noGrp="1"/>
          </p:cNvSpPr>
          <p:nvPr>
            <p:ph type="sldNum" sz="quarter" idx="10"/>
          </p:nvPr>
        </p:nvSpPr>
        <p:spPr bwMode="auto"/>
        <p:txBody>
          <a:bodyPr/>
          <a:lstStyle/>
          <a:p>
            <a:pPr>
              <a:defRPr/>
            </a:pPr>
            <a:fld id="{CC8F7E84-B45A-A0FF-F162-3B445CCFB363}" type="slidenum">
              <a:rPr/>
              <a:t/>
            </a:fld>
            <a:endParaRPr/>
          </a:p>
        </p:txBody>
      </p:sp>
    </p:spTree>
  </p:cSld>
</p:notes>
</file>

<file path=ppt/notesSlides/notesSlide1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500771244" name="Slide Image Placeholder 1"/>
          <p:cNvSpPr>
            <a:spLocks noChangeAspect="1" noGrp="1" noRot="1"/>
          </p:cNvSpPr>
          <p:nvPr>
            <p:ph type="sldImg"/>
          </p:nvPr>
        </p:nvSpPr>
        <p:spPr bwMode="auto"/>
      </p:sp>
      <p:sp>
        <p:nvSpPr>
          <p:cNvPr id="1295513277" name="Notes Placeholder 2"/>
          <p:cNvSpPr>
            <a:spLocks noGrp="1"/>
          </p:cNvSpPr>
          <p:nvPr>
            <p:ph type="body" idx="1"/>
          </p:nvPr>
        </p:nvSpPr>
        <p:spPr bwMode="auto"/>
        <p:txBody>
          <a:bodyPr/>
          <a:lstStyle/>
          <a:p>
            <a:pPr>
              <a:defRPr/>
            </a:pPr>
            <a:endParaRPr/>
          </a:p>
        </p:txBody>
      </p:sp>
      <p:sp>
        <p:nvSpPr>
          <p:cNvPr id="270149492" name="Slide Number Placeholder 3"/>
          <p:cNvSpPr>
            <a:spLocks noGrp="1"/>
          </p:cNvSpPr>
          <p:nvPr>
            <p:ph type="sldNum" sz="quarter" idx="10"/>
          </p:nvPr>
        </p:nvSpPr>
        <p:spPr bwMode="auto"/>
        <p:txBody>
          <a:bodyPr/>
          <a:lstStyle/>
          <a:p>
            <a:pPr>
              <a:defRPr/>
            </a:pPr>
            <a:fld id="{0071D456-6410-B5A3-F8AF-CFF24C0C8CD2}" type="slidenum">
              <a:rPr/>
              <a:t/>
            </a:fld>
            <a:endParaRPr/>
          </a:p>
        </p:txBody>
      </p:sp>
    </p:spTree>
  </p:cSld>
</p:notes>
</file>

<file path=ppt/notesSlides/notesSlide1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074297740" name="Slide Image Placeholder 1"/>
          <p:cNvSpPr>
            <a:spLocks noChangeAspect="1" noGrp="1" noRot="1"/>
          </p:cNvSpPr>
          <p:nvPr>
            <p:ph type="sldImg"/>
          </p:nvPr>
        </p:nvSpPr>
        <p:spPr bwMode="auto"/>
      </p:sp>
      <p:sp>
        <p:nvSpPr>
          <p:cNvPr id="811687980" name="Notes Placeholder 2"/>
          <p:cNvSpPr>
            <a:spLocks noGrp="1"/>
          </p:cNvSpPr>
          <p:nvPr>
            <p:ph type="body" idx="1"/>
          </p:nvPr>
        </p:nvSpPr>
        <p:spPr bwMode="auto"/>
        <p:txBody>
          <a:bodyPr/>
          <a:lstStyle/>
          <a:p>
            <a:pPr>
              <a:defRPr/>
            </a:pPr>
            <a:endParaRPr/>
          </a:p>
        </p:txBody>
      </p:sp>
      <p:sp>
        <p:nvSpPr>
          <p:cNvPr id="2099513675" name="Slide Number Placeholder 3"/>
          <p:cNvSpPr>
            <a:spLocks noGrp="1"/>
          </p:cNvSpPr>
          <p:nvPr>
            <p:ph type="sldNum" sz="quarter" idx="10"/>
          </p:nvPr>
        </p:nvSpPr>
        <p:spPr bwMode="auto"/>
        <p:txBody>
          <a:bodyPr/>
          <a:lstStyle/>
          <a:p>
            <a:pPr>
              <a:defRPr/>
            </a:pPr>
            <a:fld id="{F671E5DC-0581-81FE-E6E9-1CB2B27CCB28}" type="slidenum">
              <a:rPr/>
              <a:t/>
            </a:fld>
            <a:endParaRPr/>
          </a:p>
        </p:txBody>
      </p:sp>
    </p:spTree>
  </p:cSld>
</p:notes>
</file>

<file path=ppt/notesSlides/notesSlide1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122286894" name="Slide Image Placeholder 1"/>
          <p:cNvSpPr>
            <a:spLocks noChangeAspect="1" noGrp="1" noRot="1"/>
          </p:cNvSpPr>
          <p:nvPr>
            <p:ph type="sldImg"/>
          </p:nvPr>
        </p:nvSpPr>
        <p:spPr bwMode="auto"/>
      </p:sp>
      <p:sp>
        <p:nvSpPr>
          <p:cNvPr id="1206846474" name="Notes Placeholder 2"/>
          <p:cNvSpPr>
            <a:spLocks noGrp="1"/>
          </p:cNvSpPr>
          <p:nvPr>
            <p:ph type="body" idx="1"/>
          </p:nvPr>
        </p:nvSpPr>
        <p:spPr bwMode="auto"/>
        <p:txBody>
          <a:bodyPr/>
          <a:lstStyle/>
          <a:p>
            <a:pPr>
              <a:defRPr/>
            </a:pPr>
            <a:endParaRPr/>
          </a:p>
        </p:txBody>
      </p:sp>
      <p:sp>
        <p:nvSpPr>
          <p:cNvPr id="1333178240" name="Slide Number Placeholder 3"/>
          <p:cNvSpPr>
            <a:spLocks noGrp="1"/>
          </p:cNvSpPr>
          <p:nvPr>
            <p:ph type="sldNum" sz="quarter" idx="10"/>
          </p:nvPr>
        </p:nvSpPr>
        <p:spPr bwMode="auto"/>
        <p:txBody>
          <a:bodyPr/>
          <a:lstStyle/>
          <a:p>
            <a:pPr>
              <a:defRPr/>
            </a:pPr>
            <a:fld id="{8E35FE0B-C990-FB95-4F17-5DD135972F31}" type="slidenum">
              <a:rPr/>
              <a:t/>
            </a:fld>
            <a:endParaRPr/>
          </a:p>
        </p:txBody>
      </p:sp>
    </p:spTree>
  </p:cSld>
</p:notes>
</file>

<file path=ppt/notesSlides/notesSlide1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783454822" name="Slide Image Placeholder 1"/>
          <p:cNvSpPr>
            <a:spLocks noChangeAspect="1" noGrp="1" noRot="1"/>
          </p:cNvSpPr>
          <p:nvPr>
            <p:ph type="sldImg"/>
          </p:nvPr>
        </p:nvSpPr>
        <p:spPr bwMode="auto"/>
      </p:sp>
      <p:sp>
        <p:nvSpPr>
          <p:cNvPr id="106310395" name="Notes Placeholder 2"/>
          <p:cNvSpPr>
            <a:spLocks noGrp="1"/>
          </p:cNvSpPr>
          <p:nvPr>
            <p:ph type="body" idx="1"/>
          </p:nvPr>
        </p:nvSpPr>
        <p:spPr bwMode="auto"/>
        <p:txBody>
          <a:bodyPr/>
          <a:lstStyle/>
          <a:p>
            <a:pPr>
              <a:defRPr/>
            </a:pPr>
            <a:endParaRPr/>
          </a:p>
        </p:txBody>
      </p:sp>
      <p:sp>
        <p:nvSpPr>
          <p:cNvPr id="1388977910" name="Slide Number Placeholder 3"/>
          <p:cNvSpPr>
            <a:spLocks noGrp="1"/>
          </p:cNvSpPr>
          <p:nvPr>
            <p:ph type="sldNum" sz="quarter" idx="10"/>
          </p:nvPr>
        </p:nvSpPr>
        <p:spPr bwMode="auto"/>
        <p:txBody>
          <a:bodyPr/>
          <a:lstStyle/>
          <a:p>
            <a:pPr>
              <a:defRPr/>
            </a:pPr>
            <a:fld id="{B1E31DB6-7742-1D9B-A4E9-8EAB7A8E2CE7}" type="slidenum">
              <a:rPr/>
              <a:t/>
            </a:fld>
            <a:endParaRPr/>
          </a:p>
        </p:txBody>
      </p:sp>
    </p:spTree>
  </p:cSld>
</p:notes>
</file>

<file path=ppt/notesSlides/notesSlide1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523567865" name="Slide Image Placeholder 1"/>
          <p:cNvSpPr>
            <a:spLocks noChangeAspect="1" noGrp="1" noRot="1"/>
          </p:cNvSpPr>
          <p:nvPr>
            <p:ph type="sldImg"/>
          </p:nvPr>
        </p:nvSpPr>
        <p:spPr bwMode="auto"/>
      </p:sp>
      <p:sp>
        <p:nvSpPr>
          <p:cNvPr id="2013349657" name="Notes Placeholder 2"/>
          <p:cNvSpPr>
            <a:spLocks noGrp="1"/>
          </p:cNvSpPr>
          <p:nvPr>
            <p:ph type="body" idx="1"/>
          </p:nvPr>
        </p:nvSpPr>
        <p:spPr bwMode="auto"/>
        <p:txBody>
          <a:bodyPr/>
          <a:lstStyle/>
          <a:p>
            <a:pPr>
              <a:defRPr/>
            </a:pPr>
            <a:endParaRPr/>
          </a:p>
        </p:txBody>
      </p:sp>
      <p:sp>
        <p:nvSpPr>
          <p:cNvPr id="1233598075" name="Slide Number Placeholder 3"/>
          <p:cNvSpPr>
            <a:spLocks noGrp="1"/>
          </p:cNvSpPr>
          <p:nvPr>
            <p:ph type="sldNum" sz="quarter" idx="10"/>
          </p:nvPr>
        </p:nvSpPr>
        <p:spPr bwMode="auto"/>
        <p:txBody>
          <a:bodyPr/>
          <a:lstStyle/>
          <a:p>
            <a:pPr>
              <a:defRPr/>
            </a:pPr>
            <a:fld id="{99BEDB4C-FF1F-E0C5-056C-9A0E086E0519}" type="slidenum">
              <a:rPr/>
              <a:t/>
            </a:fld>
            <a:endParaRPr/>
          </a:p>
        </p:txBody>
      </p:sp>
    </p:spTree>
  </p:cSld>
</p:notes>
</file>

<file path=ppt/notesSlides/notesSlide1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106147166" name="Slide Image Placeholder 1"/>
          <p:cNvSpPr>
            <a:spLocks noChangeArrowheads="1" noChangeAspect="1" noGrp="1" noRot="1" noTextEdit="1"/>
          </p:cNvSpPr>
          <p:nvPr>
            <p:ph type="sldImg"/>
          </p:nvPr>
        </p:nvSpPr>
        <p:spPr bwMode="auto">
          <a:ln/>
        </p:spPr>
      </p:sp>
      <p:sp>
        <p:nvSpPr>
          <p:cNvPr id="2087950299" name="Notes Placeholder 2"/>
          <p:cNvSpPr>
            <a:spLocks noChangeArrowheads="1" noGrp="1"/>
          </p:cNvSpPr>
          <p:nvPr>
            <p:ph type="body" idx="1"/>
          </p:nvPr>
        </p:nvSpPr>
        <p:spPr bwMode="auto">
          <a:prstGeom prst="rect">
            <a:avLst/>
          </a:prstGeom>
          <a:noFill/>
          <a:ln/>
        </p:spPr>
        <p:txBody>
          <a:bodyPr/>
          <a:lstStyle/>
          <a:p>
            <a:pPr>
              <a:defRPr/>
            </a:pPr>
            <a:endParaRPr lang="en-US">
              <a:latin typeface="Arial"/>
              <a:cs typeface="Arial"/>
            </a:endParaRPr>
          </a:p>
        </p:txBody>
      </p:sp>
      <p:sp>
        <p:nvSpPr>
          <p:cNvPr id="949593002" name="Slide Number Placeholder 3"/>
          <p:cNvSpPr>
            <a:spLocks noChangeArrowheads="1" noGrp="1"/>
          </p:cNvSpPr>
          <p:nvPr>
            <p:ph type="sldNum" sz="quarter" idx="5"/>
          </p:nvPr>
        </p:nvSpPr>
        <p:spPr bwMode="auto">
          <a:prstGeom prst="rect">
            <a:avLst/>
          </a:prstGeom>
          <a:noFill/>
          <a:ln/>
        </p:spPr>
        <p:txBody>
          <a:bodyPr/>
          <a:lstStyle>
            <a:lvl1pPr defTabSz="931863">
              <a:defRPr sz="2400">
                <a:solidFill>
                  <a:schemeClr val="tx1"/>
                </a:solidFill>
                <a:latin typeface="Arial"/>
              </a:defRPr>
            </a:lvl1pPr>
            <a:lvl2pPr marL="742950" indent="-285750" defTabSz="931863">
              <a:defRPr sz="2400">
                <a:solidFill>
                  <a:schemeClr val="tx1"/>
                </a:solidFill>
                <a:latin typeface="Arial"/>
              </a:defRPr>
            </a:lvl2pPr>
            <a:lvl3pPr marL="1143000" indent="-228600" defTabSz="931863">
              <a:defRPr sz="2400">
                <a:solidFill>
                  <a:schemeClr val="tx1"/>
                </a:solidFill>
                <a:latin typeface="Arial"/>
              </a:defRPr>
            </a:lvl3pPr>
            <a:lvl4pPr marL="1600200" indent="-228600" defTabSz="931863">
              <a:defRPr sz="2400">
                <a:solidFill>
                  <a:schemeClr val="tx1"/>
                </a:solidFill>
                <a:latin typeface="Arial"/>
              </a:defRPr>
            </a:lvl4pPr>
            <a:lvl5pPr marL="2057400" indent="-228600" defTabSz="931863">
              <a:defRPr sz="2400">
                <a:solidFill>
                  <a:schemeClr val="tx1"/>
                </a:solidFill>
                <a:latin typeface="Arial"/>
              </a:defRPr>
            </a:lvl5pPr>
            <a:lvl6pPr marL="2514600" indent="-228600" defTabSz="931863">
              <a:spcBef>
                <a:spcPts val="0"/>
              </a:spcBef>
              <a:spcAft>
                <a:spcPts val="0"/>
              </a:spcAft>
              <a:defRPr sz="2400">
                <a:solidFill>
                  <a:schemeClr val="tx1"/>
                </a:solidFill>
                <a:latin typeface="Arial"/>
              </a:defRPr>
            </a:lvl6pPr>
            <a:lvl7pPr marL="2971800" indent="-228600" defTabSz="931863">
              <a:spcBef>
                <a:spcPts val="0"/>
              </a:spcBef>
              <a:spcAft>
                <a:spcPts val="0"/>
              </a:spcAft>
              <a:defRPr sz="2400">
                <a:solidFill>
                  <a:schemeClr val="tx1"/>
                </a:solidFill>
                <a:latin typeface="Arial"/>
              </a:defRPr>
            </a:lvl7pPr>
            <a:lvl8pPr marL="3429000" indent="-228600" defTabSz="931863">
              <a:spcBef>
                <a:spcPts val="0"/>
              </a:spcBef>
              <a:spcAft>
                <a:spcPts val="0"/>
              </a:spcAft>
              <a:defRPr sz="2400">
                <a:solidFill>
                  <a:schemeClr val="tx1"/>
                </a:solidFill>
                <a:latin typeface="Arial"/>
              </a:defRPr>
            </a:lvl8pPr>
            <a:lvl9pPr marL="3886200" indent="-228600" defTabSz="931863">
              <a:spcBef>
                <a:spcPts val="0"/>
              </a:spcBef>
              <a:spcAft>
                <a:spcPts val="0"/>
              </a:spcAft>
              <a:defRPr sz="2400">
                <a:solidFill>
                  <a:schemeClr val="tx1"/>
                </a:solidFill>
                <a:latin typeface="Arial"/>
              </a:defRPr>
            </a:lvl9pPr>
          </a:lstStyle>
          <a:p>
            <a:pPr>
              <a:defRPr/>
            </a:pPr>
            <a:fld id="{049CC394-CFAB-493E-B2F0-206F7DC8D4AA}" type="slidenum">
              <a:rPr lang="en-US" sz="1200">
                <a:cs typeface="Arial"/>
              </a:rPr>
              <a:t>15</a:t>
            </a:fld>
            <a:endParaRPr lang="en-US" sz="1200">
              <a:cs typeface="Arial"/>
            </a:endParaRPr>
          </a:p>
        </p:txBody>
      </p:sp>
    </p:spTree>
  </p:cSld>
</p:notes>
</file>

<file path=ppt/notesSlides/notesSlide1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874443358" name="Slide Image Placeholder 1"/>
          <p:cNvSpPr>
            <a:spLocks noChangeAspect="1" noGrp="1" noRot="1"/>
          </p:cNvSpPr>
          <p:nvPr>
            <p:ph type="sldImg"/>
          </p:nvPr>
        </p:nvSpPr>
        <p:spPr bwMode="auto"/>
      </p:sp>
      <p:sp>
        <p:nvSpPr>
          <p:cNvPr id="58630092" name="Notes Placeholder 2"/>
          <p:cNvSpPr>
            <a:spLocks noGrp="1"/>
          </p:cNvSpPr>
          <p:nvPr>
            <p:ph type="body" idx="1"/>
          </p:nvPr>
        </p:nvSpPr>
        <p:spPr bwMode="auto"/>
        <p:txBody>
          <a:bodyPr/>
          <a:lstStyle/>
          <a:p>
            <a:pPr>
              <a:defRPr/>
            </a:pPr>
            <a:endParaRPr/>
          </a:p>
        </p:txBody>
      </p:sp>
      <p:sp>
        <p:nvSpPr>
          <p:cNvPr id="1509218934" name="Slide Number Placeholder 3"/>
          <p:cNvSpPr>
            <a:spLocks noGrp="1"/>
          </p:cNvSpPr>
          <p:nvPr>
            <p:ph type="sldNum" sz="quarter" idx="10"/>
          </p:nvPr>
        </p:nvSpPr>
        <p:spPr bwMode="auto"/>
        <p:txBody>
          <a:bodyPr/>
          <a:lstStyle/>
          <a:p>
            <a:pPr>
              <a:defRPr/>
            </a:pPr>
            <a:fld id="{DA18FC8D-06BB-82F5-A5C5-A865ECD02085}" type="slidenum">
              <a:rPr/>
              <a:t/>
            </a:fld>
            <a:endParaRPr/>
          </a:p>
        </p:txBody>
      </p:sp>
    </p:spTree>
  </p:cSld>
</p:notes>
</file>

<file path=ppt/notesSlides/notesSlide1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460324411" name="Slide Image Placeholder 1"/>
          <p:cNvSpPr>
            <a:spLocks noChangeAspect="1" noGrp="1" noRot="1"/>
          </p:cNvSpPr>
          <p:nvPr>
            <p:ph type="sldImg"/>
          </p:nvPr>
        </p:nvSpPr>
        <p:spPr bwMode="auto"/>
      </p:sp>
      <p:sp>
        <p:nvSpPr>
          <p:cNvPr id="1418269962" name="Notes Placeholder 2"/>
          <p:cNvSpPr>
            <a:spLocks noGrp="1"/>
          </p:cNvSpPr>
          <p:nvPr>
            <p:ph type="body" idx="1"/>
          </p:nvPr>
        </p:nvSpPr>
        <p:spPr bwMode="auto"/>
        <p:txBody>
          <a:bodyPr/>
          <a:lstStyle/>
          <a:p>
            <a:pPr>
              <a:defRPr/>
            </a:pPr>
            <a:endParaRPr/>
          </a:p>
        </p:txBody>
      </p:sp>
      <p:sp>
        <p:nvSpPr>
          <p:cNvPr id="272827855" name="Slide Number Placeholder 3"/>
          <p:cNvSpPr>
            <a:spLocks noGrp="1"/>
          </p:cNvSpPr>
          <p:nvPr>
            <p:ph type="sldNum" sz="quarter" idx="10"/>
          </p:nvPr>
        </p:nvSpPr>
        <p:spPr bwMode="auto"/>
        <p:txBody>
          <a:bodyPr/>
          <a:lstStyle/>
          <a:p>
            <a:pPr>
              <a:defRPr/>
            </a:pPr>
            <a:fld id="{32E458A4-35C3-F20A-C9ED-087666392330}" type="slidenum">
              <a:rPr/>
              <a:t/>
            </a:fld>
            <a:endParaRPr/>
          </a:p>
        </p:txBody>
      </p:sp>
    </p:spTree>
  </p:cSld>
</p:notes>
</file>

<file path=ppt/notesSlides/notesSlide1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464661691" name="Slide Image Placeholder 1"/>
          <p:cNvSpPr>
            <a:spLocks noChangeAspect="1" noGrp="1" noRot="1"/>
          </p:cNvSpPr>
          <p:nvPr>
            <p:ph type="sldImg"/>
          </p:nvPr>
        </p:nvSpPr>
        <p:spPr bwMode="auto"/>
      </p:sp>
      <p:sp>
        <p:nvSpPr>
          <p:cNvPr id="2120820519" name="Notes Placeholder 2"/>
          <p:cNvSpPr>
            <a:spLocks noGrp="1"/>
          </p:cNvSpPr>
          <p:nvPr>
            <p:ph type="body" idx="1"/>
          </p:nvPr>
        </p:nvSpPr>
        <p:spPr bwMode="auto"/>
        <p:txBody>
          <a:bodyPr/>
          <a:lstStyle/>
          <a:p>
            <a:pPr>
              <a:defRPr/>
            </a:pPr>
            <a:endParaRPr/>
          </a:p>
        </p:txBody>
      </p:sp>
      <p:sp>
        <p:nvSpPr>
          <p:cNvPr id="2106622290" name="Slide Number Placeholder 3"/>
          <p:cNvSpPr>
            <a:spLocks noGrp="1"/>
          </p:cNvSpPr>
          <p:nvPr>
            <p:ph type="sldNum" sz="quarter" idx="10"/>
          </p:nvPr>
        </p:nvSpPr>
        <p:spPr bwMode="auto"/>
        <p:txBody>
          <a:bodyPr/>
          <a:lstStyle/>
          <a:p>
            <a:pPr>
              <a:defRPr/>
            </a:pPr>
            <a:fld id="{031CA4C5-7B39-72B4-8695-B45D27950475}" type="slidenum">
              <a:rPr/>
              <a:t/>
            </a:fld>
            <a:endParaRPr/>
          </a:p>
        </p:txBody>
      </p:sp>
    </p:spTree>
  </p:cSld>
</p:notes>
</file>

<file path=ppt/notesSlides/notesSlide1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24410093" name="Slide Image Placeholder 1"/>
          <p:cNvSpPr>
            <a:spLocks noChangeAspect="1" noGrp="1" noRot="1"/>
          </p:cNvSpPr>
          <p:nvPr>
            <p:ph type="sldImg"/>
          </p:nvPr>
        </p:nvSpPr>
        <p:spPr bwMode="auto"/>
      </p:sp>
      <p:sp>
        <p:nvSpPr>
          <p:cNvPr id="890203684" name="Notes Placeholder 2"/>
          <p:cNvSpPr>
            <a:spLocks noGrp="1"/>
          </p:cNvSpPr>
          <p:nvPr>
            <p:ph type="body" idx="1"/>
          </p:nvPr>
        </p:nvSpPr>
        <p:spPr bwMode="auto"/>
        <p:txBody>
          <a:bodyPr/>
          <a:lstStyle/>
          <a:p>
            <a:pPr>
              <a:defRPr/>
            </a:pPr>
            <a:endParaRPr/>
          </a:p>
        </p:txBody>
      </p:sp>
      <p:sp>
        <p:nvSpPr>
          <p:cNvPr id="898934635" name="Slide Number Placeholder 3"/>
          <p:cNvSpPr>
            <a:spLocks noGrp="1"/>
          </p:cNvSpPr>
          <p:nvPr>
            <p:ph type="sldNum" sz="quarter" idx="10"/>
          </p:nvPr>
        </p:nvSpPr>
        <p:spPr bwMode="auto"/>
        <p:txBody>
          <a:bodyPr/>
          <a:lstStyle/>
          <a:p>
            <a:pPr>
              <a:defRPr/>
            </a:pPr>
            <a:fld id="{400CEF10-6D1B-DEC0-AC50-AC7E56AF9B13}" type="slidenum">
              <a:rPr/>
              <a:t/>
            </a:fld>
            <a:endParaRPr/>
          </a:p>
        </p:txBody>
      </p:sp>
    </p:spTree>
  </p:cSld>
</p:notes>
</file>

<file path=ppt/notesSlides/notesSlide2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027268508" name="Slide Image Placeholder 1"/>
          <p:cNvSpPr>
            <a:spLocks noChangeAspect="1" noGrp="1" noRot="1"/>
          </p:cNvSpPr>
          <p:nvPr>
            <p:ph type="sldImg"/>
          </p:nvPr>
        </p:nvSpPr>
        <p:spPr bwMode="auto"/>
      </p:sp>
      <p:sp>
        <p:nvSpPr>
          <p:cNvPr id="910172707" name="Notes Placeholder 2"/>
          <p:cNvSpPr>
            <a:spLocks noGrp="1"/>
          </p:cNvSpPr>
          <p:nvPr>
            <p:ph type="body" idx="1"/>
          </p:nvPr>
        </p:nvSpPr>
        <p:spPr bwMode="auto"/>
        <p:txBody>
          <a:bodyPr/>
          <a:lstStyle/>
          <a:p>
            <a:pPr>
              <a:defRPr/>
            </a:pPr>
            <a:endParaRPr/>
          </a:p>
        </p:txBody>
      </p:sp>
      <p:sp>
        <p:nvSpPr>
          <p:cNvPr id="1737023621" name="Slide Number Placeholder 3"/>
          <p:cNvSpPr>
            <a:spLocks noGrp="1"/>
          </p:cNvSpPr>
          <p:nvPr>
            <p:ph type="sldNum" sz="quarter" idx="10"/>
          </p:nvPr>
        </p:nvSpPr>
        <p:spPr bwMode="auto"/>
        <p:txBody>
          <a:bodyPr/>
          <a:lstStyle/>
          <a:p>
            <a:pPr>
              <a:defRPr/>
            </a:pPr>
            <a:fld id="{67DDBF44-B01F-EC06-51BD-AFB5686ADD1D}" type="slidenum">
              <a:rPr/>
              <a:t/>
            </a:fld>
            <a:endParaRPr/>
          </a:p>
        </p:txBody>
      </p:sp>
    </p:spTree>
  </p:cSld>
</p:notes>
</file>

<file path=ppt/notesSlides/notesSlide2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56876203" name="Slide Image Placeholder 1"/>
          <p:cNvSpPr>
            <a:spLocks noChangeAspect="1" noGrp="1" noRot="1"/>
          </p:cNvSpPr>
          <p:nvPr>
            <p:ph type="sldImg"/>
          </p:nvPr>
        </p:nvSpPr>
        <p:spPr bwMode="auto"/>
      </p:sp>
      <p:sp>
        <p:nvSpPr>
          <p:cNvPr id="1350705529" name="Notes Placeholder 2"/>
          <p:cNvSpPr>
            <a:spLocks noGrp="1"/>
          </p:cNvSpPr>
          <p:nvPr>
            <p:ph type="body" idx="1"/>
          </p:nvPr>
        </p:nvSpPr>
        <p:spPr bwMode="auto"/>
        <p:txBody>
          <a:bodyPr/>
          <a:lstStyle/>
          <a:p>
            <a:pPr>
              <a:defRPr/>
            </a:pPr>
            <a:endParaRPr/>
          </a:p>
        </p:txBody>
      </p:sp>
      <p:sp>
        <p:nvSpPr>
          <p:cNvPr id="1941515496" name="Slide Number Placeholder 3"/>
          <p:cNvSpPr>
            <a:spLocks noGrp="1"/>
          </p:cNvSpPr>
          <p:nvPr>
            <p:ph type="sldNum" sz="quarter" idx="10"/>
          </p:nvPr>
        </p:nvSpPr>
        <p:spPr bwMode="auto"/>
        <p:txBody>
          <a:bodyPr/>
          <a:lstStyle/>
          <a:p>
            <a:pPr>
              <a:defRPr/>
            </a:pPr>
            <a:fld id="{628B7267-8C76-1F8A-293A-7305124B35BB}" type="slidenum">
              <a:rPr/>
              <a:t/>
            </a:fld>
            <a:endParaRPr/>
          </a:p>
        </p:txBody>
      </p:sp>
    </p:spTree>
  </p:cSld>
</p:notes>
</file>

<file path=ppt/notesSlides/notesSlide2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936077246" name="Slide Image Placeholder 1"/>
          <p:cNvSpPr>
            <a:spLocks noChangeAspect="1" noGrp="1" noRot="1"/>
          </p:cNvSpPr>
          <p:nvPr>
            <p:ph type="sldImg"/>
          </p:nvPr>
        </p:nvSpPr>
        <p:spPr bwMode="auto"/>
      </p:sp>
      <p:sp>
        <p:nvSpPr>
          <p:cNvPr id="1643436841" name="Notes Placeholder 2"/>
          <p:cNvSpPr>
            <a:spLocks noGrp="1"/>
          </p:cNvSpPr>
          <p:nvPr>
            <p:ph type="body" idx="1"/>
          </p:nvPr>
        </p:nvSpPr>
        <p:spPr bwMode="auto"/>
        <p:txBody>
          <a:bodyPr/>
          <a:lstStyle/>
          <a:p>
            <a:pPr>
              <a:defRPr/>
            </a:pPr>
            <a:endParaRPr/>
          </a:p>
        </p:txBody>
      </p:sp>
      <p:sp>
        <p:nvSpPr>
          <p:cNvPr id="121641109" name="Slide Number Placeholder 3"/>
          <p:cNvSpPr>
            <a:spLocks noGrp="1"/>
          </p:cNvSpPr>
          <p:nvPr>
            <p:ph type="sldNum" sz="quarter" idx="10"/>
          </p:nvPr>
        </p:nvSpPr>
        <p:spPr bwMode="auto"/>
        <p:txBody>
          <a:bodyPr/>
          <a:lstStyle/>
          <a:p>
            <a:pPr>
              <a:defRPr/>
            </a:pPr>
            <a:fld id="{41A23A20-4F07-50BE-1E5E-012C28844878}" type="slidenum">
              <a:rPr/>
              <a:t/>
            </a:fld>
            <a:endParaRPr/>
          </a:p>
        </p:txBody>
      </p:sp>
    </p:spTree>
  </p:cSld>
</p:notes>
</file>

<file path=ppt/notesSlides/notesSlide2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809928478" name="Slide Image Placeholder 1"/>
          <p:cNvSpPr>
            <a:spLocks noChangeAspect="1" noGrp="1" noRot="1"/>
          </p:cNvSpPr>
          <p:nvPr>
            <p:ph type="sldImg"/>
          </p:nvPr>
        </p:nvSpPr>
        <p:spPr bwMode="auto"/>
      </p:sp>
      <p:sp>
        <p:nvSpPr>
          <p:cNvPr id="1193525564" name="Notes Placeholder 2"/>
          <p:cNvSpPr>
            <a:spLocks noGrp="1"/>
          </p:cNvSpPr>
          <p:nvPr>
            <p:ph type="body" idx="1"/>
          </p:nvPr>
        </p:nvSpPr>
        <p:spPr bwMode="auto"/>
        <p:txBody>
          <a:bodyPr/>
          <a:lstStyle/>
          <a:p>
            <a:pPr>
              <a:defRPr/>
            </a:pPr>
            <a:endParaRPr/>
          </a:p>
        </p:txBody>
      </p:sp>
      <p:sp>
        <p:nvSpPr>
          <p:cNvPr id="823621864" name="Slide Number Placeholder 3"/>
          <p:cNvSpPr>
            <a:spLocks noGrp="1"/>
          </p:cNvSpPr>
          <p:nvPr>
            <p:ph type="sldNum" sz="quarter" idx="10"/>
          </p:nvPr>
        </p:nvSpPr>
        <p:spPr bwMode="auto"/>
        <p:txBody>
          <a:bodyPr/>
          <a:lstStyle/>
          <a:p>
            <a:pPr>
              <a:defRPr/>
            </a:pPr>
            <a:fld id="{0F3FCCB3-73CC-D4F1-964B-7A3C4E5A5DA8}" type="slidenum">
              <a:rPr/>
              <a:t/>
            </a:fld>
            <a:endParaRPr/>
          </a:p>
        </p:txBody>
      </p:sp>
    </p:spTree>
  </p:cSld>
</p:notes>
</file>

<file path=ppt/notesSlides/notesSlide2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366482901" name="Slide Image Placeholder 1"/>
          <p:cNvSpPr>
            <a:spLocks noChangeAspect="1" noGrp="1" noRot="1"/>
          </p:cNvSpPr>
          <p:nvPr>
            <p:ph type="sldImg"/>
          </p:nvPr>
        </p:nvSpPr>
        <p:spPr bwMode="auto"/>
      </p:sp>
      <p:sp>
        <p:nvSpPr>
          <p:cNvPr id="905392071" name="Notes Placeholder 2"/>
          <p:cNvSpPr>
            <a:spLocks noGrp="1"/>
          </p:cNvSpPr>
          <p:nvPr>
            <p:ph type="body" idx="1"/>
          </p:nvPr>
        </p:nvSpPr>
        <p:spPr bwMode="auto"/>
        <p:txBody>
          <a:bodyPr/>
          <a:lstStyle/>
          <a:p>
            <a:pPr>
              <a:defRPr/>
            </a:pPr>
            <a:endParaRPr/>
          </a:p>
        </p:txBody>
      </p:sp>
      <p:sp>
        <p:nvSpPr>
          <p:cNvPr id="1831684128" name="Slide Number Placeholder 3"/>
          <p:cNvSpPr>
            <a:spLocks noGrp="1"/>
          </p:cNvSpPr>
          <p:nvPr>
            <p:ph type="sldNum" sz="quarter" idx="10"/>
          </p:nvPr>
        </p:nvSpPr>
        <p:spPr bwMode="auto"/>
        <p:txBody>
          <a:bodyPr/>
          <a:lstStyle/>
          <a:p>
            <a:pPr>
              <a:defRPr/>
            </a:pPr>
            <a:fld id="{C3797034-A9C9-E85A-2616-408F8AC4944A}" type="slidenum">
              <a:rPr/>
              <a:t/>
            </a:fld>
            <a:endParaRPr/>
          </a:p>
        </p:txBody>
      </p:sp>
    </p:spTree>
  </p:cSld>
</p:notes>
</file>

<file path=ppt/notesSlides/notesSlide2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016168066" name="Slide Image Placeholder 1"/>
          <p:cNvSpPr>
            <a:spLocks noChangeAspect="1" noGrp="1" noRot="1"/>
          </p:cNvSpPr>
          <p:nvPr>
            <p:ph type="sldImg"/>
          </p:nvPr>
        </p:nvSpPr>
        <p:spPr bwMode="auto"/>
      </p:sp>
      <p:sp>
        <p:nvSpPr>
          <p:cNvPr id="1062069958" name="Notes Placeholder 2"/>
          <p:cNvSpPr>
            <a:spLocks noGrp="1"/>
          </p:cNvSpPr>
          <p:nvPr>
            <p:ph type="body" idx="1"/>
          </p:nvPr>
        </p:nvSpPr>
        <p:spPr bwMode="auto"/>
        <p:txBody>
          <a:bodyPr/>
          <a:lstStyle/>
          <a:p>
            <a:pPr>
              <a:defRPr/>
            </a:pPr>
            <a:endParaRPr/>
          </a:p>
        </p:txBody>
      </p:sp>
      <p:sp>
        <p:nvSpPr>
          <p:cNvPr id="2127835823" name="Slide Number Placeholder 3"/>
          <p:cNvSpPr>
            <a:spLocks noGrp="1"/>
          </p:cNvSpPr>
          <p:nvPr>
            <p:ph type="sldNum" sz="quarter" idx="10"/>
          </p:nvPr>
        </p:nvSpPr>
        <p:spPr bwMode="auto"/>
        <p:txBody>
          <a:bodyPr/>
          <a:lstStyle/>
          <a:p>
            <a:pPr>
              <a:defRPr/>
            </a:pPr>
            <a:fld id="{22534C21-BC18-A089-32D3-87DFD5C4E21E}" type="slidenum">
              <a:rPr/>
              <a:t/>
            </a:fld>
            <a:endParaRPr/>
          </a:p>
        </p:txBody>
      </p:sp>
    </p:spTree>
  </p:cSld>
</p:notes>
</file>

<file path=ppt/notesSlides/notesSlide2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812046678" name="Slide Image Placeholder 1"/>
          <p:cNvSpPr>
            <a:spLocks noChangeAspect="1" noGrp="1" noRot="1"/>
          </p:cNvSpPr>
          <p:nvPr>
            <p:ph type="sldImg"/>
          </p:nvPr>
        </p:nvSpPr>
        <p:spPr bwMode="auto"/>
      </p:sp>
      <p:sp>
        <p:nvSpPr>
          <p:cNvPr id="884733213" name="Notes Placeholder 2"/>
          <p:cNvSpPr>
            <a:spLocks noGrp="1"/>
          </p:cNvSpPr>
          <p:nvPr>
            <p:ph type="body" idx="1"/>
          </p:nvPr>
        </p:nvSpPr>
        <p:spPr bwMode="auto"/>
        <p:txBody>
          <a:bodyPr/>
          <a:lstStyle/>
          <a:p>
            <a:pPr>
              <a:defRPr/>
            </a:pPr>
            <a:endParaRPr/>
          </a:p>
        </p:txBody>
      </p:sp>
      <p:sp>
        <p:nvSpPr>
          <p:cNvPr id="2042720170" name="Slide Number Placeholder 3"/>
          <p:cNvSpPr>
            <a:spLocks noGrp="1"/>
          </p:cNvSpPr>
          <p:nvPr>
            <p:ph type="sldNum" sz="quarter" idx="10"/>
          </p:nvPr>
        </p:nvSpPr>
        <p:spPr bwMode="auto"/>
        <p:txBody>
          <a:bodyPr/>
          <a:lstStyle/>
          <a:p>
            <a:pPr>
              <a:defRPr/>
            </a:pPr>
            <a:fld id="{FE32C59D-5581-29A6-345B-C7B210FD0384}" type="slidenum">
              <a:rPr/>
              <a:t/>
            </a:fld>
            <a:endParaRPr/>
          </a:p>
        </p:txBody>
      </p:sp>
    </p:spTree>
  </p:cSld>
</p:notes>
</file>

<file path=ppt/notesSlides/notesSlide2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63169599" name="Slide Image Placeholder 1"/>
          <p:cNvSpPr>
            <a:spLocks noChangeAspect="1" noGrp="1" noRot="1"/>
          </p:cNvSpPr>
          <p:nvPr>
            <p:ph type="sldImg"/>
          </p:nvPr>
        </p:nvSpPr>
        <p:spPr bwMode="auto"/>
      </p:sp>
      <p:sp>
        <p:nvSpPr>
          <p:cNvPr id="499799372" name="Notes Placeholder 2"/>
          <p:cNvSpPr>
            <a:spLocks noGrp="1"/>
          </p:cNvSpPr>
          <p:nvPr>
            <p:ph type="body" idx="1"/>
          </p:nvPr>
        </p:nvSpPr>
        <p:spPr bwMode="auto"/>
        <p:txBody>
          <a:bodyPr/>
          <a:lstStyle/>
          <a:p>
            <a:pPr>
              <a:defRPr/>
            </a:pPr>
            <a:endParaRPr/>
          </a:p>
        </p:txBody>
      </p:sp>
      <p:sp>
        <p:nvSpPr>
          <p:cNvPr id="1549149153" name="Slide Number Placeholder 3"/>
          <p:cNvSpPr>
            <a:spLocks noGrp="1"/>
          </p:cNvSpPr>
          <p:nvPr>
            <p:ph type="sldNum" sz="quarter" idx="10"/>
          </p:nvPr>
        </p:nvSpPr>
        <p:spPr bwMode="auto"/>
        <p:txBody>
          <a:bodyPr/>
          <a:lstStyle/>
          <a:p>
            <a:pPr>
              <a:defRPr/>
            </a:pPr>
            <a:fld id="{A4E30531-97AC-9CD9-943C-D9D663A07958}" type="slidenum">
              <a:rPr/>
              <a:t/>
            </a:fld>
            <a:endParaRPr/>
          </a:p>
        </p:txBody>
      </p:sp>
    </p:spTree>
  </p:cSld>
</p:notes>
</file>

<file path=ppt/notesSlides/notesSlide2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731509024" name="Slide Image Placeholder 1"/>
          <p:cNvSpPr>
            <a:spLocks noChangeAspect="1" noGrp="1" noRot="1"/>
          </p:cNvSpPr>
          <p:nvPr>
            <p:ph type="sldImg"/>
          </p:nvPr>
        </p:nvSpPr>
        <p:spPr bwMode="auto"/>
      </p:sp>
      <p:sp>
        <p:nvSpPr>
          <p:cNvPr id="1498716770" name="Notes Placeholder 2"/>
          <p:cNvSpPr>
            <a:spLocks noGrp="1"/>
          </p:cNvSpPr>
          <p:nvPr>
            <p:ph type="body" idx="1"/>
          </p:nvPr>
        </p:nvSpPr>
        <p:spPr bwMode="auto"/>
        <p:txBody>
          <a:bodyPr/>
          <a:lstStyle/>
          <a:p>
            <a:pPr>
              <a:defRPr/>
            </a:pPr>
            <a:endParaRPr/>
          </a:p>
        </p:txBody>
      </p:sp>
      <p:sp>
        <p:nvSpPr>
          <p:cNvPr id="1221474641" name="Slide Number Placeholder 3"/>
          <p:cNvSpPr>
            <a:spLocks noGrp="1"/>
          </p:cNvSpPr>
          <p:nvPr>
            <p:ph type="sldNum" sz="quarter" idx="10"/>
          </p:nvPr>
        </p:nvSpPr>
        <p:spPr bwMode="auto"/>
        <p:txBody>
          <a:bodyPr/>
          <a:lstStyle/>
          <a:p>
            <a:pPr>
              <a:defRPr/>
            </a:pPr>
            <a:fld id="{FAC2A9BC-9CCE-4555-9819-D982DC51E8AE}" type="slidenum">
              <a:rPr/>
              <a:t/>
            </a:fld>
            <a:endParaRPr/>
          </a:p>
        </p:txBody>
      </p:sp>
    </p:spTree>
  </p:cSld>
</p:notes>
</file>

<file path=ppt/notesSlides/notesSlide2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87826988" name="Slide Image Placeholder 1"/>
          <p:cNvSpPr>
            <a:spLocks noChangeAspect="1" noGrp="1" noRot="1"/>
          </p:cNvSpPr>
          <p:nvPr>
            <p:ph type="sldImg"/>
          </p:nvPr>
        </p:nvSpPr>
        <p:spPr bwMode="auto"/>
      </p:sp>
      <p:sp>
        <p:nvSpPr>
          <p:cNvPr id="304925861" name="Notes Placeholder 2"/>
          <p:cNvSpPr>
            <a:spLocks noGrp="1"/>
          </p:cNvSpPr>
          <p:nvPr>
            <p:ph type="body" idx="1"/>
          </p:nvPr>
        </p:nvSpPr>
        <p:spPr bwMode="auto"/>
        <p:txBody>
          <a:bodyPr/>
          <a:lstStyle/>
          <a:p>
            <a:pPr>
              <a:defRPr/>
            </a:pPr>
            <a:endParaRPr/>
          </a:p>
        </p:txBody>
      </p:sp>
      <p:sp>
        <p:nvSpPr>
          <p:cNvPr id="2100456669" name="Slide Number Placeholder 3"/>
          <p:cNvSpPr>
            <a:spLocks noGrp="1"/>
          </p:cNvSpPr>
          <p:nvPr>
            <p:ph type="sldNum" sz="quarter" idx="10"/>
          </p:nvPr>
        </p:nvSpPr>
        <p:spPr bwMode="auto"/>
        <p:txBody>
          <a:bodyPr/>
          <a:lstStyle/>
          <a:p>
            <a:pPr>
              <a:defRPr/>
            </a:pPr>
            <a:fld id="{775AE84D-136D-A15C-A9EC-F28F2CF1D328}" type="slidenum">
              <a:rPr/>
              <a:t/>
            </a:fld>
            <a:endParaRPr/>
          </a:p>
        </p:txBody>
      </p:sp>
    </p:spTree>
  </p:cSld>
</p:notes>
</file>

<file path=ppt/notesSlides/notesSlide3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303361793" name="Slide Image Placeholder 1"/>
          <p:cNvSpPr>
            <a:spLocks noChangeAspect="1" noGrp="1" noRot="1"/>
          </p:cNvSpPr>
          <p:nvPr>
            <p:ph type="sldImg"/>
          </p:nvPr>
        </p:nvSpPr>
        <p:spPr bwMode="auto"/>
      </p:sp>
      <p:sp>
        <p:nvSpPr>
          <p:cNvPr id="837426484" name="Notes Placeholder 2"/>
          <p:cNvSpPr>
            <a:spLocks noGrp="1"/>
          </p:cNvSpPr>
          <p:nvPr>
            <p:ph type="body" idx="1"/>
          </p:nvPr>
        </p:nvSpPr>
        <p:spPr bwMode="auto"/>
        <p:txBody>
          <a:bodyPr/>
          <a:lstStyle/>
          <a:p>
            <a:pPr>
              <a:defRPr/>
            </a:pPr>
            <a:endParaRPr/>
          </a:p>
        </p:txBody>
      </p:sp>
      <p:sp>
        <p:nvSpPr>
          <p:cNvPr id="2098611511" name="Slide Number Placeholder 3"/>
          <p:cNvSpPr>
            <a:spLocks noGrp="1"/>
          </p:cNvSpPr>
          <p:nvPr>
            <p:ph type="sldNum" sz="quarter" idx="10"/>
          </p:nvPr>
        </p:nvSpPr>
        <p:spPr bwMode="auto"/>
        <p:txBody>
          <a:bodyPr/>
          <a:lstStyle/>
          <a:p>
            <a:pPr>
              <a:defRPr/>
            </a:pPr>
            <a:fld id="{C9BA1887-674E-7B31-608F-CD0EF378709E}" type="slidenum">
              <a:rPr/>
              <a:t/>
            </a:fld>
            <a:endParaRPr/>
          </a:p>
        </p:txBody>
      </p:sp>
    </p:spTree>
  </p:cSld>
</p:notes>
</file>

<file path=ppt/notesSlides/notesSlide3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38744106" name="Slide Image Placeholder 1"/>
          <p:cNvSpPr>
            <a:spLocks noChangeAspect="1" noGrp="1" noRot="1"/>
          </p:cNvSpPr>
          <p:nvPr>
            <p:ph type="sldImg"/>
          </p:nvPr>
        </p:nvSpPr>
        <p:spPr bwMode="auto"/>
      </p:sp>
      <p:sp>
        <p:nvSpPr>
          <p:cNvPr id="1405451403" name="Notes Placeholder 2"/>
          <p:cNvSpPr>
            <a:spLocks noGrp="1"/>
          </p:cNvSpPr>
          <p:nvPr>
            <p:ph type="body" idx="1"/>
          </p:nvPr>
        </p:nvSpPr>
        <p:spPr bwMode="auto"/>
        <p:txBody>
          <a:bodyPr/>
          <a:lstStyle/>
          <a:p>
            <a:pPr>
              <a:defRPr/>
            </a:pPr>
            <a:endParaRPr/>
          </a:p>
        </p:txBody>
      </p:sp>
      <p:sp>
        <p:nvSpPr>
          <p:cNvPr id="1329480716" name="Slide Number Placeholder 3"/>
          <p:cNvSpPr>
            <a:spLocks noGrp="1"/>
          </p:cNvSpPr>
          <p:nvPr>
            <p:ph type="sldNum" sz="quarter" idx="10"/>
          </p:nvPr>
        </p:nvSpPr>
        <p:spPr bwMode="auto"/>
        <p:txBody>
          <a:bodyPr/>
          <a:lstStyle/>
          <a:p>
            <a:pPr>
              <a:defRPr/>
            </a:pPr>
            <a:fld id="{A7C6C72C-0944-5B76-DFDE-A1241BF76A95}" type="slidenum">
              <a:rPr/>
              <a:t/>
            </a:fld>
            <a:endParaRPr/>
          </a:p>
        </p:txBody>
      </p:sp>
    </p:spTree>
  </p:cSld>
</p:notes>
</file>

<file path=ppt/notesSlides/notesSlide3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956782925" name="Slide Image Placeholder 1"/>
          <p:cNvSpPr>
            <a:spLocks noChangeAspect="1" noGrp="1" noRot="1"/>
          </p:cNvSpPr>
          <p:nvPr>
            <p:ph type="sldImg"/>
          </p:nvPr>
        </p:nvSpPr>
        <p:spPr bwMode="auto"/>
      </p:sp>
      <p:sp>
        <p:nvSpPr>
          <p:cNvPr id="451939178" name="Notes Placeholder 2"/>
          <p:cNvSpPr>
            <a:spLocks noGrp="1"/>
          </p:cNvSpPr>
          <p:nvPr>
            <p:ph type="body" idx="1"/>
          </p:nvPr>
        </p:nvSpPr>
        <p:spPr bwMode="auto"/>
        <p:txBody>
          <a:bodyPr/>
          <a:lstStyle/>
          <a:p>
            <a:pPr>
              <a:defRPr/>
            </a:pPr>
            <a:endParaRPr/>
          </a:p>
        </p:txBody>
      </p:sp>
      <p:sp>
        <p:nvSpPr>
          <p:cNvPr id="692400815" name="Slide Number Placeholder 3"/>
          <p:cNvSpPr>
            <a:spLocks noGrp="1"/>
          </p:cNvSpPr>
          <p:nvPr>
            <p:ph type="sldNum" sz="quarter" idx="10"/>
          </p:nvPr>
        </p:nvSpPr>
        <p:spPr bwMode="auto"/>
        <p:txBody>
          <a:bodyPr/>
          <a:lstStyle/>
          <a:p>
            <a:pPr>
              <a:defRPr/>
            </a:pPr>
            <a:fld id="{127EDF4E-64B1-485E-B73A-C2DB04792930}" type="slidenum">
              <a:rPr/>
              <a:t/>
            </a:fld>
            <a:endParaRPr/>
          </a:p>
        </p:txBody>
      </p:sp>
    </p:spTree>
  </p:cSld>
</p:notes>
</file>

<file path=ppt/notesSlides/notesSlide3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292267591" name="Slide Image Placeholder 1"/>
          <p:cNvSpPr>
            <a:spLocks noChangeAspect="1" noGrp="1" noRot="1"/>
          </p:cNvSpPr>
          <p:nvPr>
            <p:ph type="sldImg"/>
          </p:nvPr>
        </p:nvSpPr>
        <p:spPr bwMode="auto"/>
      </p:sp>
      <p:sp>
        <p:nvSpPr>
          <p:cNvPr id="1274165832" name="Notes Placeholder 2"/>
          <p:cNvSpPr>
            <a:spLocks noGrp="1"/>
          </p:cNvSpPr>
          <p:nvPr>
            <p:ph type="body" idx="1"/>
          </p:nvPr>
        </p:nvSpPr>
        <p:spPr bwMode="auto"/>
        <p:txBody>
          <a:bodyPr/>
          <a:lstStyle/>
          <a:p>
            <a:pPr>
              <a:defRPr/>
            </a:pPr>
            <a:endParaRPr/>
          </a:p>
        </p:txBody>
      </p:sp>
      <p:sp>
        <p:nvSpPr>
          <p:cNvPr id="969732995" name="Slide Number Placeholder 3"/>
          <p:cNvSpPr>
            <a:spLocks noGrp="1"/>
          </p:cNvSpPr>
          <p:nvPr>
            <p:ph type="sldNum" sz="quarter" idx="10"/>
          </p:nvPr>
        </p:nvSpPr>
        <p:spPr bwMode="auto"/>
        <p:txBody>
          <a:bodyPr/>
          <a:lstStyle/>
          <a:p>
            <a:pPr>
              <a:defRPr/>
            </a:pPr>
            <a:fld id="{774285E8-4415-4023-2FF8-CD6474B4B5EB}" type="slidenum">
              <a:rPr/>
              <a:t/>
            </a:fld>
            <a:endParaRPr/>
          </a:p>
        </p:txBody>
      </p:sp>
    </p:spTree>
  </p:cSld>
</p:notes>
</file>

<file path=ppt/notesSlides/notesSlide3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020191107" name="Slide Image Placeholder 1"/>
          <p:cNvSpPr>
            <a:spLocks noChangeAspect="1" noGrp="1" noRot="1"/>
          </p:cNvSpPr>
          <p:nvPr>
            <p:ph type="sldImg"/>
          </p:nvPr>
        </p:nvSpPr>
        <p:spPr bwMode="auto"/>
      </p:sp>
      <p:sp>
        <p:nvSpPr>
          <p:cNvPr id="1817936978" name="Notes Placeholder 2"/>
          <p:cNvSpPr>
            <a:spLocks noGrp="1"/>
          </p:cNvSpPr>
          <p:nvPr>
            <p:ph type="body" idx="1"/>
          </p:nvPr>
        </p:nvSpPr>
        <p:spPr bwMode="auto"/>
        <p:txBody>
          <a:bodyPr/>
          <a:lstStyle/>
          <a:p>
            <a:pPr>
              <a:defRPr/>
            </a:pPr>
            <a:endParaRPr/>
          </a:p>
        </p:txBody>
      </p:sp>
      <p:sp>
        <p:nvSpPr>
          <p:cNvPr id="1643539620" name="Slide Number Placeholder 3"/>
          <p:cNvSpPr>
            <a:spLocks noGrp="1"/>
          </p:cNvSpPr>
          <p:nvPr>
            <p:ph type="sldNum" sz="quarter" idx="10"/>
          </p:nvPr>
        </p:nvSpPr>
        <p:spPr bwMode="auto"/>
        <p:txBody>
          <a:bodyPr/>
          <a:lstStyle/>
          <a:p>
            <a:pPr>
              <a:defRPr/>
            </a:pPr>
            <a:fld id="{55FC3BBC-36A8-54D8-0619-A6DBEB3A4212}" type="slidenum">
              <a:rPr/>
              <a:t/>
            </a:fld>
            <a:endParaRPr/>
          </a:p>
        </p:txBody>
      </p:sp>
    </p:spTree>
  </p:cSld>
</p:notes>
</file>

<file path=ppt/notesSlides/notesSlide3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574529469" name="Slide Image Placeholder 1"/>
          <p:cNvSpPr>
            <a:spLocks noChangeAspect="1" noGrp="1" noRot="1"/>
          </p:cNvSpPr>
          <p:nvPr>
            <p:ph type="sldImg"/>
          </p:nvPr>
        </p:nvSpPr>
        <p:spPr bwMode="auto"/>
      </p:sp>
      <p:sp>
        <p:nvSpPr>
          <p:cNvPr id="1184730355" name="Notes Placeholder 2"/>
          <p:cNvSpPr>
            <a:spLocks noGrp="1"/>
          </p:cNvSpPr>
          <p:nvPr>
            <p:ph type="body" idx="1"/>
          </p:nvPr>
        </p:nvSpPr>
        <p:spPr bwMode="auto"/>
        <p:txBody>
          <a:bodyPr/>
          <a:lstStyle/>
          <a:p>
            <a:pPr>
              <a:defRPr/>
            </a:pPr>
            <a:endParaRPr/>
          </a:p>
        </p:txBody>
      </p:sp>
      <p:sp>
        <p:nvSpPr>
          <p:cNvPr id="2027611783" name="Slide Number Placeholder 3"/>
          <p:cNvSpPr>
            <a:spLocks noGrp="1"/>
          </p:cNvSpPr>
          <p:nvPr>
            <p:ph type="sldNum" sz="quarter" idx="10"/>
          </p:nvPr>
        </p:nvSpPr>
        <p:spPr bwMode="auto"/>
        <p:txBody>
          <a:bodyPr/>
          <a:lstStyle/>
          <a:p>
            <a:pPr>
              <a:defRPr/>
            </a:pPr>
            <a:fld id="{74064E4C-B543-403E-A637-D3BFFA991D71}" type="slidenum">
              <a:rPr/>
              <a:t/>
            </a:fld>
            <a:endParaRPr/>
          </a:p>
        </p:txBody>
      </p:sp>
    </p:spTree>
  </p:cSld>
</p:notes>
</file>

<file path=ppt/notesSlides/notesSlide3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810981341" name="Slide Image Placeholder 1"/>
          <p:cNvSpPr>
            <a:spLocks noChangeAspect="1" noGrp="1" noRot="1"/>
          </p:cNvSpPr>
          <p:nvPr>
            <p:ph type="sldImg"/>
          </p:nvPr>
        </p:nvSpPr>
        <p:spPr bwMode="auto"/>
      </p:sp>
      <p:sp>
        <p:nvSpPr>
          <p:cNvPr id="327672992" name="Notes Placeholder 2"/>
          <p:cNvSpPr>
            <a:spLocks noGrp="1"/>
          </p:cNvSpPr>
          <p:nvPr>
            <p:ph type="body" idx="1"/>
          </p:nvPr>
        </p:nvSpPr>
        <p:spPr bwMode="auto"/>
        <p:txBody>
          <a:bodyPr/>
          <a:lstStyle/>
          <a:p>
            <a:pPr>
              <a:defRPr/>
            </a:pPr>
            <a:endParaRPr/>
          </a:p>
        </p:txBody>
      </p:sp>
      <p:sp>
        <p:nvSpPr>
          <p:cNvPr id="1638142208" name="Slide Number Placeholder 3"/>
          <p:cNvSpPr>
            <a:spLocks noGrp="1"/>
          </p:cNvSpPr>
          <p:nvPr>
            <p:ph type="sldNum" sz="quarter" idx="10"/>
          </p:nvPr>
        </p:nvSpPr>
        <p:spPr bwMode="auto"/>
        <p:txBody>
          <a:bodyPr/>
          <a:lstStyle/>
          <a:p>
            <a:pPr>
              <a:defRPr/>
            </a:pPr>
            <a:fld id="{9D46E564-BCFD-B780-38BD-5FDBC16DC90F}" type="slidenum">
              <a:rPr/>
              <a:t/>
            </a:fld>
            <a:endParaRPr/>
          </a:p>
        </p:txBody>
      </p:sp>
    </p:spTree>
  </p:cSld>
</p:notes>
</file>

<file path=ppt/notesSlides/notesSlide3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684604335" name="Slide Image Placeholder 1"/>
          <p:cNvSpPr>
            <a:spLocks noChangeAspect="1" noGrp="1" noRot="1"/>
          </p:cNvSpPr>
          <p:nvPr>
            <p:ph type="sldImg"/>
          </p:nvPr>
        </p:nvSpPr>
        <p:spPr bwMode="auto"/>
      </p:sp>
      <p:sp>
        <p:nvSpPr>
          <p:cNvPr id="2118794794" name="Notes Placeholder 2"/>
          <p:cNvSpPr>
            <a:spLocks noGrp="1"/>
          </p:cNvSpPr>
          <p:nvPr>
            <p:ph type="body" idx="1"/>
          </p:nvPr>
        </p:nvSpPr>
        <p:spPr bwMode="auto"/>
        <p:txBody>
          <a:bodyPr/>
          <a:lstStyle/>
          <a:p>
            <a:pPr>
              <a:defRPr/>
            </a:pPr>
            <a:endParaRPr/>
          </a:p>
        </p:txBody>
      </p:sp>
      <p:sp>
        <p:nvSpPr>
          <p:cNvPr id="389545487" name="Slide Number Placeholder 3"/>
          <p:cNvSpPr>
            <a:spLocks noGrp="1"/>
          </p:cNvSpPr>
          <p:nvPr>
            <p:ph type="sldNum" sz="quarter" idx="10"/>
          </p:nvPr>
        </p:nvSpPr>
        <p:spPr bwMode="auto"/>
        <p:txBody>
          <a:bodyPr/>
          <a:lstStyle/>
          <a:p>
            <a:pPr>
              <a:defRPr/>
            </a:pPr>
            <a:fld id="{C5AC6C5F-AE2C-467F-9426-67B1AEAE9C47}" type="slidenum">
              <a:rPr/>
              <a:t/>
            </a:fld>
            <a:endParaRPr/>
          </a:p>
        </p:txBody>
      </p:sp>
    </p:spTree>
  </p:cSld>
</p:notes>
</file>

<file path=ppt/notesSlides/notesSlide3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706302907" name="Slide Image Placeholder 1"/>
          <p:cNvSpPr>
            <a:spLocks noChangeAspect="1" noGrp="1" noRot="1"/>
          </p:cNvSpPr>
          <p:nvPr>
            <p:ph type="sldImg"/>
          </p:nvPr>
        </p:nvSpPr>
        <p:spPr bwMode="auto"/>
      </p:sp>
      <p:sp>
        <p:nvSpPr>
          <p:cNvPr id="1187773359" name="Notes Placeholder 2"/>
          <p:cNvSpPr>
            <a:spLocks noGrp="1"/>
          </p:cNvSpPr>
          <p:nvPr>
            <p:ph type="body" idx="1"/>
          </p:nvPr>
        </p:nvSpPr>
        <p:spPr bwMode="auto"/>
        <p:txBody>
          <a:bodyPr/>
          <a:lstStyle/>
          <a:p>
            <a:pPr>
              <a:defRPr/>
            </a:pPr>
            <a:endParaRPr/>
          </a:p>
        </p:txBody>
      </p:sp>
      <p:sp>
        <p:nvSpPr>
          <p:cNvPr id="1552057768" name="Slide Number Placeholder 3"/>
          <p:cNvSpPr>
            <a:spLocks noGrp="1"/>
          </p:cNvSpPr>
          <p:nvPr>
            <p:ph type="sldNum" sz="quarter" idx="10"/>
          </p:nvPr>
        </p:nvSpPr>
        <p:spPr bwMode="auto"/>
        <p:txBody>
          <a:bodyPr/>
          <a:lstStyle/>
          <a:p>
            <a:pPr>
              <a:defRPr/>
            </a:pPr>
            <a:fld id="{0A9E3AC7-C608-8F08-BEEA-FB27496FE38F}" type="slidenum">
              <a:rPr/>
              <a:t/>
            </a:fld>
            <a:endParaRPr/>
          </a:p>
        </p:txBody>
      </p:sp>
    </p:spTree>
  </p:cSld>
</p:notes>
</file>

<file path=ppt/notesSlides/notesSlide3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575837830" name="Slide Image Placeholder 1"/>
          <p:cNvSpPr>
            <a:spLocks noChangeAspect="1" noGrp="1" noRot="1"/>
          </p:cNvSpPr>
          <p:nvPr>
            <p:ph type="sldImg"/>
          </p:nvPr>
        </p:nvSpPr>
        <p:spPr bwMode="auto"/>
      </p:sp>
      <p:sp>
        <p:nvSpPr>
          <p:cNvPr id="1474093452" name="Notes Placeholder 2"/>
          <p:cNvSpPr>
            <a:spLocks noGrp="1"/>
          </p:cNvSpPr>
          <p:nvPr>
            <p:ph type="body" idx="1"/>
          </p:nvPr>
        </p:nvSpPr>
        <p:spPr bwMode="auto"/>
        <p:txBody>
          <a:bodyPr/>
          <a:lstStyle/>
          <a:p>
            <a:pPr>
              <a:defRPr/>
            </a:pPr>
            <a:endParaRPr/>
          </a:p>
        </p:txBody>
      </p:sp>
      <p:sp>
        <p:nvSpPr>
          <p:cNvPr id="1519497788" name="Slide Number Placeholder 3"/>
          <p:cNvSpPr>
            <a:spLocks noGrp="1"/>
          </p:cNvSpPr>
          <p:nvPr>
            <p:ph type="sldNum" sz="quarter" idx="10"/>
          </p:nvPr>
        </p:nvSpPr>
        <p:spPr bwMode="auto"/>
        <p:txBody>
          <a:bodyPr/>
          <a:lstStyle/>
          <a:p>
            <a:pPr>
              <a:defRPr/>
            </a:pPr>
            <a:fld id="{9C020DAB-49E5-FFD1-1F2C-3890591F12B5}" type="slidenum">
              <a:rPr/>
              <a:t/>
            </a:fld>
            <a:endParaRPr/>
          </a:p>
        </p:txBody>
      </p:sp>
    </p:spTree>
  </p:cSld>
</p:notes>
</file>

<file path=ppt/notesSlides/notesSlide4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886043635" name="Slide Image Placeholder 1"/>
          <p:cNvSpPr>
            <a:spLocks noChangeAspect="1" noGrp="1" noRot="1"/>
          </p:cNvSpPr>
          <p:nvPr>
            <p:ph type="sldImg"/>
          </p:nvPr>
        </p:nvSpPr>
        <p:spPr bwMode="auto"/>
      </p:sp>
      <p:sp>
        <p:nvSpPr>
          <p:cNvPr id="343501794" name="Notes Placeholder 2"/>
          <p:cNvSpPr>
            <a:spLocks noGrp="1"/>
          </p:cNvSpPr>
          <p:nvPr>
            <p:ph type="body" idx="1"/>
          </p:nvPr>
        </p:nvSpPr>
        <p:spPr bwMode="auto"/>
        <p:txBody>
          <a:bodyPr/>
          <a:lstStyle/>
          <a:p>
            <a:pPr>
              <a:defRPr/>
            </a:pPr>
            <a:endParaRPr/>
          </a:p>
        </p:txBody>
      </p:sp>
      <p:sp>
        <p:nvSpPr>
          <p:cNvPr id="41385756" name="Slide Number Placeholder 3"/>
          <p:cNvSpPr>
            <a:spLocks noGrp="1"/>
          </p:cNvSpPr>
          <p:nvPr>
            <p:ph type="sldNum" sz="quarter" idx="10"/>
          </p:nvPr>
        </p:nvSpPr>
        <p:spPr bwMode="auto"/>
        <p:txBody>
          <a:bodyPr/>
          <a:lstStyle/>
          <a:p>
            <a:pPr>
              <a:defRPr/>
            </a:pPr>
            <a:fld id="{9EAC6B95-2513-B9DB-45CE-1CA0DD423FA7}" type="slidenum">
              <a:rPr/>
              <a:t/>
            </a:fld>
            <a:endParaRPr/>
          </a:p>
        </p:txBody>
      </p:sp>
    </p:spTree>
  </p:cSld>
</p:notes>
</file>

<file path=ppt/notesSlides/notesSlide4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841214548" name="Slide Image Placeholder 1"/>
          <p:cNvSpPr>
            <a:spLocks noChangeAspect="1" noGrp="1" noRot="1"/>
          </p:cNvSpPr>
          <p:nvPr>
            <p:ph type="sldImg"/>
          </p:nvPr>
        </p:nvSpPr>
        <p:spPr bwMode="auto"/>
      </p:sp>
      <p:sp>
        <p:nvSpPr>
          <p:cNvPr id="682659081" name="Notes Placeholder 2"/>
          <p:cNvSpPr>
            <a:spLocks noGrp="1"/>
          </p:cNvSpPr>
          <p:nvPr>
            <p:ph type="body" idx="1"/>
          </p:nvPr>
        </p:nvSpPr>
        <p:spPr bwMode="auto"/>
        <p:txBody>
          <a:bodyPr/>
          <a:lstStyle/>
          <a:p>
            <a:pPr>
              <a:defRPr/>
            </a:pPr>
            <a:endParaRPr/>
          </a:p>
        </p:txBody>
      </p:sp>
      <p:sp>
        <p:nvSpPr>
          <p:cNvPr id="1050403460" name="Slide Number Placeholder 3"/>
          <p:cNvSpPr>
            <a:spLocks noGrp="1"/>
          </p:cNvSpPr>
          <p:nvPr>
            <p:ph type="sldNum" sz="quarter" idx="10"/>
          </p:nvPr>
        </p:nvSpPr>
        <p:spPr bwMode="auto"/>
        <p:txBody>
          <a:bodyPr/>
          <a:lstStyle/>
          <a:p>
            <a:pPr>
              <a:defRPr/>
            </a:pPr>
            <a:fld id="{E691FD7C-B836-89D7-D3F9-8B281BDCDF8B}" type="slidenum">
              <a:rPr/>
              <a:t/>
            </a:fld>
            <a:endParaRPr/>
          </a:p>
        </p:txBody>
      </p:sp>
    </p:spTree>
  </p:cSld>
</p:notes>
</file>

<file path=ppt/notesSlides/notesSlide4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655925786" name="Slide Image Placeholder 1"/>
          <p:cNvSpPr>
            <a:spLocks noChangeAspect="1" noGrp="1" noRot="1"/>
          </p:cNvSpPr>
          <p:nvPr>
            <p:ph type="sldImg"/>
          </p:nvPr>
        </p:nvSpPr>
        <p:spPr bwMode="auto"/>
      </p:sp>
      <p:sp>
        <p:nvSpPr>
          <p:cNvPr id="1077477400" name="Notes Placeholder 2"/>
          <p:cNvSpPr>
            <a:spLocks noGrp="1"/>
          </p:cNvSpPr>
          <p:nvPr>
            <p:ph type="body" idx="1"/>
          </p:nvPr>
        </p:nvSpPr>
        <p:spPr bwMode="auto"/>
        <p:txBody>
          <a:bodyPr/>
          <a:lstStyle/>
          <a:p>
            <a:pPr>
              <a:defRPr/>
            </a:pPr>
            <a:endParaRPr/>
          </a:p>
        </p:txBody>
      </p:sp>
      <p:sp>
        <p:nvSpPr>
          <p:cNvPr id="486792907" name="Slide Number Placeholder 3"/>
          <p:cNvSpPr>
            <a:spLocks noGrp="1"/>
          </p:cNvSpPr>
          <p:nvPr>
            <p:ph type="sldNum" sz="quarter" idx="10"/>
          </p:nvPr>
        </p:nvSpPr>
        <p:spPr bwMode="auto"/>
        <p:txBody>
          <a:bodyPr/>
          <a:lstStyle/>
          <a:p>
            <a:pPr>
              <a:defRPr/>
            </a:pPr>
            <a:fld id="{1C38AFA5-45BE-D61D-D2E5-C5BDED5B1E1E}" type="slidenum">
              <a:rPr/>
              <a:t/>
            </a:fld>
            <a:endParaRPr/>
          </a:p>
        </p:txBody>
      </p:sp>
    </p:spTree>
  </p:cSld>
</p:notes>
</file>

<file path=ppt/notesSlides/notesSlide4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723688945" name="Slide Image Placeholder 1"/>
          <p:cNvSpPr>
            <a:spLocks noChangeAspect="1" noGrp="1" noRot="1"/>
          </p:cNvSpPr>
          <p:nvPr>
            <p:ph type="sldImg"/>
          </p:nvPr>
        </p:nvSpPr>
        <p:spPr bwMode="auto"/>
      </p:sp>
      <p:sp>
        <p:nvSpPr>
          <p:cNvPr id="1881668829" name="Notes Placeholder 2"/>
          <p:cNvSpPr>
            <a:spLocks noGrp="1"/>
          </p:cNvSpPr>
          <p:nvPr>
            <p:ph type="body" idx="1"/>
          </p:nvPr>
        </p:nvSpPr>
        <p:spPr bwMode="auto"/>
        <p:txBody>
          <a:bodyPr/>
          <a:lstStyle/>
          <a:p>
            <a:pPr>
              <a:defRPr/>
            </a:pPr>
            <a:endParaRPr/>
          </a:p>
        </p:txBody>
      </p:sp>
      <p:sp>
        <p:nvSpPr>
          <p:cNvPr id="1726843080" name="Slide Number Placeholder 3"/>
          <p:cNvSpPr>
            <a:spLocks noGrp="1"/>
          </p:cNvSpPr>
          <p:nvPr>
            <p:ph type="sldNum" sz="quarter" idx="10"/>
          </p:nvPr>
        </p:nvSpPr>
        <p:spPr bwMode="auto"/>
        <p:txBody>
          <a:bodyPr/>
          <a:lstStyle/>
          <a:p>
            <a:pPr>
              <a:defRPr/>
            </a:pPr>
            <a:fld id="{0AE8D2A2-4669-1DA1-EA3B-6E251814B3CF}" type="slidenum">
              <a:rPr/>
              <a:t/>
            </a:fld>
            <a:endParaRPr/>
          </a:p>
        </p:txBody>
      </p:sp>
    </p:spTree>
  </p:cSld>
</p:notes>
</file>

<file path=ppt/notesSlides/notesSlide4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55352283" name="Slide Image Placeholder 1"/>
          <p:cNvSpPr>
            <a:spLocks noChangeAspect="1" noGrp="1" noRot="1"/>
          </p:cNvSpPr>
          <p:nvPr>
            <p:ph type="sldImg"/>
          </p:nvPr>
        </p:nvSpPr>
        <p:spPr bwMode="auto"/>
      </p:sp>
      <p:sp>
        <p:nvSpPr>
          <p:cNvPr id="802350872" name="Notes Placeholder 2"/>
          <p:cNvSpPr>
            <a:spLocks noGrp="1"/>
          </p:cNvSpPr>
          <p:nvPr>
            <p:ph type="body" idx="1"/>
          </p:nvPr>
        </p:nvSpPr>
        <p:spPr bwMode="auto"/>
        <p:txBody>
          <a:bodyPr/>
          <a:lstStyle/>
          <a:p>
            <a:pPr>
              <a:defRPr/>
            </a:pPr>
            <a:endParaRPr/>
          </a:p>
        </p:txBody>
      </p:sp>
      <p:sp>
        <p:nvSpPr>
          <p:cNvPr id="211818921" name="Slide Number Placeholder 3"/>
          <p:cNvSpPr>
            <a:spLocks noGrp="1"/>
          </p:cNvSpPr>
          <p:nvPr>
            <p:ph type="sldNum" sz="quarter" idx="10"/>
          </p:nvPr>
        </p:nvSpPr>
        <p:spPr bwMode="auto"/>
        <p:txBody>
          <a:bodyPr/>
          <a:lstStyle/>
          <a:p>
            <a:pPr>
              <a:defRPr/>
            </a:pPr>
            <a:fld id="{7AE56555-E288-2A57-6668-8AAA004DFB71}" type="slidenum">
              <a:rPr/>
              <a:t/>
            </a:fld>
            <a:endParaRPr/>
          </a:p>
        </p:txBody>
      </p:sp>
    </p:spTree>
  </p:cSld>
</p:notes>
</file>

<file path=ppt/notesSlides/notesSlide4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415069745" name="Slide Image Placeholder 1"/>
          <p:cNvSpPr>
            <a:spLocks noChangeAspect="1" noGrp="1" noRot="1"/>
          </p:cNvSpPr>
          <p:nvPr>
            <p:ph type="sldImg"/>
          </p:nvPr>
        </p:nvSpPr>
        <p:spPr bwMode="auto"/>
      </p:sp>
      <p:sp>
        <p:nvSpPr>
          <p:cNvPr id="384816027" name="Notes Placeholder 2"/>
          <p:cNvSpPr>
            <a:spLocks noGrp="1"/>
          </p:cNvSpPr>
          <p:nvPr>
            <p:ph type="body" idx="1"/>
          </p:nvPr>
        </p:nvSpPr>
        <p:spPr bwMode="auto"/>
        <p:txBody>
          <a:bodyPr/>
          <a:lstStyle/>
          <a:p>
            <a:pPr>
              <a:defRPr/>
            </a:pPr>
            <a:endParaRPr/>
          </a:p>
        </p:txBody>
      </p:sp>
      <p:sp>
        <p:nvSpPr>
          <p:cNvPr id="1912836392" name="Slide Number Placeholder 3"/>
          <p:cNvSpPr>
            <a:spLocks noGrp="1"/>
          </p:cNvSpPr>
          <p:nvPr>
            <p:ph type="sldNum" sz="quarter" idx="10"/>
          </p:nvPr>
        </p:nvSpPr>
        <p:spPr bwMode="auto"/>
        <p:txBody>
          <a:bodyPr/>
          <a:lstStyle/>
          <a:p>
            <a:pPr>
              <a:defRPr/>
            </a:pPr>
            <a:fld id="{63765BFF-67E1-EABB-D5D3-DBEC45FB36B8}" type="slidenum">
              <a:rPr/>
              <a:t/>
            </a:fld>
            <a:endParaRPr/>
          </a:p>
        </p:txBody>
      </p:sp>
    </p:spTree>
  </p:cSld>
</p:notes>
</file>

<file path=ppt/notesSlides/notesSlide4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18789408" name="Slide Image Placeholder 1"/>
          <p:cNvSpPr>
            <a:spLocks noChangeAspect="1" noGrp="1" noRot="1"/>
          </p:cNvSpPr>
          <p:nvPr>
            <p:ph type="sldImg"/>
          </p:nvPr>
        </p:nvSpPr>
        <p:spPr bwMode="auto"/>
      </p:sp>
      <p:sp>
        <p:nvSpPr>
          <p:cNvPr id="981821673" name="Notes Placeholder 2"/>
          <p:cNvSpPr>
            <a:spLocks noGrp="1"/>
          </p:cNvSpPr>
          <p:nvPr>
            <p:ph type="body" idx="1"/>
          </p:nvPr>
        </p:nvSpPr>
        <p:spPr bwMode="auto"/>
        <p:txBody>
          <a:bodyPr/>
          <a:lstStyle/>
          <a:p>
            <a:pPr>
              <a:defRPr/>
            </a:pPr>
            <a:endParaRPr/>
          </a:p>
        </p:txBody>
      </p:sp>
      <p:sp>
        <p:nvSpPr>
          <p:cNvPr id="570256238" name="Slide Number Placeholder 3"/>
          <p:cNvSpPr>
            <a:spLocks noGrp="1"/>
          </p:cNvSpPr>
          <p:nvPr>
            <p:ph type="sldNum" sz="quarter" idx="10"/>
          </p:nvPr>
        </p:nvSpPr>
        <p:spPr bwMode="auto"/>
        <p:txBody>
          <a:bodyPr/>
          <a:lstStyle/>
          <a:p>
            <a:pPr>
              <a:defRPr/>
            </a:pPr>
            <a:fld id="{A3E4E0D5-1946-F965-EC5F-087B3CCB2381}" type="slidenum">
              <a:rPr/>
              <a:t/>
            </a:fld>
            <a:endParaRPr/>
          </a:p>
        </p:txBody>
      </p:sp>
    </p:spTree>
  </p:cSld>
</p:notes>
</file>

<file path=ppt/notesSlides/notesSlide4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081585842" name="Slide Image Placeholder 1"/>
          <p:cNvSpPr>
            <a:spLocks noChangeAspect="1" noGrp="1" noRot="1"/>
          </p:cNvSpPr>
          <p:nvPr>
            <p:ph type="sldImg"/>
          </p:nvPr>
        </p:nvSpPr>
        <p:spPr bwMode="auto"/>
      </p:sp>
      <p:sp>
        <p:nvSpPr>
          <p:cNvPr id="1428536729" name="Notes Placeholder 2"/>
          <p:cNvSpPr>
            <a:spLocks noGrp="1"/>
          </p:cNvSpPr>
          <p:nvPr>
            <p:ph type="body" idx="1"/>
          </p:nvPr>
        </p:nvSpPr>
        <p:spPr bwMode="auto"/>
        <p:txBody>
          <a:bodyPr/>
          <a:lstStyle/>
          <a:p>
            <a:pPr>
              <a:defRPr/>
            </a:pPr>
            <a:endParaRPr/>
          </a:p>
        </p:txBody>
      </p:sp>
      <p:sp>
        <p:nvSpPr>
          <p:cNvPr id="1848018180" name="Slide Number Placeholder 3"/>
          <p:cNvSpPr>
            <a:spLocks noGrp="1"/>
          </p:cNvSpPr>
          <p:nvPr>
            <p:ph type="sldNum" sz="quarter" idx="10"/>
          </p:nvPr>
        </p:nvSpPr>
        <p:spPr bwMode="auto"/>
        <p:txBody>
          <a:bodyPr/>
          <a:lstStyle/>
          <a:p>
            <a:pPr>
              <a:defRPr/>
            </a:pPr>
            <a:fld id="{773C9070-95A1-D38B-3F9C-A795B8AF080A}" type="slidenum">
              <a:rPr/>
              <a:t/>
            </a:fld>
            <a:endParaRPr/>
          </a:p>
        </p:txBody>
      </p:sp>
    </p:spTree>
  </p:cSld>
</p:notes>
</file>

<file path=ppt/notesSlides/notesSlide4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243728319" name="Slide Image Placeholder 1"/>
          <p:cNvSpPr>
            <a:spLocks noChangeAspect="1" noGrp="1" noRot="1"/>
          </p:cNvSpPr>
          <p:nvPr>
            <p:ph type="sldImg"/>
          </p:nvPr>
        </p:nvSpPr>
        <p:spPr bwMode="auto"/>
      </p:sp>
      <p:sp>
        <p:nvSpPr>
          <p:cNvPr id="453521303" name="Notes Placeholder 2"/>
          <p:cNvSpPr>
            <a:spLocks noGrp="1"/>
          </p:cNvSpPr>
          <p:nvPr>
            <p:ph type="body" idx="1"/>
          </p:nvPr>
        </p:nvSpPr>
        <p:spPr bwMode="auto"/>
        <p:txBody>
          <a:bodyPr/>
          <a:lstStyle/>
          <a:p>
            <a:pPr>
              <a:defRPr/>
            </a:pPr>
            <a:endParaRPr/>
          </a:p>
        </p:txBody>
      </p:sp>
      <p:sp>
        <p:nvSpPr>
          <p:cNvPr id="912138073" name="Slide Number Placeholder 3"/>
          <p:cNvSpPr>
            <a:spLocks noGrp="1"/>
          </p:cNvSpPr>
          <p:nvPr>
            <p:ph type="sldNum" sz="quarter" idx="10"/>
          </p:nvPr>
        </p:nvSpPr>
        <p:spPr bwMode="auto"/>
        <p:txBody>
          <a:bodyPr/>
          <a:lstStyle/>
          <a:p>
            <a:pPr>
              <a:defRPr/>
            </a:pPr>
            <a:fld id="{E895821B-AEC9-9CBF-CCF8-F8CFFFEF250E}" type="slidenum">
              <a:rPr/>
              <a:t/>
            </a:fld>
            <a:endParaRPr/>
          </a:p>
        </p:txBody>
      </p:sp>
    </p:spTree>
  </p:cSld>
</p:notes>
</file>

<file path=ppt/notesSlides/notesSlide4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532950027" name="Slide Image Placeholder 1"/>
          <p:cNvSpPr>
            <a:spLocks noChangeAspect="1" noGrp="1" noRot="1"/>
          </p:cNvSpPr>
          <p:nvPr>
            <p:ph type="sldImg"/>
          </p:nvPr>
        </p:nvSpPr>
        <p:spPr bwMode="auto"/>
      </p:sp>
      <p:sp>
        <p:nvSpPr>
          <p:cNvPr id="1470535853" name="Notes Placeholder 2"/>
          <p:cNvSpPr>
            <a:spLocks noGrp="1"/>
          </p:cNvSpPr>
          <p:nvPr>
            <p:ph type="body" idx="1"/>
          </p:nvPr>
        </p:nvSpPr>
        <p:spPr bwMode="auto"/>
        <p:txBody>
          <a:bodyPr/>
          <a:lstStyle/>
          <a:p>
            <a:pPr>
              <a:defRPr/>
            </a:pPr>
            <a:endParaRPr/>
          </a:p>
        </p:txBody>
      </p:sp>
      <p:sp>
        <p:nvSpPr>
          <p:cNvPr id="823879521" name="Slide Number Placeholder 3"/>
          <p:cNvSpPr>
            <a:spLocks noGrp="1"/>
          </p:cNvSpPr>
          <p:nvPr>
            <p:ph type="sldNum" sz="quarter" idx="10"/>
          </p:nvPr>
        </p:nvSpPr>
        <p:spPr bwMode="auto"/>
        <p:txBody>
          <a:bodyPr/>
          <a:lstStyle/>
          <a:p>
            <a:pPr>
              <a:defRPr/>
            </a:pPr>
            <a:fld id="{8A748143-2164-A74B-C515-67071ADD9066}" type="slidenum">
              <a:rPr/>
              <a:t/>
            </a:fld>
            <a:endParaRPr/>
          </a:p>
        </p:txBody>
      </p:sp>
    </p:spTree>
  </p:cSld>
</p:notes>
</file>

<file path=ppt/notesSlides/notesSlide5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663877222" name="Slide Image Placeholder 1"/>
          <p:cNvSpPr>
            <a:spLocks noChangeAspect="1" noGrp="1" noRot="1"/>
          </p:cNvSpPr>
          <p:nvPr>
            <p:ph type="sldImg"/>
          </p:nvPr>
        </p:nvSpPr>
        <p:spPr bwMode="auto"/>
      </p:sp>
      <p:sp>
        <p:nvSpPr>
          <p:cNvPr id="973547607" name="Notes Placeholder 2"/>
          <p:cNvSpPr>
            <a:spLocks noGrp="1"/>
          </p:cNvSpPr>
          <p:nvPr>
            <p:ph type="body" idx="1"/>
          </p:nvPr>
        </p:nvSpPr>
        <p:spPr bwMode="auto"/>
        <p:txBody>
          <a:bodyPr/>
          <a:lstStyle/>
          <a:p>
            <a:pPr>
              <a:defRPr/>
            </a:pPr>
            <a:endParaRPr/>
          </a:p>
        </p:txBody>
      </p:sp>
      <p:sp>
        <p:nvSpPr>
          <p:cNvPr id="278942888" name="Slide Number Placeholder 3"/>
          <p:cNvSpPr>
            <a:spLocks noGrp="1"/>
          </p:cNvSpPr>
          <p:nvPr>
            <p:ph type="sldNum" sz="quarter" idx="10"/>
          </p:nvPr>
        </p:nvSpPr>
        <p:spPr bwMode="auto"/>
        <p:txBody>
          <a:bodyPr/>
          <a:lstStyle/>
          <a:p>
            <a:pPr>
              <a:defRPr/>
            </a:pPr>
            <a:fld id="{68D1219E-91ED-3BB1-4BC9-4025B457047D}" type="slidenum">
              <a:rPr/>
              <a:t/>
            </a:fld>
            <a:endParaRPr/>
          </a:p>
        </p:txBody>
      </p:sp>
    </p:spTree>
  </p:cSld>
</p:notes>
</file>

<file path=ppt/notesSlides/notesSlide5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67323957" name="Slide Image Placeholder 1"/>
          <p:cNvSpPr>
            <a:spLocks noChangeAspect="1" noGrp="1" noRot="1"/>
          </p:cNvSpPr>
          <p:nvPr>
            <p:ph type="sldImg"/>
          </p:nvPr>
        </p:nvSpPr>
        <p:spPr bwMode="auto"/>
      </p:sp>
      <p:sp>
        <p:nvSpPr>
          <p:cNvPr id="1294150572" name="Notes Placeholder 2"/>
          <p:cNvSpPr>
            <a:spLocks noGrp="1"/>
          </p:cNvSpPr>
          <p:nvPr>
            <p:ph type="body" idx="1"/>
          </p:nvPr>
        </p:nvSpPr>
        <p:spPr bwMode="auto"/>
        <p:txBody>
          <a:bodyPr/>
          <a:lstStyle/>
          <a:p>
            <a:pPr>
              <a:defRPr/>
            </a:pPr>
            <a:endParaRPr/>
          </a:p>
        </p:txBody>
      </p:sp>
      <p:sp>
        <p:nvSpPr>
          <p:cNvPr id="468130783" name="Slide Number Placeholder 3"/>
          <p:cNvSpPr>
            <a:spLocks noGrp="1"/>
          </p:cNvSpPr>
          <p:nvPr>
            <p:ph type="sldNum" sz="quarter" idx="10"/>
          </p:nvPr>
        </p:nvSpPr>
        <p:spPr bwMode="auto"/>
        <p:txBody>
          <a:bodyPr/>
          <a:lstStyle/>
          <a:p>
            <a:pPr>
              <a:defRPr/>
            </a:pPr>
            <a:fld id="{682382CA-B332-FB5B-F9DD-F3A5D60676F8}" type="slidenum">
              <a:rPr/>
              <a:t/>
            </a:fld>
            <a:endParaRPr/>
          </a:p>
        </p:txBody>
      </p:sp>
    </p:spTree>
  </p:cSld>
</p:notes>
</file>

<file path=ppt/notesSlides/notesSlide5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707745398" name="Slide Image Placeholder 1"/>
          <p:cNvSpPr>
            <a:spLocks noChangeAspect="1" noGrp="1" noRot="1"/>
          </p:cNvSpPr>
          <p:nvPr>
            <p:ph type="sldImg"/>
          </p:nvPr>
        </p:nvSpPr>
        <p:spPr bwMode="auto"/>
      </p:sp>
      <p:sp>
        <p:nvSpPr>
          <p:cNvPr id="718569823" name="Notes Placeholder 2"/>
          <p:cNvSpPr>
            <a:spLocks noGrp="1"/>
          </p:cNvSpPr>
          <p:nvPr>
            <p:ph type="body" idx="1"/>
          </p:nvPr>
        </p:nvSpPr>
        <p:spPr bwMode="auto"/>
        <p:txBody>
          <a:bodyPr/>
          <a:lstStyle/>
          <a:p>
            <a:pPr>
              <a:defRPr/>
            </a:pPr>
            <a:endParaRPr/>
          </a:p>
        </p:txBody>
      </p:sp>
      <p:sp>
        <p:nvSpPr>
          <p:cNvPr id="172746193" name="Slide Number Placeholder 3"/>
          <p:cNvSpPr>
            <a:spLocks noGrp="1"/>
          </p:cNvSpPr>
          <p:nvPr>
            <p:ph type="sldNum" sz="quarter" idx="10"/>
          </p:nvPr>
        </p:nvSpPr>
        <p:spPr bwMode="auto"/>
        <p:txBody>
          <a:bodyPr/>
          <a:lstStyle/>
          <a:p>
            <a:pPr>
              <a:defRPr/>
            </a:pPr>
            <a:fld id="{1A2EC1F6-7169-44CF-7C9B-4FCBC5FD6E07}" type="slidenum">
              <a:rPr/>
              <a:t/>
            </a:fld>
            <a:endParaRPr/>
          </a:p>
        </p:txBody>
      </p:sp>
    </p:spTree>
  </p:cSld>
</p:notes>
</file>

<file path=ppt/notesSlides/notesSlide5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885288256" name="Slide Image Placeholder 1"/>
          <p:cNvSpPr>
            <a:spLocks noChangeAspect="1" noGrp="1" noRot="1"/>
          </p:cNvSpPr>
          <p:nvPr>
            <p:ph type="sldImg"/>
          </p:nvPr>
        </p:nvSpPr>
        <p:spPr bwMode="auto"/>
      </p:sp>
      <p:sp>
        <p:nvSpPr>
          <p:cNvPr id="1894449096" name="Notes Placeholder 2"/>
          <p:cNvSpPr>
            <a:spLocks noGrp="1"/>
          </p:cNvSpPr>
          <p:nvPr>
            <p:ph type="body" idx="1"/>
          </p:nvPr>
        </p:nvSpPr>
        <p:spPr bwMode="auto"/>
        <p:txBody>
          <a:bodyPr/>
          <a:lstStyle/>
          <a:p>
            <a:pPr>
              <a:defRPr/>
            </a:pPr>
            <a:endParaRPr/>
          </a:p>
        </p:txBody>
      </p:sp>
      <p:sp>
        <p:nvSpPr>
          <p:cNvPr id="594253833" name="Slide Number Placeholder 3"/>
          <p:cNvSpPr>
            <a:spLocks noGrp="1"/>
          </p:cNvSpPr>
          <p:nvPr>
            <p:ph type="sldNum" sz="quarter" idx="10"/>
          </p:nvPr>
        </p:nvSpPr>
        <p:spPr bwMode="auto"/>
        <p:txBody>
          <a:bodyPr/>
          <a:lstStyle/>
          <a:p>
            <a:pPr>
              <a:defRPr/>
            </a:pPr>
            <a:fld id="{267F8EA3-12F4-3F85-9219-D3960B2276E0}" type="slidenum">
              <a:rPr/>
              <a:t/>
            </a:fld>
            <a:endParaRPr/>
          </a:p>
        </p:txBody>
      </p:sp>
    </p:spTree>
  </p:cSld>
</p:notes>
</file>

<file path=ppt/notesSlides/notesSlide5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761012225" name="Slide Image Placeholder 1"/>
          <p:cNvSpPr>
            <a:spLocks noChangeAspect="1" noGrp="1" noRot="1"/>
          </p:cNvSpPr>
          <p:nvPr>
            <p:ph type="sldImg"/>
          </p:nvPr>
        </p:nvSpPr>
        <p:spPr bwMode="auto"/>
      </p:sp>
      <p:sp>
        <p:nvSpPr>
          <p:cNvPr id="338137812" name="Notes Placeholder 2"/>
          <p:cNvSpPr>
            <a:spLocks noGrp="1"/>
          </p:cNvSpPr>
          <p:nvPr>
            <p:ph type="body" idx="1"/>
          </p:nvPr>
        </p:nvSpPr>
        <p:spPr bwMode="auto"/>
        <p:txBody>
          <a:bodyPr/>
          <a:lstStyle/>
          <a:p>
            <a:pPr>
              <a:defRPr/>
            </a:pPr>
            <a:endParaRPr/>
          </a:p>
        </p:txBody>
      </p:sp>
      <p:sp>
        <p:nvSpPr>
          <p:cNvPr id="649329317" name="Slide Number Placeholder 3"/>
          <p:cNvSpPr>
            <a:spLocks noGrp="1"/>
          </p:cNvSpPr>
          <p:nvPr>
            <p:ph type="sldNum" sz="quarter" idx="10"/>
          </p:nvPr>
        </p:nvSpPr>
        <p:spPr bwMode="auto"/>
        <p:txBody>
          <a:bodyPr/>
          <a:lstStyle/>
          <a:p>
            <a:pPr>
              <a:defRPr/>
            </a:pPr>
            <a:fld id="{B712E9BB-D333-8ED4-6D10-4C45EE0E36E8}" type="slidenum">
              <a:rPr/>
              <a:t/>
            </a:fld>
            <a:endParaRPr/>
          </a:p>
        </p:txBody>
      </p:sp>
    </p:spTree>
  </p:cSld>
</p:notes>
</file>

<file path=ppt/notesSlides/notesSlide5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544346049" name="Slide Image Placeholder 1"/>
          <p:cNvSpPr>
            <a:spLocks noChangeAspect="1" noGrp="1" noRot="1"/>
          </p:cNvSpPr>
          <p:nvPr>
            <p:ph type="sldImg"/>
          </p:nvPr>
        </p:nvSpPr>
        <p:spPr bwMode="auto"/>
      </p:sp>
      <p:sp>
        <p:nvSpPr>
          <p:cNvPr id="919368984" name="Notes Placeholder 2"/>
          <p:cNvSpPr>
            <a:spLocks noGrp="1"/>
          </p:cNvSpPr>
          <p:nvPr>
            <p:ph type="body" idx="1"/>
          </p:nvPr>
        </p:nvSpPr>
        <p:spPr bwMode="auto"/>
        <p:txBody>
          <a:bodyPr/>
          <a:lstStyle/>
          <a:p>
            <a:pPr>
              <a:defRPr/>
            </a:pPr>
            <a:endParaRPr/>
          </a:p>
        </p:txBody>
      </p:sp>
      <p:sp>
        <p:nvSpPr>
          <p:cNvPr id="1676097434" name="Slide Number Placeholder 3"/>
          <p:cNvSpPr>
            <a:spLocks noGrp="1"/>
          </p:cNvSpPr>
          <p:nvPr>
            <p:ph type="sldNum" sz="quarter" idx="10"/>
          </p:nvPr>
        </p:nvSpPr>
        <p:spPr bwMode="auto"/>
        <p:txBody>
          <a:bodyPr/>
          <a:lstStyle/>
          <a:p>
            <a:pPr>
              <a:defRPr/>
            </a:pPr>
            <a:fld id="{6936E887-3AEF-0998-E298-0B485444D5EE}" type="slidenum">
              <a:rPr/>
              <a:t/>
            </a:fld>
            <a:endParaRPr/>
          </a:p>
        </p:txBody>
      </p:sp>
    </p:spTree>
  </p:cSld>
</p:notes>
</file>

<file path=ppt/notesSlides/notesSlide5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658641972" name="Slide Image Placeholder 1"/>
          <p:cNvSpPr>
            <a:spLocks noChangeAspect="1" noGrp="1" noRot="1"/>
          </p:cNvSpPr>
          <p:nvPr>
            <p:ph type="sldImg"/>
          </p:nvPr>
        </p:nvSpPr>
        <p:spPr bwMode="auto"/>
      </p:sp>
      <p:sp>
        <p:nvSpPr>
          <p:cNvPr id="590414624" name="Notes Placeholder 2"/>
          <p:cNvSpPr>
            <a:spLocks noGrp="1"/>
          </p:cNvSpPr>
          <p:nvPr>
            <p:ph type="body" idx="1"/>
          </p:nvPr>
        </p:nvSpPr>
        <p:spPr bwMode="auto"/>
        <p:txBody>
          <a:bodyPr/>
          <a:lstStyle/>
          <a:p>
            <a:pPr>
              <a:defRPr/>
            </a:pPr>
            <a:endParaRPr/>
          </a:p>
        </p:txBody>
      </p:sp>
      <p:sp>
        <p:nvSpPr>
          <p:cNvPr id="1389148110" name="Slide Number Placeholder 3"/>
          <p:cNvSpPr>
            <a:spLocks noGrp="1"/>
          </p:cNvSpPr>
          <p:nvPr>
            <p:ph type="sldNum" sz="quarter" idx="10"/>
          </p:nvPr>
        </p:nvSpPr>
        <p:spPr bwMode="auto"/>
        <p:txBody>
          <a:bodyPr/>
          <a:lstStyle/>
          <a:p>
            <a:pPr>
              <a:defRPr/>
            </a:pPr>
            <a:fld id="{CE5B3D64-470D-A4FF-061C-967AFF047A19}" type="slidenum">
              <a:rPr/>
              <a:t/>
            </a:fld>
            <a:endParaRPr/>
          </a:p>
        </p:txBody>
      </p:sp>
    </p:spTree>
  </p:cSld>
</p:notes>
</file>

<file path=ppt/notesSlides/notesSlide5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509658403" name="Slide Image Placeholder 1"/>
          <p:cNvSpPr>
            <a:spLocks noChangeAspect="1" noGrp="1" noRot="1"/>
          </p:cNvSpPr>
          <p:nvPr>
            <p:ph type="sldImg"/>
          </p:nvPr>
        </p:nvSpPr>
        <p:spPr bwMode="auto"/>
      </p:sp>
      <p:sp>
        <p:nvSpPr>
          <p:cNvPr id="1371239601" name="Notes Placeholder 2"/>
          <p:cNvSpPr>
            <a:spLocks noGrp="1"/>
          </p:cNvSpPr>
          <p:nvPr>
            <p:ph type="body" idx="1"/>
          </p:nvPr>
        </p:nvSpPr>
        <p:spPr bwMode="auto"/>
        <p:txBody>
          <a:bodyPr/>
          <a:lstStyle/>
          <a:p>
            <a:pPr>
              <a:defRPr/>
            </a:pPr>
            <a:endParaRPr/>
          </a:p>
        </p:txBody>
      </p:sp>
      <p:sp>
        <p:nvSpPr>
          <p:cNvPr id="1856722104" name="Slide Number Placeholder 3"/>
          <p:cNvSpPr>
            <a:spLocks noGrp="1"/>
          </p:cNvSpPr>
          <p:nvPr>
            <p:ph type="sldNum" sz="quarter" idx="10"/>
          </p:nvPr>
        </p:nvSpPr>
        <p:spPr bwMode="auto"/>
        <p:txBody>
          <a:bodyPr/>
          <a:lstStyle/>
          <a:p>
            <a:pPr>
              <a:defRPr/>
            </a:pPr>
            <a:fld id="{0F532203-4342-242C-2321-AEF048EE09FD}" type="slidenum">
              <a:rPr/>
              <a:t/>
            </a:fld>
            <a:endParaRPr/>
          </a:p>
        </p:txBody>
      </p:sp>
    </p:spTree>
  </p:cSld>
</p:notes>
</file>

<file path=ppt/notesSlides/notesSlide5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691405844" name="Slide Image Placeholder 1"/>
          <p:cNvSpPr>
            <a:spLocks noChangeAspect="1" noGrp="1" noRot="1"/>
          </p:cNvSpPr>
          <p:nvPr>
            <p:ph type="sldImg"/>
          </p:nvPr>
        </p:nvSpPr>
        <p:spPr bwMode="auto"/>
      </p:sp>
      <p:sp>
        <p:nvSpPr>
          <p:cNvPr id="394660562" name="Notes Placeholder 2"/>
          <p:cNvSpPr>
            <a:spLocks noGrp="1"/>
          </p:cNvSpPr>
          <p:nvPr>
            <p:ph type="body" idx="1"/>
          </p:nvPr>
        </p:nvSpPr>
        <p:spPr bwMode="auto"/>
        <p:txBody>
          <a:bodyPr/>
          <a:lstStyle/>
          <a:p>
            <a:pPr>
              <a:defRPr/>
            </a:pPr>
            <a:endParaRPr/>
          </a:p>
        </p:txBody>
      </p:sp>
      <p:sp>
        <p:nvSpPr>
          <p:cNvPr id="1503206865" name="Slide Number Placeholder 3"/>
          <p:cNvSpPr>
            <a:spLocks noGrp="1"/>
          </p:cNvSpPr>
          <p:nvPr>
            <p:ph type="sldNum" sz="quarter" idx="10"/>
          </p:nvPr>
        </p:nvSpPr>
        <p:spPr bwMode="auto"/>
        <p:txBody>
          <a:bodyPr/>
          <a:lstStyle/>
          <a:p>
            <a:pPr>
              <a:defRPr/>
            </a:pPr>
            <a:fld id="{3FF6B5D5-48B5-FA6F-1A6B-AD806399E1A4}" type="slidenum">
              <a:rPr/>
              <a:t/>
            </a:fld>
            <a:endParaRPr/>
          </a:p>
        </p:txBody>
      </p:sp>
    </p:spTree>
  </p:cSld>
</p:notes>
</file>

<file path=ppt/notesSlides/notesSlide5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710661807" name="Slide Image Placeholder 1"/>
          <p:cNvSpPr>
            <a:spLocks noChangeAspect="1" noGrp="1" noRot="1"/>
          </p:cNvSpPr>
          <p:nvPr>
            <p:ph type="sldImg"/>
          </p:nvPr>
        </p:nvSpPr>
        <p:spPr bwMode="auto"/>
      </p:sp>
      <p:sp>
        <p:nvSpPr>
          <p:cNvPr id="1674782546" name="Notes Placeholder 2"/>
          <p:cNvSpPr>
            <a:spLocks noGrp="1"/>
          </p:cNvSpPr>
          <p:nvPr>
            <p:ph type="body" idx="1"/>
          </p:nvPr>
        </p:nvSpPr>
        <p:spPr bwMode="auto"/>
        <p:txBody>
          <a:bodyPr/>
          <a:lstStyle/>
          <a:p>
            <a:pPr>
              <a:defRPr/>
            </a:pPr>
            <a:endParaRPr/>
          </a:p>
        </p:txBody>
      </p:sp>
      <p:sp>
        <p:nvSpPr>
          <p:cNvPr id="730808866" name="Slide Number Placeholder 3"/>
          <p:cNvSpPr>
            <a:spLocks noGrp="1"/>
          </p:cNvSpPr>
          <p:nvPr>
            <p:ph type="sldNum" sz="quarter" idx="10"/>
          </p:nvPr>
        </p:nvSpPr>
        <p:spPr bwMode="auto"/>
        <p:txBody>
          <a:bodyPr/>
          <a:lstStyle/>
          <a:p>
            <a:pPr>
              <a:defRPr/>
            </a:pPr>
            <a:fld id="{723B1CE6-8E70-F93A-9DEF-722E41028DC1}" type="slidenum">
              <a:rPr/>
              <a:t/>
            </a:fld>
            <a:endParaRPr/>
          </a:p>
        </p:txBody>
      </p:sp>
    </p:spTree>
  </p:cSld>
</p:notes>
</file>

<file path=ppt/notesSlides/notesSlide6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155402210" name="Slide Image Placeholder 1"/>
          <p:cNvSpPr>
            <a:spLocks noChangeAspect="1" noGrp="1" noRot="1"/>
          </p:cNvSpPr>
          <p:nvPr>
            <p:ph type="sldImg"/>
          </p:nvPr>
        </p:nvSpPr>
        <p:spPr bwMode="auto"/>
      </p:sp>
      <p:sp>
        <p:nvSpPr>
          <p:cNvPr id="1290941572" name="Notes Placeholder 2"/>
          <p:cNvSpPr>
            <a:spLocks noGrp="1"/>
          </p:cNvSpPr>
          <p:nvPr>
            <p:ph type="body" idx="1"/>
          </p:nvPr>
        </p:nvSpPr>
        <p:spPr bwMode="auto"/>
        <p:txBody>
          <a:bodyPr/>
          <a:lstStyle/>
          <a:p>
            <a:pPr>
              <a:defRPr/>
            </a:pPr>
            <a:endParaRPr/>
          </a:p>
        </p:txBody>
      </p:sp>
      <p:sp>
        <p:nvSpPr>
          <p:cNvPr id="531584189" name="Slide Number Placeholder 3"/>
          <p:cNvSpPr>
            <a:spLocks noGrp="1"/>
          </p:cNvSpPr>
          <p:nvPr>
            <p:ph type="sldNum" sz="quarter" idx="10"/>
          </p:nvPr>
        </p:nvSpPr>
        <p:spPr bwMode="auto"/>
        <p:txBody>
          <a:bodyPr/>
          <a:lstStyle/>
          <a:p>
            <a:pPr>
              <a:defRPr/>
            </a:pPr>
            <a:fld id="{1BA286B5-E2D9-49BB-8CD3-004311BB335C}" type="slidenum">
              <a:rPr/>
              <a:t/>
            </a:fld>
            <a:endParaRPr/>
          </a:p>
        </p:txBody>
      </p:sp>
    </p:spTree>
  </p:cSld>
</p:notes>
</file>

<file path=ppt/notesSlides/notesSlide6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13125819" name="Slide Image Placeholder 1"/>
          <p:cNvSpPr>
            <a:spLocks noChangeAspect="1" noGrp="1" noRot="1"/>
          </p:cNvSpPr>
          <p:nvPr>
            <p:ph type="sldImg"/>
          </p:nvPr>
        </p:nvSpPr>
        <p:spPr bwMode="auto"/>
      </p:sp>
      <p:sp>
        <p:nvSpPr>
          <p:cNvPr id="807935390" name="Notes Placeholder 2"/>
          <p:cNvSpPr>
            <a:spLocks noGrp="1"/>
          </p:cNvSpPr>
          <p:nvPr>
            <p:ph type="body" idx="1"/>
          </p:nvPr>
        </p:nvSpPr>
        <p:spPr bwMode="auto"/>
        <p:txBody>
          <a:bodyPr/>
          <a:lstStyle/>
          <a:p>
            <a:pPr>
              <a:defRPr/>
            </a:pPr>
            <a:endParaRPr/>
          </a:p>
        </p:txBody>
      </p:sp>
      <p:sp>
        <p:nvSpPr>
          <p:cNvPr id="176137212" name="Slide Number Placeholder 3"/>
          <p:cNvSpPr>
            <a:spLocks noGrp="1"/>
          </p:cNvSpPr>
          <p:nvPr>
            <p:ph type="sldNum" sz="quarter" idx="10"/>
          </p:nvPr>
        </p:nvSpPr>
        <p:spPr bwMode="auto"/>
        <p:txBody>
          <a:bodyPr/>
          <a:lstStyle/>
          <a:p>
            <a:pPr>
              <a:defRPr/>
            </a:pPr>
            <a:fld id="{EE842676-90AF-6A07-993E-2D9EC4A354FC}" type="slidenum">
              <a:rPr/>
              <a:t/>
            </a:fld>
            <a:endParaRPr/>
          </a:p>
        </p:txBody>
      </p:sp>
    </p:spTree>
  </p:cSld>
</p:notes>
</file>

<file path=ppt/notesSlides/notesSlide6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173315620" name="Slide Image Placeholder 1"/>
          <p:cNvSpPr>
            <a:spLocks noChangeAspect="1" noGrp="1" noRot="1"/>
          </p:cNvSpPr>
          <p:nvPr>
            <p:ph type="sldImg"/>
          </p:nvPr>
        </p:nvSpPr>
        <p:spPr bwMode="auto"/>
      </p:sp>
      <p:sp>
        <p:nvSpPr>
          <p:cNvPr id="1377430710" name="Notes Placeholder 2"/>
          <p:cNvSpPr>
            <a:spLocks noGrp="1"/>
          </p:cNvSpPr>
          <p:nvPr>
            <p:ph type="body" idx="1"/>
          </p:nvPr>
        </p:nvSpPr>
        <p:spPr bwMode="auto"/>
        <p:txBody>
          <a:bodyPr/>
          <a:lstStyle/>
          <a:p>
            <a:pPr>
              <a:defRPr/>
            </a:pPr>
            <a:endParaRPr/>
          </a:p>
        </p:txBody>
      </p:sp>
      <p:sp>
        <p:nvSpPr>
          <p:cNvPr id="654729418" name="Slide Number Placeholder 3"/>
          <p:cNvSpPr>
            <a:spLocks noGrp="1"/>
          </p:cNvSpPr>
          <p:nvPr>
            <p:ph type="sldNum" sz="quarter" idx="10"/>
          </p:nvPr>
        </p:nvSpPr>
        <p:spPr bwMode="auto"/>
        <p:txBody>
          <a:bodyPr/>
          <a:lstStyle/>
          <a:p>
            <a:pPr>
              <a:defRPr/>
            </a:pPr>
            <a:fld id="{9FFC68E6-598B-6C6B-1292-8148DB0CE7BD}" type="slidenum">
              <a:rPr/>
              <a:t/>
            </a:fld>
            <a:endParaRPr/>
          </a:p>
        </p:txBody>
      </p:sp>
    </p:spTree>
  </p:cSld>
</p:notes>
</file>

<file path=ppt/notesSlides/notesSlide6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786717530" name="Slide Image Placeholder 1"/>
          <p:cNvSpPr>
            <a:spLocks noChangeArrowheads="1" noChangeAspect="1" noGrp="1" noRot="1" noTextEdit="1"/>
          </p:cNvSpPr>
          <p:nvPr>
            <p:ph type="sldImg"/>
          </p:nvPr>
        </p:nvSpPr>
        <p:spPr bwMode="auto">
          <a:ln/>
        </p:spPr>
      </p:sp>
      <p:sp>
        <p:nvSpPr>
          <p:cNvPr id="1275476961" name="Notes Placeholder 2"/>
          <p:cNvSpPr>
            <a:spLocks noChangeArrowheads="1" noGrp="1"/>
          </p:cNvSpPr>
          <p:nvPr>
            <p:ph type="body" idx="1"/>
          </p:nvPr>
        </p:nvSpPr>
        <p:spPr bwMode="auto">
          <a:prstGeom prst="rect">
            <a:avLst/>
          </a:prstGeom>
          <a:noFill/>
          <a:ln/>
        </p:spPr>
        <p:txBody>
          <a:bodyPr/>
          <a:lstStyle/>
          <a:p>
            <a:pPr>
              <a:defRPr/>
            </a:pPr>
            <a:endParaRPr lang="en-US">
              <a:latin typeface="Arial"/>
            </a:endParaRPr>
          </a:p>
        </p:txBody>
      </p:sp>
      <p:sp>
        <p:nvSpPr>
          <p:cNvPr id="227463096" name="Slide Number Placeholder 3"/>
          <p:cNvSpPr>
            <a:spLocks noChangeArrowheads="1" noGrp="1"/>
          </p:cNvSpPr>
          <p:nvPr>
            <p:ph type="sldNum" sz="quarter" idx="5"/>
          </p:nvPr>
        </p:nvSpPr>
        <p:spPr bwMode="auto">
          <a:prstGeom prst="rect">
            <a:avLst/>
          </a:prstGeom>
          <a:noFill/>
          <a:ln/>
        </p:spPr>
        <p:txBody>
          <a:bodyPr/>
          <a:lstStyle>
            <a:lvl1pPr defTabSz="931863">
              <a:defRPr sz="2400">
                <a:solidFill>
                  <a:schemeClr val="tx1"/>
                </a:solidFill>
                <a:latin typeface="Arial"/>
              </a:defRPr>
            </a:lvl1pPr>
            <a:lvl2pPr marL="742950" indent="-285750" defTabSz="931863">
              <a:defRPr sz="2400">
                <a:solidFill>
                  <a:schemeClr val="tx1"/>
                </a:solidFill>
                <a:latin typeface="Arial"/>
              </a:defRPr>
            </a:lvl2pPr>
            <a:lvl3pPr marL="1143000" indent="-228600" defTabSz="931863">
              <a:defRPr sz="2400">
                <a:solidFill>
                  <a:schemeClr val="tx1"/>
                </a:solidFill>
                <a:latin typeface="Arial"/>
              </a:defRPr>
            </a:lvl3pPr>
            <a:lvl4pPr marL="1600200" indent="-228600" defTabSz="931863">
              <a:defRPr sz="2400">
                <a:solidFill>
                  <a:schemeClr val="tx1"/>
                </a:solidFill>
                <a:latin typeface="Arial"/>
              </a:defRPr>
            </a:lvl4pPr>
            <a:lvl5pPr marL="2057400" indent="-228600" defTabSz="931863">
              <a:defRPr sz="2400">
                <a:solidFill>
                  <a:schemeClr val="tx1"/>
                </a:solidFill>
                <a:latin typeface="Arial"/>
              </a:defRPr>
            </a:lvl5pPr>
            <a:lvl6pPr marL="2514600" indent="-228600" defTabSz="931863">
              <a:spcBef>
                <a:spcPts val="0"/>
              </a:spcBef>
              <a:spcAft>
                <a:spcPts val="0"/>
              </a:spcAft>
              <a:defRPr sz="2400">
                <a:solidFill>
                  <a:schemeClr val="tx1"/>
                </a:solidFill>
                <a:latin typeface="Arial"/>
              </a:defRPr>
            </a:lvl6pPr>
            <a:lvl7pPr marL="2971800" indent="-228600" defTabSz="931863">
              <a:spcBef>
                <a:spcPts val="0"/>
              </a:spcBef>
              <a:spcAft>
                <a:spcPts val="0"/>
              </a:spcAft>
              <a:defRPr sz="2400">
                <a:solidFill>
                  <a:schemeClr val="tx1"/>
                </a:solidFill>
                <a:latin typeface="Arial"/>
              </a:defRPr>
            </a:lvl7pPr>
            <a:lvl8pPr marL="3429000" indent="-228600" defTabSz="931863">
              <a:spcBef>
                <a:spcPts val="0"/>
              </a:spcBef>
              <a:spcAft>
                <a:spcPts val="0"/>
              </a:spcAft>
              <a:defRPr sz="2400">
                <a:solidFill>
                  <a:schemeClr val="tx1"/>
                </a:solidFill>
                <a:latin typeface="Arial"/>
              </a:defRPr>
            </a:lvl8pPr>
            <a:lvl9pPr marL="3886200" indent="-228600" defTabSz="931863">
              <a:spcBef>
                <a:spcPts val="0"/>
              </a:spcBef>
              <a:spcAft>
                <a:spcPts val="0"/>
              </a:spcAft>
              <a:defRPr sz="2400">
                <a:solidFill>
                  <a:schemeClr val="tx1"/>
                </a:solidFill>
                <a:latin typeface="Arial"/>
              </a:defRPr>
            </a:lvl9pPr>
          </a:lstStyle>
          <a:p>
            <a:pPr>
              <a:defRPr/>
            </a:pPr>
            <a:fld id="{4F66553D-9D28-4BD3-BB4F-274F22CE8131}" type="slidenum">
              <a:rPr lang="en-US" sz="1200"/>
              <a:t>63</a:t>
            </a:fld>
            <a:endParaRPr lang="en-US" sz="1200"/>
          </a:p>
        </p:txBody>
      </p:sp>
    </p:spTree>
  </p:cSld>
</p:notes>
</file>

<file path=ppt/notesSlides/notesSlide6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315876300" name="Slide Image Placeholder 1"/>
          <p:cNvSpPr>
            <a:spLocks noChangeAspect="1" noGrp="1" noRot="1"/>
          </p:cNvSpPr>
          <p:nvPr>
            <p:ph type="sldImg"/>
          </p:nvPr>
        </p:nvSpPr>
        <p:spPr bwMode="auto"/>
      </p:sp>
      <p:sp>
        <p:nvSpPr>
          <p:cNvPr id="1814345111" name="Notes Placeholder 2"/>
          <p:cNvSpPr>
            <a:spLocks noGrp="1"/>
          </p:cNvSpPr>
          <p:nvPr>
            <p:ph type="body" idx="1"/>
          </p:nvPr>
        </p:nvSpPr>
        <p:spPr bwMode="auto"/>
        <p:txBody>
          <a:bodyPr/>
          <a:lstStyle/>
          <a:p>
            <a:pPr>
              <a:defRPr/>
            </a:pPr>
            <a:endParaRPr/>
          </a:p>
        </p:txBody>
      </p:sp>
      <p:sp>
        <p:nvSpPr>
          <p:cNvPr id="1533397362" name="Slide Number Placeholder 3"/>
          <p:cNvSpPr>
            <a:spLocks noGrp="1"/>
          </p:cNvSpPr>
          <p:nvPr>
            <p:ph type="sldNum" sz="quarter" idx="10"/>
          </p:nvPr>
        </p:nvSpPr>
        <p:spPr bwMode="auto"/>
        <p:txBody>
          <a:bodyPr/>
          <a:lstStyle/>
          <a:p>
            <a:pPr>
              <a:defRPr/>
            </a:pPr>
            <a:fld id="{5F60899B-F7AF-D38C-B2A0-3DAD4024B081}" type="slidenum">
              <a:rPr/>
              <a:t/>
            </a:fld>
            <a:endParaRPr/>
          </a:p>
        </p:txBody>
      </p:sp>
    </p:spTree>
  </p:cSld>
</p:notes>
</file>

<file path=ppt/notesSlides/notesSlide6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117310741" name="Slide Image Placeholder 1"/>
          <p:cNvSpPr>
            <a:spLocks noChangeAspect="1" noGrp="1" noRot="1"/>
          </p:cNvSpPr>
          <p:nvPr>
            <p:ph type="sldImg"/>
          </p:nvPr>
        </p:nvSpPr>
        <p:spPr bwMode="auto"/>
      </p:sp>
      <p:sp>
        <p:nvSpPr>
          <p:cNvPr id="1688849722" name="Notes Placeholder 2"/>
          <p:cNvSpPr>
            <a:spLocks noGrp="1"/>
          </p:cNvSpPr>
          <p:nvPr>
            <p:ph type="body" idx="1"/>
          </p:nvPr>
        </p:nvSpPr>
        <p:spPr bwMode="auto"/>
        <p:txBody>
          <a:bodyPr/>
          <a:lstStyle/>
          <a:p>
            <a:pPr>
              <a:defRPr/>
            </a:pPr>
            <a:endParaRPr/>
          </a:p>
        </p:txBody>
      </p:sp>
      <p:sp>
        <p:nvSpPr>
          <p:cNvPr id="165302641" name="Slide Number Placeholder 3"/>
          <p:cNvSpPr>
            <a:spLocks noGrp="1"/>
          </p:cNvSpPr>
          <p:nvPr>
            <p:ph type="sldNum" sz="quarter" idx="10"/>
          </p:nvPr>
        </p:nvSpPr>
        <p:spPr bwMode="auto"/>
        <p:txBody>
          <a:bodyPr/>
          <a:lstStyle/>
          <a:p>
            <a:pPr>
              <a:defRPr/>
            </a:pPr>
            <a:fld id="{89ED757E-C719-5E95-9D7E-8D771FA1AAFC}" type="slidenum">
              <a:rPr/>
              <a:t/>
            </a:fld>
            <a:endParaRPr/>
          </a:p>
        </p:txBody>
      </p:sp>
    </p:spTree>
  </p:cSld>
</p:notes>
</file>

<file path=ppt/notesSlides/notesSlide6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378975332" name="Slide Image Placeholder 1"/>
          <p:cNvSpPr>
            <a:spLocks noChangeAspect="1" noGrp="1" noRot="1"/>
          </p:cNvSpPr>
          <p:nvPr>
            <p:ph type="sldImg"/>
          </p:nvPr>
        </p:nvSpPr>
        <p:spPr bwMode="auto"/>
      </p:sp>
      <p:sp>
        <p:nvSpPr>
          <p:cNvPr id="765168313" name="Notes Placeholder 2"/>
          <p:cNvSpPr>
            <a:spLocks noGrp="1"/>
          </p:cNvSpPr>
          <p:nvPr>
            <p:ph type="body" idx="1"/>
          </p:nvPr>
        </p:nvSpPr>
        <p:spPr bwMode="auto"/>
        <p:txBody>
          <a:bodyPr/>
          <a:lstStyle/>
          <a:p>
            <a:pPr>
              <a:defRPr/>
            </a:pPr>
            <a:endParaRPr/>
          </a:p>
        </p:txBody>
      </p:sp>
      <p:sp>
        <p:nvSpPr>
          <p:cNvPr id="885754071" name="Slide Number Placeholder 3"/>
          <p:cNvSpPr>
            <a:spLocks noGrp="1"/>
          </p:cNvSpPr>
          <p:nvPr>
            <p:ph type="sldNum" sz="quarter" idx="10"/>
          </p:nvPr>
        </p:nvSpPr>
        <p:spPr bwMode="auto"/>
        <p:txBody>
          <a:bodyPr/>
          <a:lstStyle/>
          <a:p>
            <a:pPr>
              <a:defRPr/>
            </a:pPr>
            <a:fld id="{BEF807F7-9C33-E9DD-FEBE-3809946CC188}" type="slidenum">
              <a:rPr/>
              <a:t/>
            </a:fld>
            <a:endParaRPr/>
          </a:p>
        </p:txBody>
      </p:sp>
    </p:spTree>
  </p:cSld>
</p:notes>
</file>

<file path=ppt/notesSlides/notesSlide6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138809160" name="Slide Image Placeholder 1"/>
          <p:cNvSpPr>
            <a:spLocks noChangeAspect="1" noGrp="1" noRot="1"/>
          </p:cNvSpPr>
          <p:nvPr>
            <p:ph type="sldImg"/>
          </p:nvPr>
        </p:nvSpPr>
        <p:spPr bwMode="auto"/>
      </p:sp>
      <p:sp>
        <p:nvSpPr>
          <p:cNvPr id="2041601865" name="Notes Placeholder 2"/>
          <p:cNvSpPr>
            <a:spLocks noGrp="1"/>
          </p:cNvSpPr>
          <p:nvPr>
            <p:ph type="body" idx="1"/>
          </p:nvPr>
        </p:nvSpPr>
        <p:spPr bwMode="auto"/>
        <p:txBody>
          <a:bodyPr/>
          <a:lstStyle/>
          <a:p>
            <a:pPr>
              <a:defRPr/>
            </a:pPr>
            <a:endParaRPr/>
          </a:p>
        </p:txBody>
      </p:sp>
      <p:sp>
        <p:nvSpPr>
          <p:cNvPr id="1629655030" name="Slide Number Placeholder 3"/>
          <p:cNvSpPr>
            <a:spLocks noGrp="1"/>
          </p:cNvSpPr>
          <p:nvPr>
            <p:ph type="sldNum" sz="quarter" idx="10"/>
          </p:nvPr>
        </p:nvSpPr>
        <p:spPr bwMode="auto"/>
        <p:txBody>
          <a:bodyPr/>
          <a:lstStyle/>
          <a:p>
            <a:pPr>
              <a:defRPr/>
            </a:pPr>
            <a:fld id="{1F7921C1-737F-3E1C-617A-94647A4ABDD9}" type="slidenum">
              <a:rPr/>
              <a:t/>
            </a:fld>
            <a:endParaRPr/>
          </a:p>
        </p:txBody>
      </p:sp>
    </p:spTree>
  </p:cSld>
</p:notes>
</file>

<file path=ppt/notesSlides/notesSlide6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356929150" name="Slide Image Placeholder 1"/>
          <p:cNvSpPr>
            <a:spLocks noChangeAspect="1" noGrp="1" noRot="1"/>
          </p:cNvSpPr>
          <p:nvPr>
            <p:ph type="sldImg"/>
          </p:nvPr>
        </p:nvSpPr>
        <p:spPr bwMode="auto"/>
      </p:sp>
      <p:sp>
        <p:nvSpPr>
          <p:cNvPr id="1207209556" name="Notes Placeholder 2"/>
          <p:cNvSpPr>
            <a:spLocks noGrp="1"/>
          </p:cNvSpPr>
          <p:nvPr>
            <p:ph type="body" idx="1"/>
          </p:nvPr>
        </p:nvSpPr>
        <p:spPr bwMode="auto"/>
        <p:txBody>
          <a:bodyPr/>
          <a:lstStyle/>
          <a:p>
            <a:pPr>
              <a:defRPr/>
            </a:pPr>
            <a:endParaRPr/>
          </a:p>
        </p:txBody>
      </p:sp>
      <p:sp>
        <p:nvSpPr>
          <p:cNvPr id="649634604" name="Slide Number Placeholder 3"/>
          <p:cNvSpPr>
            <a:spLocks noGrp="1"/>
          </p:cNvSpPr>
          <p:nvPr>
            <p:ph type="sldNum" sz="quarter" idx="10"/>
          </p:nvPr>
        </p:nvSpPr>
        <p:spPr bwMode="auto"/>
        <p:txBody>
          <a:bodyPr/>
          <a:lstStyle/>
          <a:p>
            <a:pPr>
              <a:defRPr/>
            </a:pPr>
            <a:fld id="{B16CCE64-5FAD-A8A7-873C-1F6E57298B80}" type="slidenum">
              <a:rPr/>
              <a:t/>
            </a:fld>
            <a:endParaRPr/>
          </a:p>
        </p:txBody>
      </p:sp>
    </p:spTree>
  </p:cSld>
</p:notes>
</file>

<file path=ppt/notesSlides/notesSlide6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536068381" name="Slide Image Placeholder 1"/>
          <p:cNvSpPr>
            <a:spLocks noChangeAspect="1" noGrp="1" noRot="1"/>
          </p:cNvSpPr>
          <p:nvPr>
            <p:ph type="sldImg"/>
          </p:nvPr>
        </p:nvSpPr>
        <p:spPr bwMode="auto"/>
      </p:sp>
      <p:sp>
        <p:nvSpPr>
          <p:cNvPr id="917134844" name="Notes Placeholder 2"/>
          <p:cNvSpPr>
            <a:spLocks noGrp="1"/>
          </p:cNvSpPr>
          <p:nvPr>
            <p:ph type="body" idx="1"/>
          </p:nvPr>
        </p:nvSpPr>
        <p:spPr bwMode="auto"/>
        <p:txBody>
          <a:bodyPr/>
          <a:lstStyle/>
          <a:p>
            <a:pPr>
              <a:defRPr/>
            </a:pPr>
            <a:endParaRPr/>
          </a:p>
        </p:txBody>
      </p:sp>
      <p:sp>
        <p:nvSpPr>
          <p:cNvPr id="1084762133" name="Slide Number Placeholder 3"/>
          <p:cNvSpPr>
            <a:spLocks noGrp="1"/>
          </p:cNvSpPr>
          <p:nvPr>
            <p:ph type="sldNum" sz="quarter" idx="10"/>
          </p:nvPr>
        </p:nvSpPr>
        <p:spPr bwMode="auto"/>
        <p:txBody>
          <a:bodyPr/>
          <a:lstStyle/>
          <a:p>
            <a:pPr>
              <a:defRPr/>
            </a:pPr>
            <a:fld id="{F129E88E-8D63-1147-5CB2-016731EFECCF}" type="slidenum">
              <a:rPr/>
              <a:t/>
            </a:fld>
            <a:endParaRPr/>
          </a:p>
        </p:txBody>
      </p:sp>
    </p:spTree>
  </p:cSld>
</p:notes>
</file>

<file path=ppt/notesSlides/notesSlide7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83450182" name="Slide Image Placeholder 1"/>
          <p:cNvSpPr>
            <a:spLocks noChangeAspect="1" noGrp="1" noRot="1"/>
          </p:cNvSpPr>
          <p:nvPr>
            <p:ph type="sldImg"/>
          </p:nvPr>
        </p:nvSpPr>
        <p:spPr bwMode="auto"/>
      </p:sp>
      <p:sp>
        <p:nvSpPr>
          <p:cNvPr id="472468811" name="Notes Placeholder 2"/>
          <p:cNvSpPr>
            <a:spLocks noGrp="1"/>
          </p:cNvSpPr>
          <p:nvPr>
            <p:ph type="body" idx="1"/>
          </p:nvPr>
        </p:nvSpPr>
        <p:spPr bwMode="auto"/>
        <p:txBody>
          <a:bodyPr/>
          <a:lstStyle/>
          <a:p>
            <a:pPr>
              <a:defRPr/>
            </a:pPr>
            <a:endParaRPr/>
          </a:p>
        </p:txBody>
      </p:sp>
      <p:sp>
        <p:nvSpPr>
          <p:cNvPr id="77747081" name="Slide Number Placeholder 3"/>
          <p:cNvSpPr>
            <a:spLocks noGrp="1"/>
          </p:cNvSpPr>
          <p:nvPr>
            <p:ph type="sldNum" sz="quarter" idx="10"/>
          </p:nvPr>
        </p:nvSpPr>
        <p:spPr bwMode="auto"/>
        <p:txBody>
          <a:bodyPr/>
          <a:lstStyle/>
          <a:p>
            <a:pPr>
              <a:defRPr/>
            </a:pPr>
            <a:fld id="{8AC5BB74-2404-2166-2ABF-A9BB31AA94E5}" type="slidenum">
              <a:rPr/>
              <a:t/>
            </a:fld>
            <a:endParaRPr/>
          </a:p>
        </p:txBody>
      </p:sp>
    </p:spTree>
  </p:cSld>
</p:notes>
</file>

<file path=ppt/notesSlides/notesSlide7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932058724" name="Slide Image Placeholder 1"/>
          <p:cNvSpPr>
            <a:spLocks noChangeAspect="1" noGrp="1" noRot="1"/>
          </p:cNvSpPr>
          <p:nvPr>
            <p:ph type="sldImg"/>
          </p:nvPr>
        </p:nvSpPr>
        <p:spPr bwMode="auto"/>
      </p:sp>
      <p:sp>
        <p:nvSpPr>
          <p:cNvPr id="921189026" name="Notes Placeholder 2"/>
          <p:cNvSpPr>
            <a:spLocks noGrp="1"/>
          </p:cNvSpPr>
          <p:nvPr>
            <p:ph type="body" idx="1"/>
          </p:nvPr>
        </p:nvSpPr>
        <p:spPr bwMode="auto"/>
        <p:txBody>
          <a:bodyPr/>
          <a:lstStyle/>
          <a:p>
            <a:pPr>
              <a:defRPr/>
            </a:pPr>
            <a:endParaRPr/>
          </a:p>
        </p:txBody>
      </p:sp>
      <p:sp>
        <p:nvSpPr>
          <p:cNvPr id="1935696347" name="Slide Number Placeholder 3"/>
          <p:cNvSpPr>
            <a:spLocks noGrp="1"/>
          </p:cNvSpPr>
          <p:nvPr>
            <p:ph type="sldNum" sz="quarter" idx="10"/>
          </p:nvPr>
        </p:nvSpPr>
        <p:spPr bwMode="auto"/>
        <p:txBody>
          <a:bodyPr/>
          <a:lstStyle/>
          <a:p>
            <a:pPr>
              <a:defRPr/>
            </a:pPr>
            <a:fld id="{EA324EEB-8221-2D0B-4A2B-8C4941DE7A71}" type="slidenum">
              <a:rPr/>
              <a:t/>
            </a:fld>
            <a:endParaRPr/>
          </a:p>
        </p:txBody>
      </p:sp>
    </p:spTree>
  </p:cSld>
</p:notes>
</file>

<file path=ppt/notesSlides/notesSlide7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896303054" name="Slide Image Placeholder 1"/>
          <p:cNvSpPr>
            <a:spLocks noChangeArrowheads="1" noChangeAspect="1" noGrp="1" noRot="1" noTextEdit="1"/>
          </p:cNvSpPr>
          <p:nvPr>
            <p:ph type="sldImg"/>
          </p:nvPr>
        </p:nvSpPr>
        <p:spPr bwMode="auto">
          <a:ln/>
        </p:spPr>
      </p:sp>
      <p:sp>
        <p:nvSpPr>
          <p:cNvPr id="2130372076" name="Notes Placeholder 2"/>
          <p:cNvSpPr>
            <a:spLocks noChangeArrowheads="1" noGrp="1"/>
          </p:cNvSpPr>
          <p:nvPr>
            <p:ph type="body" idx="1"/>
          </p:nvPr>
        </p:nvSpPr>
        <p:spPr bwMode="auto">
          <a:prstGeom prst="rect">
            <a:avLst/>
          </a:prstGeom>
          <a:noFill/>
          <a:ln/>
        </p:spPr>
        <p:txBody>
          <a:bodyPr/>
          <a:lstStyle/>
          <a:p>
            <a:pPr>
              <a:defRPr/>
            </a:pPr>
            <a:endParaRPr lang="en-US">
              <a:latin typeface="Arial"/>
            </a:endParaRPr>
          </a:p>
        </p:txBody>
      </p:sp>
      <p:sp>
        <p:nvSpPr>
          <p:cNvPr id="1511464311" name="Slide Number Placeholder 3"/>
          <p:cNvSpPr>
            <a:spLocks noChangeArrowheads="1" noGrp="1"/>
          </p:cNvSpPr>
          <p:nvPr>
            <p:ph type="sldNum" sz="quarter" idx="5"/>
          </p:nvPr>
        </p:nvSpPr>
        <p:spPr bwMode="auto">
          <a:prstGeom prst="rect">
            <a:avLst/>
          </a:prstGeom>
          <a:noFill/>
          <a:ln/>
        </p:spPr>
        <p:txBody>
          <a:bodyPr/>
          <a:lstStyle>
            <a:lvl1pPr defTabSz="931863">
              <a:defRPr sz="2400">
                <a:solidFill>
                  <a:schemeClr val="tx1"/>
                </a:solidFill>
                <a:latin typeface="Arial"/>
              </a:defRPr>
            </a:lvl1pPr>
            <a:lvl2pPr marL="742950" indent="-285750" defTabSz="931863">
              <a:defRPr sz="2400">
                <a:solidFill>
                  <a:schemeClr val="tx1"/>
                </a:solidFill>
                <a:latin typeface="Arial"/>
              </a:defRPr>
            </a:lvl2pPr>
            <a:lvl3pPr marL="1143000" indent="-228600" defTabSz="931863">
              <a:defRPr sz="2400">
                <a:solidFill>
                  <a:schemeClr val="tx1"/>
                </a:solidFill>
                <a:latin typeface="Arial"/>
              </a:defRPr>
            </a:lvl3pPr>
            <a:lvl4pPr marL="1600200" indent="-228600" defTabSz="931863">
              <a:defRPr sz="2400">
                <a:solidFill>
                  <a:schemeClr val="tx1"/>
                </a:solidFill>
                <a:latin typeface="Arial"/>
              </a:defRPr>
            </a:lvl4pPr>
            <a:lvl5pPr marL="2057400" indent="-228600" defTabSz="931863">
              <a:defRPr sz="2400">
                <a:solidFill>
                  <a:schemeClr val="tx1"/>
                </a:solidFill>
                <a:latin typeface="Arial"/>
              </a:defRPr>
            </a:lvl5pPr>
            <a:lvl6pPr marL="2514600" indent="-228600" defTabSz="931863">
              <a:spcBef>
                <a:spcPts val="0"/>
              </a:spcBef>
              <a:spcAft>
                <a:spcPts val="0"/>
              </a:spcAft>
              <a:defRPr sz="2400">
                <a:solidFill>
                  <a:schemeClr val="tx1"/>
                </a:solidFill>
                <a:latin typeface="Arial"/>
              </a:defRPr>
            </a:lvl6pPr>
            <a:lvl7pPr marL="2971800" indent="-228600" defTabSz="931863">
              <a:spcBef>
                <a:spcPts val="0"/>
              </a:spcBef>
              <a:spcAft>
                <a:spcPts val="0"/>
              </a:spcAft>
              <a:defRPr sz="2400">
                <a:solidFill>
                  <a:schemeClr val="tx1"/>
                </a:solidFill>
                <a:latin typeface="Arial"/>
              </a:defRPr>
            </a:lvl7pPr>
            <a:lvl8pPr marL="3429000" indent="-228600" defTabSz="931863">
              <a:spcBef>
                <a:spcPts val="0"/>
              </a:spcBef>
              <a:spcAft>
                <a:spcPts val="0"/>
              </a:spcAft>
              <a:defRPr sz="2400">
                <a:solidFill>
                  <a:schemeClr val="tx1"/>
                </a:solidFill>
                <a:latin typeface="Arial"/>
              </a:defRPr>
            </a:lvl8pPr>
            <a:lvl9pPr marL="3886200" indent="-228600" defTabSz="931863">
              <a:spcBef>
                <a:spcPts val="0"/>
              </a:spcBef>
              <a:spcAft>
                <a:spcPts val="0"/>
              </a:spcAft>
              <a:defRPr sz="2400">
                <a:solidFill>
                  <a:schemeClr val="tx1"/>
                </a:solidFill>
                <a:latin typeface="Arial"/>
              </a:defRPr>
            </a:lvl9pPr>
          </a:lstStyle>
          <a:p>
            <a:pPr>
              <a:defRPr/>
            </a:pPr>
            <a:fld id="{7486A403-70BC-4BD9-8C1F-DECCB64D0A96}" type="slidenum">
              <a:rPr lang="en-US" sz="1200"/>
              <a:t>72</a:t>
            </a:fld>
            <a:endParaRPr lang="en-US" sz="1200"/>
          </a:p>
        </p:txBody>
      </p:sp>
    </p:spTree>
  </p:cSld>
</p:notes>
</file>

<file path=ppt/notesSlides/notesSlide7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783108019" name="Slide Image Placeholder 1"/>
          <p:cNvSpPr>
            <a:spLocks noChangeAspect="1" noGrp="1" noRot="1"/>
          </p:cNvSpPr>
          <p:nvPr>
            <p:ph type="sldImg"/>
          </p:nvPr>
        </p:nvSpPr>
        <p:spPr bwMode="auto"/>
      </p:sp>
      <p:sp>
        <p:nvSpPr>
          <p:cNvPr id="1780470769" name="Notes Placeholder 2"/>
          <p:cNvSpPr>
            <a:spLocks noGrp="1"/>
          </p:cNvSpPr>
          <p:nvPr>
            <p:ph type="body" idx="1"/>
          </p:nvPr>
        </p:nvSpPr>
        <p:spPr bwMode="auto"/>
        <p:txBody>
          <a:bodyPr/>
          <a:lstStyle/>
          <a:p>
            <a:pPr>
              <a:defRPr/>
            </a:pPr>
            <a:endParaRPr/>
          </a:p>
        </p:txBody>
      </p:sp>
      <p:sp>
        <p:nvSpPr>
          <p:cNvPr id="6730387" name="Slide Number Placeholder 3"/>
          <p:cNvSpPr>
            <a:spLocks noGrp="1"/>
          </p:cNvSpPr>
          <p:nvPr>
            <p:ph type="sldNum" sz="quarter" idx="10"/>
          </p:nvPr>
        </p:nvSpPr>
        <p:spPr bwMode="auto"/>
        <p:txBody>
          <a:bodyPr/>
          <a:lstStyle/>
          <a:p>
            <a:pPr>
              <a:defRPr/>
            </a:pPr>
            <a:fld id="{6391FB97-A018-9A25-DF2B-4337BEC27C43}" type="slidenum">
              <a:rPr/>
              <a:t/>
            </a:fld>
            <a:endParaRPr/>
          </a:p>
        </p:txBody>
      </p:sp>
    </p:spTree>
  </p:cSld>
</p:notes>
</file>

<file path=ppt/notesSlides/notesSlide7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924708988" name="Slide Image Placeholder 1"/>
          <p:cNvSpPr>
            <a:spLocks noChangeAspect="1" noGrp="1" noRot="1"/>
          </p:cNvSpPr>
          <p:nvPr>
            <p:ph type="sldImg"/>
          </p:nvPr>
        </p:nvSpPr>
        <p:spPr bwMode="auto"/>
      </p:sp>
      <p:sp>
        <p:nvSpPr>
          <p:cNvPr id="854840312" name="Notes Placeholder 2"/>
          <p:cNvSpPr>
            <a:spLocks noGrp="1"/>
          </p:cNvSpPr>
          <p:nvPr>
            <p:ph type="body" idx="1"/>
          </p:nvPr>
        </p:nvSpPr>
        <p:spPr bwMode="auto"/>
        <p:txBody>
          <a:bodyPr/>
          <a:lstStyle/>
          <a:p>
            <a:pPr>
              <a:defRPr/>
            </a:pPr>
            <a:endParaRPr/>
          </a:p>
        </p:txBody>
      </p:sp>
      <p:sp>
        <p:nvSpPr>
          <p:cNvPr id="410550658" name="Slide Number Placeholder 3"/>
          <p:cNvSpPr>
            <a:spLocks noGrp="1"/>
          </p:cNvSpPr>
          <p:nvPr>
            <p:ph type="sldNum" sz="quarter" idx="10"/>
          </p:nvPr>
        </p:nvSpPr>
        <p:spPr bwMode="auto"/>
        <p:txBody>
          <a:bodyPr/>
          <a:lstStyle/>
          <a:p>
            <a:pPr>
              <a:defRPr/>
            </a:pPr>
            <a:fld id="{4A411F18-680B-EA6D-5235-D56A39356C9C}" type="slidenum">
              <a:rPr/>
              <a:t/>
            </a:fld>
            <a:endParaRPr/>
          </a:p>
        </p:txBody>
      </p:sp>
    </p:spTree>
  </p:cSld>
</p:notes>
</file>

<file path=ppt/notesSlides/notesSlide7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448053874" name="Slide Image Placeholder 1"/>
          <p:cNvSpPr>
            <a:spLocks noChangeAspect="1" noGrp="1" noRot="1"/>
          </p:cNvSpPr>
          <p:nvPr>
            <p:ph type="sldImg"/>
          </p:nvPr>
        </p:nvSpPr>
        <p:spPr bwMode="auto"/>
      </p:sp>
      <p:sp>
        <p:nvSpPr>
          <p:cNvPr id="1015865418" name="Notes Placeholder 2"/>
          <p:cNvSpPr>
            <a:spLocks noGrp="1"/>
          </p:cNvSpPr>
          <p:nvPr>
            <p:ph type="body" idx="1"/>
          </p:nvPr>
        </p:nvSpPr>
        <p:spPr bwMode="auto"/>
        <p:txBody>
          <a:bodyPr/>
          <a:lstStyle/>
          <a:p>
            <a:pPr>
              <a:defRPr/>
            </a:pPr>
            <a:endParaRPr/>
          </a:p>
        </p:txBody>
      </p:sp>
      <p:sp>
        <p:nvSpPr>
          <p:cNvPr id="978258607" name="Slide Number Placeholder 3"/>
          <p:cNvSpPr>
            <a:spLocks noGrp="1"/>
          </p:cNvSpPr>
          <p:nvPr>
            <p:ph type="sldNum" sz="quarter" idx="10"/>
          </p:nvPr>
        </p:nvSpPr>
        <p:spPr bwMode="auto"/>
        <p:txBody>
          <a:bodyPr/>
          <a:lstStyle/>
          <a:p>
            <a:pPr>
              <a:defRPr/>
            </a:pPr>
            <a:fld id="{2E46EFED-597A-86D8-197C-240B1CC4683C}" type="slidenum">
              <a:rPr/>
              <a:t/>
            </a:fld>
            <a:endParaRPr/>
          </a:p>
        </p:txBody>
      </p:sp>
    </p:spTree>
  </p:cSld>
</p:notes>
</file>

<file path=ppt/notesSlides/notesSlide7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415460628" name="Slide Image Placeholder 1"/>
          <p:cNvSpPr>
            <a:spLocks noChangeAspect="1" noGrp="1" noRot="1"/>
          </p:cNvSpPr>
          <p:nvPr>
            <p:ph type="sldImg"/>
          </p:nvPr>
        </p:nvSpPr>
        <p:spPr bwMode="auto"/>
      </p:sp>
      <p:sp>
        <p:nvSpPr>
          <p:cNvPr id="1616390715" name="Notes Placeholder 2"/>
          <p:cNvSpPr>
            <a:spLocks noGrp="1"/>
          </p:cNvSpPr>
          <p:nvPr>
            <p:ph type="body" idx="1"/>
          </p:nvPr>
        </p:nvSpPr>
        <p:spPr bwMode="auto"/>
        <p:txBody>
          <a:bodyPr/>
          <a:lstStyle/>
          <a:p>
            <a:pPr>
              <a:defRPr/>
            </a:pPr>
            <a:endParaRPr/>
          </a:p>
        </p:txBody>
      </p:sp>
      <p:sp>
        <p:nvSpPr>
          <p:cNvPr id="962165551" name="Slide Number Placeholder 3"/>
          <p:cNvSpPr>
            <a:spLocks noGrp="1"/>
          </p:cNvSpPr>
          <p:nvPr>
            <p:ph type="sldNum" sz="quarter" idx="10"/>
          </p:nvPr>
        </p:nvSpPr>
        <p:spPr bwMode="auto"/>
        <p:txBody>
          <a:bodyPr/>
          <a:lstStyle/>
          <a:p>
            <a:pPr>
              <a:defRPr/>
            </a:pPr>
            <a:fld id="{8FECCD51-2E90-8BB9-F468-EAF018DE68BF}" type="slidenum">
              <a:rPr/>
              <a:t/>
            </a:fld>
            <a:endParaRPr/>
          </a:p>
        </p:txBody>
      </p:sp>
    </p:spTree>
  </p:cSld>
</p:notes>
</file>

<file path=ppt/notesSlides/notesSlide7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816279952" name="Slide Image Placeholder 1"/>
          <p:cNvSpPr>
            <a:spLocks noChangeAspect="1" noGrp="1" noRot="1"/>
          </p:cNvSpPr>
          <p:nvPr>
            <p:ph type="sldImg"/>
          </p:nvPr>
        </p:nvSpPr>
        <p:spPr bwMode="auto"/>
      </p:sp>
      <p:sp>
        <p:nvSpPr>
          <p:cNvPr id="186021432" name="Notes Placeholder 2"/>
          <p:cNvSpPr>
            <a:spLocks noGrp="1"/>
          </p:cNvSpPr>
          <p:nvPr>
            <p:ph type="body" idx="1"/>
          </p:nvPr>
        </p:nvSpPr>
        <p:spPr bwMode="auto"/>
        <p:txBody>
          <a:bodyPr/>
          <a:lstStyle/>
          <a:p>
            <a:pPr>
              <a:defRPr/>
            </a:pPr>
            <a:endParaRPr/>
          </a:p>
        </p:txBody>
      </p:sp>
      <p:sp>
        <p:nvSpPr>
          <p:cNvPr id="1447423374" name="Slide Number Placeholder 3"/>
          <p:cNvSpPr>
            <a:spLocks noGrp="1"/>
          </p:cNvSpPr>
          <p:nvPr>
            <p:ph type="sldNum" sz="quarter" idx="10"/>
          </p:nvPr>
        </p:nvSpPr>
        <p:spPr bwMode="auto"/>
        <p:txBody>
          <a:bodyPr/>
          <a:lstStyle/>
          <a:p>
            <a:pPr>
              <a:defRPr/>
            </a:pPr>
            <a:fld id="{FAD709B7-BCAB-378D-25B0-D18748453730}" type="slidenum">
              <a:rPr/>
              <a:t/>
            </a:fld>
            <a:endParaRPr/>
          </a:p>
        </p:txBody>
      </p:sp>
    </p:spTree>
  </p:cSld>
</p:notes>
</file>

<file path=ppt/notesSlides/notesSlide7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48825146" name="Slide Image Placeholder 1"/>
          <p:cNvSpPr>
            <a:spLocks noChangeAspect="1" noGrp="1" noRot="1"/>
          </p:cNvSpPr>
          <p:nvPr>
            <p:ph type="sldImg"/>
          </p:nvPr>
        </p:nvSpPr>
        <p:spPr bwMode="auto"/>
      </p:sp>
      <p:sp>
        <p:nvSpPr>
          <p:cNvPr id="538278957" name="Notes Placeholder 2"/>
          <p:cNvSpPr>
            <a:spLocks noGrp="1"/>
          </p:cNvSpPr>
          <p:nvPr>
            <p:ph type="body" idx="1"/>
          </p:nvPr>
        </p:nvSpPr>
        <p:spPr bwMode="auto"/>
        <p:txBody>
          <a:bodyPr/>
          <a:lstStyle/>
          <a:p>
            <a:pPr>
              <a:defRPr/>
            </a:pPr>
            <a:endParaRPr/>
          </a:p>
        </p:txBody>
      </p:sp>
      <p:sp>
        <p:nvSpPr>
          <p:cNvPr id="822982280" name="Slide Number Placeholder 3"/>
          <p:cNvSpPr>
            <a:spLocks noGrp="1"/>
          </p:cNvSpPr>
          <p:nvPr>
            <p:ph type="sldNum" sz="quarter" idx="10"/>
          </p:nvPr>
        </p:nvSpPr>
        <p:spPr bwMode="auto"/>
        <p:txBody>
          <a:bodyPr/>
          <a:lstStyle/>
          <a:p>
            <a:pPr>
              <a:defRPr/>
            </a:pPr>
            <a:fld id="{1D87873F-02EA-4D20-3AF2-DCFFF86F4A06}" type="slidenum">
              <a:rPr/>
              <a:t/>
            </a:fld>
            <a:endParaRPr/>
          </a:p>
        </p:txBody>
      </p:sp>
    </p:spTree>
  </p:cSld>
</p:notes>
</file>

<file path=ppt/notesSlides/notesSlide7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31499336" name="Slide Image Placeholder 1"/>
          <p:cNvSpPr>
            <a:spLocks noChangeAspect="1" noGrp="1" noRot="1"/>
          </p:cNvSpPr>
          <p:nvPr>
            <p:ph type="sldImg"/>
          </p:nvPr>
        </p:nvSpPr>
        <p:spPr bwMode="auto"/>
      </p:sp>
      <p:sp>
        <p:nvSpPr>
          <p:cNvPr id="961525035" name="Notes Placeholder 2"/>
          <p:cNvSpPr>
            <a:spLocks noGrp="1"/>
          </p:cNvSpPr>
          <p:nvPr>
            <p:ph type="body" idx="1"/>
          </p:nvPr>
        </p:nvSpPr>
        <p:spPr bwMode="auto"/>
        <p:txBody>
          <a:bodyPr/>
          <a:lstStyle/>
          <a:p>
            <a:pPr>
              <a:defRPr/>
            </a:pPr>
            <a:endParaRPr/>
          </a:p>
        </p:txBody>
      </p:sp>
      <p:sp>
        <p:nvSpPr>
          <p:cNvPr id="791948189" name="Slide Number Placeholder 3"/>
          <p:cNvSpPr>
            <a:spLocks noGrp="1"/>
          </p:cNvSpPr>
          <p:nvPr>
            <p:ph type="sldNum" sz="quarter" idx="10"/>
          </p:nvPr>
        </p:nvSpPr>
        <p:spPr bwMode="auto"/>
        <p:txBody>
          <a:bodyPr/>
          <a:lstStyle/>
          <a:p>
            <a:pPr>
              <a:defRPr/>
            </a:pPr>
            <a:fld id="{2C3591F4-297F-1B91-5B68-2A83AA6EEB18}" type="slidenum">
              <a:rPr/>
              <a:t/>
            </a:fld>
            <a:endParaRPr/>
          </a:p>
        </p:txBody>
      </p:sp>
    </p:spTree>
  </p:cSld>
</p:notes>
</file>

<file path=ppt/notesSlides/notesSlide8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170628781" name="Slide Image Placeholder 1"/>
          <p:cNvSpPr>
            <a:spLocks noChangeAspect="1" noGrp="1" noRot="1"/>
          </p:cNvSpPr>
          <p:nvPr>
            <p:ph type="sldImg"/>
          </p:nvPr>
        </p:nvSpPr>
        <p:spPr bwMode="auto"/>
      </p:sp>
      <p:sp>
        <p:nvSpPr>
          <p:cNvPr id="1170682921" name="Notes Placeholder 2"/>
          <p:cNvSpPr>
            <a:spLocks noGrp="1"/>
          </p:cNvSpPr>
          <p:nvPr>
            <p:ph type="body" idx="1"/>
          </p:nvPr>
        </p:nvSpPr>
        <p:spPr bwMode="auto"/>
        <p:txBody>
          <a:bodyPr/>
          <a:lstStyle/>
          <a:p>
            <a:pPr>
              <a:defRPr/>
            </a:pPr>
            <a:endParaRPr/>
          </a:p>
        </p:txBody>
      </p:sp>
      <p:sp>
        <p:nvSpPr>
          <p:cNvPr id="617086272" name="Slide Number Placeholder 3"/>
          <p:cNvSpPr>
            <a:spLocks noGrp="1"/>
          </p:cNvSpPr>
          <p:nvPr>
            <p:ph type="sldNum" sz="quarter" idx="10"/>
          </p:nvPr>
        </p:nvSpPr>
        <p:spPr bwMode="auto"/>
        <p:txBody>
          <a:bodyPr/>
          <a:lstStyle/>
          <a:p>
            <a:pPr>
              <a:defRPr/>
            </a:pPr>
            <a:fld id="{7C1F50E2-C060-06F2-5C27-BFA054ABE3C8}" type="slidenum">
              <a:rPr/>
              <a:t/>
            </a:fld>
            <a:endParaRPr/>
          </a:p>
        </p:txBody>
      </p:sp>
    </p:spTree>
  </p:cSld>
</p:notes>
</file>

<file path=ppt/notesSlides/notesSlide8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793927571" name="Slide Image Placeholder 1"/>
          <p:cNvSpPr>
            <a:spLocks noChangeAspect="1" noGrp="1" noRot="1"/>
          </p:cNvSpPr>
          <p:nvPr>
            <p:ph type="sldImg"/>
          </p:nvPr>
        </p:nvSpPr>
        <p:spPr bwMode="auto"/>
      </p:sp>
      <p:sp>
        <p:nvSpPr>
          <p:cNvPr id="259587196" name="Notes Placeholder 2"/>
          <p:cNvSpPr>
            <a:spLocks noGrp="1"/>
          </p:cNvSpPr>
          <p:nvPr>
            <p:ph type="body" idx="1"/>
          </p:nvPr>
        </p:nvSpPr>
        <p:spPr bwMode="auto"/>
        <p:txBody>
          <a:bodyPr/>
          <a:lstStyle/>
          <a:p>
            <a:pPr>
              <a:defRPr/>
            </a:pPr>
            <a:endParaRPr/>
          </a:p>
        </p:txBody>
      </p:sp>
      <p:sp>
        <p:nvSpPr>
          <p:cNvPr id="1987680001" name="Slide Number Placeholder 3"/>
          <p:cNvSpPr>
            <a:spLocks noGrp="1"/>
          </p:cNvSpPr>
          <p:nvPr>
            <p:ph type="sldNum" sz="quarter" idx="10"/>
          </p:nvPr>
        </p:nvSpPr>
        <p:spPr bwMode="auto"/>
        <p:txBody>
          <a:bodyPr/>
          <a:lstStyle/>
          <a:p>
            <a:pPr>
              <a:defRPr/>
            </a:pPr>
            <a:fld id="{140EB256-0A76-771E-E49E-2E6D126CE7D9}" type="slidenum">
              <a:rPr/>
              <a:t/>
            </a:fld>
            <a:endParaRPr/>
          </a:p>
        </p:txBody>
      </p:sp>
    </p:spTree>
  </p:cSld>
</p:notes>
</file>

<file path=ppt/notesSlides/notesSlide8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79882003" name="Slide Image Placeholder 1"/>
          <p:cNvSpPr>
            <a:spLocks noChangeAspect="1" noGrp="1" noRot="1"/>
          </p:cNvSpPr>
          <p:nvPr>
            <p:ph type="sldImg"/>
          </p:nvPr>
        </p:nvSpPr>
        <p:spPr bwMode="auto"/>
      </p:sp>
      <p:sp>
        <p:nvSpPr>
          <p:cNvPr id="270128093" name="Notes Placeholder 2"/>
          <p:cNvSpPr>
            <a:spLocks noGrp="1"/>
          </p:cNvSpPr>
          <p:nvPr>
            <p:ph type="body" idx="1"/>
          </p:nvPr>
        </p:nvSpPr>
        <p:spPr bwMode="auto"/>
        <p:txBody>
          <a:bodyPr/>
          <a:lstStyle/>
          <a:p>
            <a:pPr>
              <a:defRPr/>
            </a:pPr>
            <a:endParaRPr/>
          </a:p>
        </p:txBody>
      </p:sp>
      <p:sp>
        <p:nvSpPr>
          <p:cNvPr id="1569080214" name="Slide Number Placeholder 3"/>
          <p:cNvSpPr>
            <a:spLocks noGrp="1"/>
          </p:cNvSpPr>
          <p:nvPr>
            <p:ph type="sldNum" sz="quarter" idx="10"/>
          </p:nvPr>
        </p:nvSpPr>
        <p:spPr bwMode="auto"/>
        <p:txBody>
          <a:bodyPr/>
          <a:lstStyle/>
          <a:p>
            <a:pPr>
              <a:defRPr/>
            </a:pPr>
            <a:fld id="{70B0C229-81EE-7A14-1D7D-EDE104D24024}" type="slidenum">
              <a:rPr/>
              <a:t/>
            </a:fld>
            <a:endParaRPr/>
          </a:p>
        </p:txBody>
      </p:sp>
    </p:spTree>
  </p:cSld>
</p:notes>
</file>

<file path=ppt/notesSlides/notesSlide8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800016990" name="Slide Image Placeholder 1"/>
          <p:cNvSpPr>
            <a:spLocks noChangeAspect="1" noGrp="1" noRot="1"/>
          </p:cNvSpPr>
          <p:nvPr>
            <p:ph type="sldImg"/>
          </p:nvPr>
        </p:nvSpPr>
        <p:spPr bwMode="auto"/>
      </p:sp>
      <p:sp>
        <p:nvSpPr>
          <p:cNvPr id="861336709" name="Notes Placeholder 2"/>
          <p:cNvSpPr>
            <a:spLocks noGrp="1"/>
          </p:cNvSpPr>
          <p:nvPr>
            <p:ph type="body" idx="1"/>
          </p:nvPr>
        </p:nvSpPr>
        <p:spPr bwMode="auto"/>
        <p:txBody>
          <a:bodyPr/>
          <a:lstStyle/>
          <a:p>
            <a:pPr>
              <a:defRPr/>
            </a:pPr>
            <a:endParaRPr/>
          </a:p>
        </p:txBody>
      </p:sp>
      <p:sp>
        <p:nvSpPr>
          <p:cNvPr id="2113327102" name="Slide Number Placeholder 3"/>
          <p:cNvSpPr>
            <a:spLocks noGrp="1"/>
          </p:cNvSpPr>
          <p:nvPr>
            <p:ph type="sldNum" sz="quarter" idx="10"/>
          </p:nvPr>
        </p:nvSpPr>
        <p:spPr bwMode="auto"/>
        <p:txBody>
          <a:bodyPr/>
          <a:lstStyle/>
          <a:p>
            <a:pPr>
              <a:defRPr/>
            </a:pPr>
            <a:fld id="{1017D8D2-5236-8D62-7A2A-60708D854B11}" type="slidenum">
              <a:rPr/>
              <a:t/>
            </a:fld>
            <a:endParaRPr/>
          </a:p>
        </p:txBody>
      </p:sp>
    </p:spTree>
  </p:cSld>
</p:notes>
</file>

<file path=ppt/notesSlides/notesSlide8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32122084" name="Slide Image Placeholder 1"/>
          <p:cNvSpPr>
            <a:spLocks noChangeAspect="1" noGrp="1" noRot="1"/>
          </p:cNvSpPr>
          <p:nvPr>
            <p:ph type="sldImg"/>
          </p:nvPr>
        </p:nvSpPr>
        <p:spPr bwMode="auto"/>
      </p:sp>
      <p:sp>
        <p:nvSpPr>
          <p:cNvPr id="1714577682" name="Notes Placeholder 2"/>
          <p:cNvSpPr>
            <a:spLocks noGrp="1"/>
          </p:cNvSpPr>
          <p:nvPr>
            <p:ph type="body" idx="1"/>
          </p:nvPr>
        </p:nvSpPr>
        <p:spPr bwMode="auto"/>
        <p:txBody>
          <a:bodyPr/>
          <a:lstStyle/>
          <a:p>
            <a:pPr>
              <a:defRPr/>
            </a:pPr>
            <a:endParaRPr/>
          </a:p>
        </p:txBody>
      </p:sp>
      <p:sp>
        <p:nvSpPr>
          <p:cNvPr id="1517869952" name="Slide Number Placeholder 3"/>
          <p:cNvSpPr>
            <a:spLocks noGrp="1"/>
          </p:cNvSpPr>
          <p:nvPr>
            <p:ph type="sldNum" sz="quarter" idx="10"/>
          </p:nvPr>
        </p:nvSpPr>
        <p:spPr bwMode="auto"/>
        <p:txBody>
          <a:bodyPr/>
          <a:lstStyle/>
          <a:p>
            <a:pPr>
              <a:defRPr/>
            </a:pPr>
            <a:fld id="{22DE46A8-37B9-4BE4-5B26-B99580D163DB}" type="slidenum">
              <a:rPr/>
              <a:t/>
            </a:fld>
            <a:endParaRPr/>
          </a:p>
        </p:txBody>
      </p:sp>
    </p:spTree>
  </p:cSld>
</p:notes>
</file>

<file path=ppt/notesSlides/notesSlide8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964776176" name="Slide Image Placeholder 1"/>
          <p:cNvSpPr>
            <a:spLocks noChangeAspect="1" noGrp="1" noRot="1"/>
          </p:cNvSpPr>
          <p:nvPr>
            <p:ph type="sldImg"/>
          </p:nvPr>
        </p:nvSpPr>
        <p:spPr bwMode="auto"/>
      </p:sp>
      <p:sp>
        <p:nvSpPr>
          <p:cNvPr id="1131906167" name="Notes Placeholder 2"/>
          <p:cNvSpPr>
            <a:spLocks noGrp="1"/>
          </p:cNvSpPr>
          <p:nvPr>
            <p:ph type="body" idx="1"/>
          </p:nvPr>
        </p:nvSpPr>
        <p:spPr bwMode="auto"/>
        <p:txBody>
          <a:bodyPr/>
          <a:lstStyle/>
          <a:p>
            <a:pPr>
              <a:defRPr/>
            </a:pPr>
            <a:endParaRPr/>
          </a:p>
        </p:txBody>
      </p:sp>
      <p:sp>
        <p:nvSpPr>
          <p:cNvPr id="1197299124" name="Slide Number Placeholder 3"/>
          <p:cNvSpPr>
            <a:spLocks noGrp="1"/>
          </p:cNvSpPr>
          <p:nvPr>
            <p:ph type="sldNum" sz="quarter" idx="10"/>
          </p:nvPr>
        </p:nvSpPr>
        <p:spPr bwMode="auto"/>
        <p:txBody>
          <a:bodyPr/>
          <a:lstStyle/>
          <a:p>
            <a:pPr>
              <a:defRPr/>
            </a:pPr>
            <a:fld id="{656C0F25-B39E-44C5-91EB-090E3431632C}" type="slidenum">
              <a:rPr/>
              <a:t/>
            </a:fld>
            <a:endParaRPr/>
          </a:p>
        </p:txBody>
      </p:sp>
    </p:spTree>
  </p:cSld>
</p:notes>
</file>

<file path=ppt/notesSlides/notesSlide8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028981957" name="Slide Image Placeholder 1"/>
          <p:cNvSpPr>
            <a:spLocks noChangeAspect="1" noGrp="1" noRot="1"/>
          </p:cNvSpPr>
          <p:nvPr>
            <p:ph type="sldImg"/>
          </p:nvPr>
        </p:nvSpPr>
        <p:spPr bwMode="auto"/>
      </p:sp>
      <p:sp>
        <p:nvSpPr>
          <p:cNvPr id="308261028" name="Notes Placeholder 2"/>
          <p:cNvSpPr>
            <a:spLocks noGrp="1"/>
          </p:cNvSpPr>
          <p:nvPr>
            <p:ph type="body" idx="1"/>
          </p:nvPr>
        </p:nvSpPr>
        <p:spPr bwMode="auto"/>
        <p:txBody>
          <a:bodyPr/>
          <a:lstStyle/>
          <a:p>
            <a:pPr>
              <a:defRPr/>
            </a:pPr>
            <a:endParaRPr/>
          </a:p>
        </p:txBody>
      </p:sp>
      <p:sp>
        <p:nvSpPr>
          <p:cNvPr id="884053073" name="Slide Number Placeholder 3"/>
          <p:cNvSpPr>
            <a:spLocks noGrp="1"/>
          </p:cNvSpPr>
          <p:nvPr>
            <p:ph type="sldNum" sz="quarter" idx="10"/>
          </p:nvPr>
        </p:nvSpPr>
        <p:spPr bwMode="auto"/>
        <p:txBody>
          <a:bodyPr/>
          <a:lstStyle/>
          <a:p>
            <a:pPr>
              <a:defRPr/>
            </a:pPr>
            <a:fld id="{07AE3488-D28D-DDE5-1016-C05049F524DC}" type="slidenum">
              <a:rPr/>
              <a:t/>
            </a:fld>
            <a:endParaRPr/>
          </a:p>
        </p:txBody>
      </p:sp>
    </p:spTree>
  </p:cSld>
</p:notes>
</file>

<file path=ppt/notesSlides/notesSlide8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021260166" name="Slide Image Placeholder 1"/>
          <p:cNvSpPr>
            <a:spLocks noChangeAspect="1" noGrp="1" noRot="1"/>
          </p:cNvSpPr>
          <p:nvPr>
            <p:ph type="sldImg"/>
          </p:nvPr>
        </p:nvSpPr>
        <p:spPr bwMode="auto"/>
      </p:sp>
      <p:sp>
        <p:nvSpPr>
          <p:cNvPr id="445408198" name="Notes Placeholder 2"/>
          <p:cNvSpPr>
            <a:spLocks noGrp="1"/>
          </p:cNvSpPr>
          <p:nvPr>
            <p:ph type="body" idx="1"/>
          </p:nvPr>
        </p:nvSpPr>
        <p:spPr bwMode="auto"/>
        <p:txBody>
          <a:bodyPr/>
          <a:lstStyle/>
          <a:p>
            <a:pPr>
              <a:defRPr/>
            </a:pPr>
            <a:endParaRPr/>
          </a:p>
        </p:txBody>
      </p:sp>
      <p:sp>
        <p:nvSpPr>
          <p:cNvPr id="1860285773" name="Slide Number Placeholder 3"/>
          <p:cNvSpPr>
            <a:spLocks noGrp="1"/>
          </p:cNvSpPr>
          <p:nvPr>
            <p:ph type="sldNum" sz="quarter" idx="10"/>
          </p:nvPr>
        </p:nvSpPr>
        <p:spPr bwMode="auto"/>
        <p:txBody>
          <a:bodyPr/>
          <a:lstStyle/>
          <a:p>
            <a:pPr>
              <a:defRPr/>
            </a:pPr>
            <a:fld id="{B987E796-911F-804D-4EE8-4EC4CF21B3DB}" type="slidenum">
              <a:rPr/>
              <a:t/>
            </a:fld>
            <a:endParaRPr/>
          </a:p>
        </p:txBody>
      </p:sp>
    </p:spTree>
  </p:cSld>
</p:notes>
</file>

<file path=ppt/notesSlides/notesSlide8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411795975" name="Slide Image Placeholder 1"/>
          <p:cNvSpPr>
            <a:spLocks noChangeArrowheads="1" noChangeAspect="1" noGrp="1" noRot="1" noTextEdit="1"/>
          </p:cNvSpPr>
          <p:nvPr>
            <p:ph type="sldImg"/>
          </p:nvPr>
        </p:nvSpPr>
        <p:spPr bwMode="auto">
          <a:ln/>
        </p:spPr>
      </p:sp>
      <p:sp>
        <p:nvSpPr>
          <p:cNvPr id="2120074163" name="Notes Placeholder 2"/>
          <p:cNvSpPr>
            <a:spLocks noChangeArrowheads="1" noGrp="1"/>
          </p:cNvSpPr>
          <p:nvPr>
            <p:ph type="body" idx="1"/>
          </p:nvPr>
        </p:nvSpPr>
        <p:spPr bwMode="auto">
          <a:prstGeom prst="rect">
            <a:avLst/>
          </a:prstGeom>
          <a:noFill/>
          <a:ln/>
        </p:spPr>
        <p:txBody>
          <a:bodyPr/>
          <a:lstStyle/>
          <a:p>
            <a:pPr>
              <a:defRPr/>
            </a:pPr>
            <a:endParaRPr lang="en-US">
              <a:latin typeface="Arial"/>
            </a:endParaRPr>
          </a:p>
        </p:txBody>
      </p:sp>
      <p:sp>
        <p:nvSpPr>
          <p:cNvPr id="399218793" name="Slide Number Placeholder 3"/>
          <p:cNvSpPr>
            <a:spLocks noChangeArrowheads="1" noGrp="1"/>
          </p:cNvSpPr>
          <p:nvPr>
            <p:ph type="sldNum" sz="quarter" idx="5"/>
          </p:nvPr>
        </p:nvSpPr>
        <p:spPr bwMode="auto">
          <a:prstGeom prst="rect">
            <a:avLst/>
          </a:prstGeom>
          <a:noFill/>
          <a:ln/>
        </p:spPr>
        <p:txBody>
          <a:bodyPr/>
          <a:lstStyle>
            <a:lvl1pPr defTabSz="931863">
              <a:defRPr sz="2400">
                <a:solidFill>
                  <a:schemeClr val="tx1"/>
                </a:solidFill>
                <a:latin typeface="Arial"/>
              </a:defRPr>
            </a:lvl1pPr>
            <a:lvl2pPr marL="742950" indent="-285750" defTabSz="931863">
              <a:defRPr sz="2400">
                <a:solidFill>
                  <a:schemeClr val="tx1"/>
                </a:solidFill>
                <a:latin typeface="Arial"/>
              </a:defRPr>
            </a:lvl2pPr>
            <a:lvl3pPr marL="1143000" indent="-228600" defTabSz="931863">
              <a:defRPr sz="2400">
                <a:solidFill>
                  <a:schemeClr val="tx1"/>
                </a:solidFill>
                <a:latin typeface="Arial"/>
              </a:defRPr>
            </a:lvl3pPr>
            <a:lvl4pPr marL="1600200" indent="-228600" defTabSz="931863">
              <a:defRPr sz="2400">
                <a:solidFill>
                  <a:schemeClr val="tx1"/>
                </a:solidFill>
                <a:latin typeface="Arial"/>
              </a:defRPr>
            </a:lvl4pPr>
            <a:lvl5pPr marL="2057400" indent="-228600" defTabSz="931863">
              <a:defRPr sz="2400">
                <a:solidFill>
                  <a:schemeClr val="tx1"/>
                </a:solidFill>
                <a:latin typeface="Arial"/>
              </a:defRPr>
            </a:lvl5pPr>
            <a:lvl6pPr marL="2514600" indent="-228600" defTabSz="931863">
              <a:spcBef>
                <a:spcPts val="0"/>
              </a:spcBef>
              <a:spcAft>
                <a:spcPts val="0"/>
              </a:spcAft>
              <a:defRPr sz="2400">
                <a:solidFill>
                  <a:schemeClr val="tx1"/>
                </a:solidFill>
                <a:latin typeface="Arial"/>
              </a:defRPr>
            </a:lvl6pPr>
            <a:lvl7pPr marL="2971800" indent="-228600" defTabSz="931863">
              <a:spcBef>
                <a:spcPts val="0"/>
              </a:spcBef>
              <a:spcAft>
                <a:spcPts val="0"/>
              </a:spcAft>
              <a:defRPr sz="2400">
                <a:solidFill>
                  <a:schemeClr val="tx1"/>
                </a:solidFill>
                <a:latin typeface="Arial"/>
              </a:defRPr>
            </a:lvl7pPr>
            <a:lvl8pPr marL="3429000" indent="-228600" defTabSz="931863">
              <a:spcBef>
                <a:spcPts val="0"/>
              </a:spcBef>
              <a:spcAft>
                <a:spcPts val="0"/>
              </a:spcAft>
              <a:defRPr sz="2400">
                <a:solidFill>
                  <a:schemeClr val="tx1"/>
                </a:solidFill>
                <a:latin typeface="Arial"/>
              </a:defRPr>
            </a:lvl8pPr>
            <a:lvl9pPr marL="3886200" indent="-228600" defTabSz="931863">
              <a:spcBef>
                <a:spcPts val="0"/>
              </a:spcBef>
              <a:spcAft>
                <a:spcPts val="0"/>
              </a:spcAft>
              <a:defRPr sz="2400">
                <a:solidFill>
                  <a:schemeClr val="tx1"/>
                </a:solidFill>
                <a:latin typeface="Arial"/>
              </a:defRPr>
            </a:lvl9pPr>
          </a:lstStyle>
          <a:p>
            <a:pPr>
              <a:defRPr/>
            </a:pPr>
            <a:fld id="{39201E74-901F-43D3-890A-5A303CD88446}" type="slidenum">
              <a:rPr lang="en-US" sz="1200"/>
              <a:t>88</a:t>
            </a:fld>
            <a:endParaRPr lang="en-US" sz="1200"/>
          </a:p>
        </p:txBody>
      </p:sp>
    </p:spTree>
  </p:cSld>
</p:notes>
</file>

<file path=ppt/notesSlides/notesSlide8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300167796" name="Slide Image Placeholder 1"/>
          <p:cNvSpPr>
            <a:spLocks noChangeAspect="1" noGrp="1" noRot="1"/>
          </p:cNvSpPr>
          <p:nvPr>
            <p:ph type="sldImg"/>
          </p:nvPr>
        </p:nvSpPr>
        <p:spPr bwMode="auto"/>
      </p:sp>
      <p:sp>
        <p:nvSpPr>
          <p:cNvPr id="602435581" name="Notes Placeholder 2"/>
          <p:cNvSpPr>
            <a:spLocks noGrp="1"/>
          </p:cNvSpPr>
          <p:nvPr>
            <p:ph type="body" idx="1"/>
          </p:nvPr>
        </p:nvSpPr>
        <p:spPr bwMode="auto"/>
        <p:txBody>
          <a:bodyPr/>
          <a:lstStyle/>
          <a:p>
            <a:pPr>
              <a:defRPr/>
            </a:pPr>
            <a:endParaRPr/>
          </a:p>
        </p:txBody>
      </p:sp>
      <p:sp>
        <p:nvSpPr>
          <p:cNvPr id="2122122782" name="Slide Number Placeholder 3"/>
          <p:cNvSpPr>
            <a:spLocks noGrp="1"/>
          </p:cNvSpPr>
          <p:nvPr>
            <p:ph type="sldNum" sz="quarter" idx="10"/>
          </p:nvPr>
        </p:nvSpPr>
        <p:spPr bwMode="auto"/>
        <p:txBody>
          <a:bodyPr/>
          <a:lstStyle/>
          <a:p>
            <a:pPr>
              <a:defRPr/>
            </a:pPr>
            <a:fld id="{394B46B9-5927-9EB9-A6A5-517B994816EC}" type="slidenum">
              <a:rPr/>
              <a:t/>
            </a:fld>
            <a:endParaRPr/>
          </a:p>
        </p:txBody>
      </p:sp>
    </p:spTree>
  </p:cSld>
</p:notes>
</file>

<file path=ppt/notesSlides/notesSlide9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802614782" name="Slide Image Placeholder 1"/>
          <p:cNvSpPr>
            <a:spLocks noChangeAspect="1" noGrp="1" noRot="1"/>
          </p:cNvSpPr>
          <p:nvPr>
            <p:ph type="sldImg"/>
          </p:nvPr>
        </p:nvSpPr>
        <p:spPr bwMode="auto"/>
      </p:sp>
      <p:sp>
        <p:nvSpPr>
          <p:cNvPr id="1133708690" name="Notes Placeholder 2"/>
          <p:cNvSpPr>
            <a:spLocks noGrp="1"/>
          </p:cNvSpPr>
          <p:nvPr>
            <p:ph type="body" idx="1"/>
          </p:nvPr>
        </p:nvSpPr>
        <p:spPr bwMode="auto"/>
        <p:txBody>
          <a:bodyPr/>
          <a:lstStyle/>
          <a:p>
            <a:pPr>
              <a:defRPr/>
            </a:pPr>
            <a:endParaRPr/>
          </a:p>
        </p:txBody>
      </p:sp>
      <p:sp>
        <p:nvSpPr>
          <p:cNvPr id="169391421" name="Slide Number Placeholder 3"/>
          <p:cNvSpPr>
            <a:spLocks noGrp="1"/>
          </p:cNvSpPr>
          <p:nvPr>
            <p:ph type="sldNum" sz="quarter" idx="10"/>
          </p:nvPr>
        </p:nvSpPr>
        <p:spPr bwMode="auto"/>
        <p:txBody>
          <a:bodyPr/>
          <a:lstStyle/>
          <a:p>
            <a:pPr>
              <a:defRPr/>
            </a:pPr>
            <a:fld id="{169D6DE1-DFCC-3546-2521-A459C95F3212}" type="slidenum">
              <a:rPr/>
              <a:t/>
            </a:fld>
            <a:endParaRPr/>
          </a:p>
        </p:txBody>
      </p:sp>
    </p:spTree>
  </p:cSld>
</p:notes>
</file>

<file path=ppt/notesSlides/notesSlide9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306810533" name="Slide Image Placeholder 1"/>
          <p:cNvSpPr>
            <a:spLocks noChangeAspect="1" noGrp="1" noRot="1"/>
          </p:cNvSpPr>
          <p:nvPr>
            <p:ph type="sldImg"/>
          </p:nvPr>
        </p:nvSpPr>
        <p:spPr bwMode="auto"/>
      </p:sp>
      <p:sp>
        <p:nvSpPr>
          <p:cNvPr id="1081045318" name="Notes Placeholder 2"/>
          <p:cNvSpPr>
            <a:spLocks noGrp="1"/>
          </p:cNvSpPr>
          <p:nvPr>
            <p:ph type="body" idx="1"/>
          </p:nvPr>
        </p:nvSpPr>
        <p:spPr bwMode="auto"/>
        <p:txBody>
          <a:bodyPr/>
          <a:lstStyle/>
          <a:p>
            <a:pPr>
              <a:defRPr/>
            </a:pPr>
            <a:endParaRPr/>
          </a:p>
        </p:txBody>
      </p:sp>
      <p:sp>
        <p:nvSpPr>
          <p:cNvPr id="1832191751" name="Slide Number Placeholder 3"/>
          <p:cNvSpPr>
            <a:spLocks noGrp="1"/>
          </p:cNvSpPr>
          <p:nvPr>
            <p:ph type="sldNum" sz="quarter" idx="10"/>
          </p:nvPr>
        </p:nvSpPr>
        <p:spPr bwMode="auto"/>
        <p:txBody>
          <a:bodyPr/>
          <a:lstStyle/>
          <a:p>
            <a:pPr>
              <a:defRPr/>
            </a:pPr>
            <a:fld id="{70E1A195-4874-E7CD-F400-DAFA565478D0}" type="slidenum">
              <a:rPr/>
              <a:t/>
            </a:fld>
            <a:endParaRPr/>
          </a:p>
        </p:txBody>
      </p:sp>
    </p:spTree>
  </p:cSld>
</p:notes>
</file>

<file path=ppt/notesSlides/notesSlide9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419595680" name="Slide Image Placeholder 1"/>
          <p:cNvSpPr>
            <a:spLocks noChangeAspect="1" noGrp="1" noRot="1"/>
          </p:cNvSpPr>
          <p:nvPr>
            <p:ph type="sldImg"/>
          </p:nvPr>
        </p:nvSpPr>
        <p:spPr bwMode="auto"/>
      </p:sp>
      <p:sp>
        <p:nvSpPr>
          <p:cNvPr id="741378764" name="Notes Placeholder 2"/>
          <p:cNvSpPr>
            <a:spLocks noGrp="1"/>
          </p:cNvSpPr>
          <p:nvPr>
            <p:ph type="body" idx="1"/>
          </p:nvPr>
        </p:nvSpPr>
        <p:spPr bwMode="auto"/>
        <p:txBody>
          <a:bodyPr/>
          <a:lstStyle/>
          <a:p>
            <a:pPr>
              <a:defRPr/>
            </a:pPr>
            <a:endParaRPr/>
          </a:p>
        </p:txBody>
      </p:sp>
      <p:sp>
        <p:nvSpPr>
          <p:cNvPr id="1261759680" name="Slide Number Placeholder 3"/>
          <p:cNvSpPr>
            <a:spLocks noGrp="1"/>
          </p:cNvSpPr>
          <p:nvPr>
            <p:ph type="sldNum" sz="quarter" idx="10"/>
          </p:nvPr>
        </p:nvSpPr>
        <p:spPr bwMode="auto"/>
        <p:txBody>
          <a:bodyPr/>
          <a:lstStyle/>
          <a:p>
            <a:pPr>
              <a:defRPr/>
            </a:pPr>
            <a:fld id="{250FDC09-B7D8-4770-87BA-DE1BEEDFD85E}" type="slidenum">
              <a:rPr/>
              <a:t/>
            </a:fld>
            <a:endParaRPr/>
          </a:p>
        </p:txBody>
      </p:sp>
    </p:spTree>
  </p:cSld>
</p:notes>
</file>

<file path=ppt/notesSlides/notesSlide9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670798465" name="Slide Image Placeholder 1"/>
          <p:cNvSpPr>
            <a:spLocks noChangeAspect="1" noGrp="1" noRot="1"/>
          </p:cNvSpPr>
          <p:nvPr>
            <p:ph type="sldImg"/>
          </p:nvPr>
        </p:nvSpPr>
        <p:spPr bwMode="auto"/>
      </p:sp>
      <p:sp>
        <p:nvSpPr>
          <p:cNvPr id="2136060918" name="Notes Placeholder 2"/>
          <p:cNvSpPr>
            <a:spLocks noGrp="1"/>
          </p:cNvSpPr>
          <p:nvPr>
            <p:ph type="body" idx="1"/>
          </p:nvPr>
        </p:nvSpPr>
        <p:spPr bwMode="auto"/>
        <p:txBody>
          <a:bodyPr/>
          <a:lstStyle/>
          <a:p>
            <a:pPr>
              <a:defRPr/>
            </a:pPr>
            <a:endParaRPr/>
          </a:p>
        </p:txBody>
      </p:sp>
      <p:sp>
        <p:nvSpPr>
          <p:cNvPr id="504116643" name="Slide Number Placeholder 3"/>
          <p:cNvSpPr>
            <a:spLocks noGrp="1"/>
          </p:cNvSpPr>
          <p:nvPr>
            <p:ph type="sldNum" sz="quarter" idx="10"/>
          </p:nvPr>
        </p:nvSpPr>
        <p:spPr bwMode="auto"/>
        <p:txBody>
          <a:bodyPr/>
          <a:lstStyle/>
          <a:p>
            <a:pPr>
              <a:defRPr/>
            </a:pPr>
            <a:fld id="{03BB0487-DE58-06B8-7C59-9B89FCA3F511}" type="slidenum">
              <a:rPr/>
              <a:t/>
            </a:fld>
            <a:endParaRPr/>
          </a:p>
        </p:txBody>
      </p:sp>
    </p:spTree>
  </p:cSld>
</p:notes>
</file>

<file path=ppt/notesSlides/notesSlide9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814677889" name="Slide Image Placeholder 1"/>
          <p:cNvSpPr>
            <a:spLocks noChangeAspect="1" noGrp="1" noRot="1"/>
          </p:cNvSpPr>
          <p:nvPr>
            <p:ph type="sldImg"/>
          </p:nvPr>
        </p:nvSpPr>
        <p:spPr bwMode="auto"/>
      </p:sp>
      <p:sp>
        <p:nvSpPr>
          <p:cNvPr id="1469141060" name="Notes Placeholder 2"/>
          <p:cNvSpPr>
            <a:spLocks noGrp="1"/>
          </p:cNvSpPr>
          <p:nvPr>
            <p:ph type="body" idx="1"/>
          </p:nvPr>
        </p:nvSpPr>
        <p:spPr bwMode="auto"/>
        <p:txBody>
          <a:bodyPr/>
          <a:lstStyle/>
          <a:p>
            <a:pPr>
              <a:defRPr/>
            </a:pPr>
            <a:endParaRPr/>
          </a:p>
        </p:txBody>
      </p:sp>
      <p:sp>
        <p:nvSpPr>
          <p:cNvPr id="1646261451" name="Slide Number Placeholder 3"/>
          <p:cNvSpPr>
            <a:spLocks noGrp="1"/>
          </p:cNvSpPr>
          <p:nvPr>
            <p:ph type="sldNum" sz="quarter" idx="10"/>
          </p:nvPr>
        </p:nvSpPr>
        <p:spPr bwMode="auto"/>
        <p:txBody>
          <a:bodyPr/>
          <a:lstStyle/>
          <a:p>
            <a:pPr>
              <a:defRPr/>
            </a:pPr>
            <a:fld id="{6E4560E8-6678-A7CF-FC76-79F6B93A00F5}" type="slidenum">
              <a:rPr/>
              <a:t/>
            </a:fld>
            <a:endParaRPr/>
          </a:p>
        </p:txBody>
      </p:sp>
    </p:spTree>
  </p:cSld>
</p:notes>
</file>

<file path=ppt/notesSlides/notesSlide9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681115580" name="Slide Image Placeholder 1"/>
          <p:cNvSpPr>
            <a:spLocks noChangeAspect="1" noGrp="1" noRot="1"/>
          </p:cNvSpPr>
          <p:nvPr>
            <p:ph type="sldImg"/>
          </p:nvPr>
        </p:nvSpPr>
        <p:spPr bwMode="auto"/>
      </p:sp>
      <p:sp>
        <p:nvSpPr>
          <p:cNvPr id="1535976975" name="Notes Placeholder 2"/>
          <p:cNvSpPr>
            <a:spLocks noGrp="1"/>
          </p:cNvSpPr>
          <p:nvPr>
            <p:ph type="body" idx="1"/>
          </p:nvPr>
        </p:nvSpPr>
        <p:spPr bwMode="auto"/>
        <p:txBody>
          <a:bodyPr/>
          <a:lstStyle/>
          <a:p>
            <a:pPr>
              <a:defRPr/>
            </a:pPr>
            <a:endParaRPr/>
          </a:p>
        </p:txBody>
      </p:sp>
      <p:sp>
        <p:nvSpPr>
          <p:cNvPr id="184887193" name="Slide Number Placeholder 3"/>
          <p:cNvSpPr>
            <a:spLocks noGrp="1"/>
          </p:cNvSpPr>
          <p:nvPr>
            <p:ph type="sldNum" sz="quarter" idx="10"/>
          </p:nvPr>
        </p:nvSpPr>
        <p:spPr bwMode="auto"/>
        <p:txBody>
          <a:bodyPr/>
          <a:lstStyle/>
          <a:p>
            <a:pPr>
              <a:defRPr/>
            </a:pPr>
            <a:fld id="{725AAABD-4859-7FC5-0FA4-B8BF6DF634F2}" type="slidenum">
              <a:rPr/>
              <a:t/>
            </a:fld>
            <a:endParaRPr/>
          </a:p>
        </p:txBody>
      </p:sp>
    </p:spTree>
  </p:cSld>
</p:notes>
</file>

<file path=ppt/notesSlides/notesSlide9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003964917" name="Slide Image Placeholder 1"/>
          <p:cNvSpPr>
            <a:spLocks noChangeAspect="1" noGrp="1" noRot="1"/>
          </p:cNvSpPr>
          <p:nvPr>
            <p:ph type="sldImg"/>
          </p:nvPr>
        </p:nvSpPr>
        <p:spPr bwMode="auto"/>
      </p:sp>
      <p:sp>
        <p:nvSpPr>
          <p:cNvPr id="777221002" name="Notes Placeholder 2"/>
          <p:cNvSpPr>
            <a:spLocks noGrp="1"/>
          </p:cNvSpPr>
          <p:nvPr>
            <p:ph type="body" idx="1"/>
          </p:nvPr>
        </p:nvSpPr>
        <p:spPr bwMode="auto"/>
        <p:txBody>
          <a:bodyPr/>
          <a:lstStyle/>
          <a:p>
            <a:pPr>
              <a:defRPr/>
            </a:pPr>
            <a:endParaRPr/>
          </a:p>
        </p:txBody>
      </p:sp>
      <p:sp>
        <p:nvSpPr>
          <p:cNvPr id="1147949163" name="Slide Number Placeholder 3"/>
          <p:cNvSpPr>
            <a:spLocks noGrp="1"/>
          </p:cNvSpPr>
          <p:nvPr>
            <p:ph type="sldNum" sz="quarter" idx="10"/>
          </p:nvPr>
        </p:nvSpPr>
        <p:spPr bwMode="auto"/>
        <p:txBody>
          <a:bodyPr/>
          <a:lstStyle/>
          <a:p>
            <a:pPr>
              <a:defRPr/>
            </a:pPr>
            <a:fld id="{84C00EF6-3FA5-5408-3DA3-D1903F69F596}" type="slidenum">
              <a:rPr/>
              <a:t/>
            </a:fld>
            <a:endParaRPr/>
          </a:p>
        </p:txBody>
      </p:sp>
    </p:spTree>
  </p:cSld>
</p:notes>
</file>

<file path=ppt/notesSlides/notesSlide9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467125271" name="Slide Image Placeholder 1"/>
          <p:cNvSpPr>
            <a:spLocks noChangeAspect="1" noGrp="1" noRot="1"/>
          </p:cNvSpPr>
          <p:nvPr>
            <p:ph type="sldImg"/>
          </p:nvPr>
        </p:nvSpPr>
        <p:spPr bwMode="auto"/>
      </p:sp>
      <p:sp>
        <p:nvSpPr>
          <p:cNvPr id="1130541694" name="Notes Placeholder 2"/>
          <p:cNvSpPr>
            <a:spLocks noGrp="1"/>
          </p:cNvSpPr>
          <p:nvPr>
            <p:ph type="body" idx="1"/>
          </p:nvPr>
        </p:nvSpPr>
        <p:spPr bwMode="auto"/>
        <p:txBody>
          <a:bodyPr/>
          <a:lstStyle/>
          <a:p>
            <a:pPr>
              <a:defRPr/>
            </a:pPr>
            <a:endParaRPr/>
          </a:p>
        </p:txBody>
      </p:sp>
      <p:sp>
        <p:nvSpPr>
          <p:cNvPr id="149632902" name="Slide Number Placeholder 3"/>
          <p:cNvSpPr>
            <a:spLocks noGrp="1"/>
          </p:cNvSpPr>
          <p:nvPr>
            <p:ph type="sldNum" sz="quarter" idx="10"/>
          </p:nvPr>
        </p:nvSpPr>
        <p:spPr bwMode="auto"/>
        <p:txBody>
          <a:bodyPr/>
          <a:lstStyle/>
          <a:p>
            <a:pPr>
              <a:defRPr/>
            </a:pPr>
            <a:fld id="{79B6C5E4-597F-BCA9-FA88-29520A74DD8A}" type="slidenum">
              <a:rPr/>
              <a:t/>
            </a:fld>
            <a:endParaRPr/>
          </a:p>
        </p:txBody>
      </p:sp>
    </p:spTree>
  </p:cSld>
</p:notes>
</file>

<file path=ppt/notesSlides/notesSlide9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423642284" name="Slide Image Placeholder 1"/>
          <p:cNvSpPr>
            <a:spLocks noChangeAspect="1" noGrp="1" noRot="1"/>
          </p:cNvSpPr>
          <p:nvPr>
            <p:ph type="sldImg"/>
          </p:nvPr>
        </p:nvSpPr>
        <p:spPr bwMode="auto"/>
      </p:sp>
      <p:sp>
        <p:nvSpPr>
          <p:cNvPr id="1692260536" name="Notes Placeholder 2"/>
          <p:cNvSpPr>
            <a:spLocks noGrp="1"/>
          </p:cNvSpPr>
          <p:nvPr>
            <p:ph type="body" idx="1"/>
          </p:nvPr>
        </p:nvSpPr>
        <p:spPr bwMode="auto"/>
        <p:txBody>
          <a:bodyPr/>
          <a:lstStyle/>
          <a:p>
            <a:pPr>
              <a:defRPr/>
            </a:pPr>
            <a:endParaRPr/>
          </a:p>
        </p:txBody>
      </p:sp>
      <p:sp>
        <p:nvSpPr>
          <p:cNvPr id="971771359" name="Slide Number Placeholder 3"/>
          <p:cNvSpPr>
            <a:spLocks noGrp="1"/>
          </p:cNvSpPr>
          <p:nvPr>
            <p:ph type="sldNum" sz="quarter" idx="10"/>
          </p:nvPr>
        </p:nvSpPr>
        <p:spPr bwMode="auto"/>
        <p:txBody>
          <a:bodyPr/>
          <a:lstStyle/>
          <a:p>
            <a:pPr>
              <a:defRPr/>
            </a:pPr>
            <a:fld id="{938557EF-73C9-45D3-260C-9CDFC4C16C5D}" type="slidenum">
              <a:rPr/>
              <a:t/>
            </a:fld>
            <a:endParaRPr/>
          </a:p>
        </p:txBody>
      </p:sp>
    </p:spTree>
  </p:cSld>
</p:notes>
</file>

<file path=ppt/notesSlides/notesSlide9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174745904" name="Slide Image Placeholder 1"/>
          <p:cNvSpPr>
            <a:spLocks noChangeAspect="1" noGrp="1" noRot="1"/>
          </p:cNvSpPr>
          <p:nvPr>
            <p:ph type="sldImg"/>
          </p:nvPr>
        </p:nvSpPr>
        <p:spPr bwMode="auto"/>
      </p:sp>
      <p:sp>
        <p:nvSpPr>
          <p:cNvPr id="749207966" name="Notes Placeholder 2"/>
          <p:cNvSpPr>
            <a:spLocks noGrp="1"/>
          </p:cNvSpPr>
          <p:nvPr>
            <p:ph type="body" idx="1"/>
          </p:nvPr>
        </p:nvSpPr>
        <p:spPr bwMode="auto"/>
        <p:txBody>
          <a:bodyPr/>
          <a:lstStyle/>
          <a:p>
            <a:pPr>
              <a:defRPr/>
            </a:pPr>
            <a:endParaRPr/>
          </a:p>
        </p:txBody>
      </p:sp>
      <p:sp>
        <p:nvSpPr>
          <p:cNvPr id="688038087" name="Slide Number Placeholder 3"/>
          <p:cNvSpPr>
            <a:spLocks noGrp="1"/>
          </p:cNvSpPr>
          <p:nvPr>
            <p:ph type="sldNum" sz="quarter" idx="10"/>
          </p:nvPr>
        </p:nvSpPr>
        <p:spPr bwMode="auto"/>
        <p:txBody>
          <a:bodyPr/>
          <a:lstStyle/>
          <a:p>
            <a:pPr>
              <a:defRPr/>
            </a:pPr>
            <a:fld id="{31F532BB-A149-6D62-45C8-7E69DA2BD46A}" type="slidenum">
              <a:rPr/>
              <a:t/>
            </a:fld>
            <a:endParaRPr/>
          </a:p>
        </p:txBody>
      </p:sp>
    </p:spTree>
  </p:cSld>
</p:notes>
</file>

<file path=ppt/notesSlides/notesSlide10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984365990" name="Slide Image Placeholder 1"/>
          <p:cNvSpPr>
            <a:spLocks noChangeAspect="1" noGrp="1" noRot="1"/>
          </p:cNvSpPr>
          <p:nvPr>
            <p:ph type="sldImg"/>
          </p:nvPr>
        </p:nvSpPr>
        <p:spPr bwMode="auto"/>
      </p:sp>
      <p:sp>
        <p:nvSpPr>
          <p:cNvPr id="1983475429" name="Notes Placeholder 2"/>
          <p:cNvSpPr>
            <a:spLocks noGrp="1"/>
          </p:cNvSpPr>
          <p:nvPr>
            <p:ph type="body" idx="1"/>
          </p:nvPr>
        </p:nvSpPr>
        <p:spPr bwMode="auto"/>
        <p:txBody>
          <a:bodyPr/>
          <a:lstStyle/>
          <a:p>
            <a:pPr>
              <a:defRPr/>
            </a:pPr>
            <a:endParaRPr/>
          </a:p>
        </p:txBody>
      </p:sp>
      <p:sp>
        <p:nvSpPr>
          <p:cNvPr id="2142720125" name="Slide Number Placeholder 3"/>
          <p:cNvSpPr>
            <a:spLocks noGrp="1"/>
          </p:cNvSpPr>
          <p:nvPr>
            <p:ph type="sldNum" sz="quarter" idx="10"/>
          </p:nvPr>
        </p:nvSpPr>
        <p:spPr bwMode="auto"/>
        <p:txBody>
          <a:bodyPr/>
          <a:lstStyle/>
          <a:p>
            <a:pPr>
              <a:defRPr/>
            </a:pPr>
            <a:fld id="{40F39F1E-D15F-9566-3AFF-0FAC2DB0B3EE}" type="slidenum">
              <a:rPr/>
              <a:t/>
            </a:fld>
            <a:endParaRPr/>
          </a:p>
        </p:txBody>
      </p:sp>
    </p:spTree>
  </p:cSld>
</p:notes>
</file>

<file path=ppt/notesSlides/notesSlide10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776502963" name="Slide Image Placeholder 1"/>
          <p:cNvSpPr>
            <a:spLocks noChangeAspect="1" noGrp="1" noRot="1"/>
          </p:cNvSpPr>
          <p:nvPr>
            <p:ph type="sldImg"/>
          </p:nvPr>
        </p:nvSpPr>
        <p:spPr bwMode="auto"/>
      </p:sp>
      <p:sp>
        <p:nvSpPr>
          <p:cNvPr id="1322184183" name="Notes Placeholder 2"/>
          <p:cNvSpPr>
            <a:spLocks noGrp="1"/>
          </p:cNvSpPr>
          <p:nvPr>
            <p:ph type="body" idx="1"/>
          </p:nvPr>
        </p:nvSpPr>
        <p:spPr bwMode="auto"/>
        <p:txBody>
          <a:bodyPr/>
          <a:lstStyle/>
          <a:p>
            <a:pPr>
              <a:defRPr/>
            </a:pPr>
            <a:endParaRPr/>
          </a:p>
        </p:txBody>
      </p:sp>
      <p:sp>
        <p:nvSpPr>
          <p:cNvPr id="1773078704" name="Slide Number Placeholder 3"/>
          <p:cNvSpPr>
            <a:spLocks noGrp="1"/>
          </p:cNvSpPr>
          <p:nvPr>
            <p:ph type="sldNum" sz="quarter" idx="10"/>
          </p:nvPr>
        </p:nvSpPr>
        <p:spPr bwMode="auto"/>
        <p:txBody>
          <a:bodyPr/>
          <a:lstStyle/>
          <a:p>
            <a:pPr>
              <a:defRPr/>
            </a:pPr>
            <a:fld id="{C26B7737-EF9C-9DA7-5797-5ABBE2E489E1}" type="slidenum">
              <a:rPr/>
              <a:t/>
            </a:fld>
            <a:endParaRPr/>
          </a:p>
        </p:txBody>
      </p:sp>
    </p:spTree>
  </p:cSld>
</p:notes>
</file>

<file path=ppt/notesSlides/notesSlide10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060342351" name="Slide Image Placeholder 1"/>
          <p:cNvSpPr>
            <a:spLocks noChangeAspect="1" noGrp="1" noRot="1"/>
          </p:cNvSpPr>
          <p:nvPr>
            <p:ph type="sldImg"/>
          </p:nvPr>
        </p:nvSpPr>
        <p:spPr bwMode="auto"/>
      </p:sp>
      <p:sp>
        <p:nvSpPr>
          <p:cNvPr id="434182270" name="Notes Placeholder 2"/>
          <p:cNvSpPr>
            <a:spLocks noGrp="1"/>
          </p:cNvSpPr>
          <p:nvPr>
            <p:ph type="body" idx="1"/>
          </p:nvPr>
        </p:nvSpPr>
        <p:spPr bwMode="auto"/>
        <p:txBody>
          <a:bodyPr/>
          <a:lstStyle/>
          <a:p>
            <a:pPr>
              <a:defRPr/>
            </a:pPr>
            <a:endParaRPr/>
          </a:p>
        </p:txBody>
      </p:sp>
      <p:sp>
        <p:nvSpPr>
          <p:cNvPr id="694186504" name="Slide Number Placeholder 3"/>
          <p:cNvSpPr>
            <a:spLocks noGrp="1"/>
          </p:cNvSpPr>
          <p:nvPr>
            <p:ph type="sldNum" sz="quarter" idx="10"/>
          </p:nvPr>
        </p:nvSpPr>
        <p:spPr bwMode="auto"/>
        <p:txBody>
          <a:bodyPr/>
          <a:lstStyle/>
          <a:p>
            <a:pPr>
              <a:defRPr/>
            </a:pPr>
            <a:fld id="{BE0FE5FE-CE31-7E16-46B2-EEBAF01F4CBE}" type="slidenum">
              <a:rPr/>
              <a:t/>
            </a:fld>
            <a:endParaRPr/>
          </a:p>
        </p:txBody>
      </p:sp>
    </p:spTree>
  </p:cSld>
</p:notes>
</file>

<file path=ppt/notesSlides/notesSlide10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997820366" name="Slide Image Placeholder 1"/>
          <p:cNvSpPr>
            <a:spLocks noChangeAspect="1" noGrp="1" noRot="1"/>
          </p:cNvSpPr>
          <p:nvPr>
            <p:ph type="sldImg"/>
          </p:nvPr>
        </p:nvSpPr>
        <p:spPr bwMode="auto"/>
      </p:sp>
      <p:sp>
        <p:nvSpPr>
          <p:cNvPr id="559114976" name="Notes Placeholder 2"/>
          <p:cNvSpPr>
            <a:spLocks noGrp="1"/>
          </p:cNvSpPr>
          <p:nvPr>
            <p:ph type="body" idx="1"/>
          </p:nvPr>
        </p:nvSpPr>
        <p:spPr bwMode="auto"/>
        <p:txBody>
          <a:bodyPr/>
          <a:lstStyle/>
          <a:p>
            <a:pPr>
              <a:defRPr/>
            </a:pPr>
            <a:endParaRPr/>
          </a:p>
        </p:txBody>
      </p:sp>
      <p:sp>
        <p:nvSpPr>
          <p:cNvPr id="31367810" name="Slide Number Placeholder 3"/>
          <p:cNvSpPr>
            <a:spLocks noGrp="1"/>
          </p:cNvSpPr>
          <p:nvPr>
            <p:ph type="sldNum" sz="quarter" idx="10"/>
          </p:nvPr>
        </p:nvSpPr>
        <p:spPr bwMode="auto"/>
        <p:txBody>
          <a:bodyPr/>
          <a:lstStyle/>
          <a:p>
            <a:pPr>
              <a:defRPr/>
            </a:pPr>
            <a:fld id="{9BBE0BCE-6CFF-67BF-8DDF-88B4618C44F7}" type="slidenum">
              <a:rPr/>
              <a:t/>
            </a:fld>
            <a:endParaRPr/>
          </a:p>
        </p:txBody>
      </p:sp>
    </p:spTree>
  </p:cSld>
</p:notes>
</file>

<file path=ppt/notesSlides/notesSlide10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5241289" name="Slide Image Placeholder 1"/>
          <p:cNvSpPr>
            <a:spLocks noChangeAspect="1" noGrp="1" noRot="1"/>
          </p:cNvSpPr>
          <p:nvPr>
            <p:ph type="sldImg"/>
          </p:nvPr>
        </p:nvSpPr>
        <p:spPr bwMode="auto"/>
      </p:sp>
      <p:sp>
        <p:nvSpPr>
          <p:cNvPr id="1202311757" name="Notes Placeholder 2"/>
          <p:cNvSpPr>
            <a:spLocks noGrp="1"/>
          </p:cNvSpPr>
          <p:nvPr>
            <p:ph type="body" idx="1"/>
          </p:nvPr>
        </p:nvSpPr>
        <p:spPr bwMode="auto"/>
        <p:txBody>
          <a:bodyPr/>
          <a:lstStyle/>
          <a:p>
            <a:pPr>
              <a:defRPr/>
            </a:pPr>
            <a:endParaRPr/>
          </a:p>
        </p:txBody>
      </p:sp>
      <p:sp>
        <p:nvSpPr>
          <p:cNvPr id="81375971" name="Slide Number Placeholder 3"/>
          <p:cNvSpPr>
            <a:spLocks noGrp="1"/>
          </p:cNvSpPr>
          <p:nvPr>
            <p:ph type="sldNum" sz="quarter" idx="10"/>
          </p:nvPr>
        </p:nvSpPr>
        <p:spPr bwMode="auto"/>
        <p:txBody>
          <a:bodyPr/>
          <a:lstStyle/>
          <a:p>
            <a:pPr>
              <a:defRPr/>
            </a:pPr>
            <a:fld id="{4D0FCB24-F4E0-C4DB-955A-541C706E5732}" type="slidenum">
              <a:rPr/>
              <a:t/>
            </a:fld>
            <a:endParaRPr/>
          </a:p>
        </p:txBody>
      </p:sp>
    </p:spTree>
  </p:cSld>
</p:notes>
</file>

<file path=ppt/notesSlides/notesSlide10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995551669" name="Slide Image Placeholder 1"/>
          <p:cNvSpPr>
            <a:spLocks noChangeAspect="1" noGrp="1" noRot="1"/>
          </p:cNvSpPr>
          <p:nvPr>
            <p:ph type="sldImg"/>
          </p:nvPr>
        </p:nvSpPr>
        <p:spPr bwMode="auto"/>
      </p:sp>
      <p:sp>
        <p:nvSpPr>
          <p:cNvPr id="639627412" name="Notes Placeholder 2"/>
          <p:cNvSpPr>
            <a:spLocks noGrp="1"/>
          </p:cNvSpPr>
          <p:nvPr>
            <p:ph type="body" idx="1"/>
          </p:nvPr>
        </p:nvSpPr>
        <p:spPr bwMode="auto"/>
        <p:txBody>
          <a:bodyPr/>
          <a:lstStyle/>
          <a:p>
            <a:pPr>
              <a:defRPr/>
            </a:pPr>
            <a:endParaRPr/>
          </a:p>
        </p:txBody>
      </p:sp>
      <p:sp>
        <p:nvSpPr>
          <p:cNvPr id="1576729108" name="Slide Number Placeholder 3"/>
          <p:cNvSpPr>
            <a:spLocks noGrp="1"/>
          </p:cNvSpPr>
          <p:nvPr>
            <p:ph type="sldNum" sz="quarter" idx="10"/>
          </p:nvPr>
        </p:nvSpPr>
        <p:spPr bwMode="auto"/>
        <p:txBody>
          <a:bodyPr/>
          <a:lstStyle/>
          <a:p>
            <a:pPr>
              <a:defRPr/>
            </a:pPr>
            <a:fld id="{EFA95F10-30E8-7C10-321F-17498F278A73}" type="slidenum">
              <a:rPr/>
              <a:t/>
            </a:fld>
            <a:endParaRPr/>
          </a:p>
        </p:txBody>
      </p:sp>
    </p:spTree>
  </p:cSld>
</p:notes>
</file>

<file path=ppt/notesSlides/notesSlide10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521268561" name="Slide Image Placeholder 1"/>
          <p:cNvSpPr>
            <a:spLocks noChangeAspect="1" noGrp="1" noRot="1"/>
          </p:cNvSpPr>
          <p:nvPr>
            <p:ph type="sldImg"/>
          </p:nvPr>
        </p:nvSpPr>
        <p:spPr bwMode="auto"/>
      </p:sp>
      <p:sp>
        <p:nvSpPr>
          <p:cNvPr id="308471103" name="Notes Placeholder 2"/>
          <p:cNvSpPr>
            <a:spLocks noGrp="1"/>
          </p:cNvSpPr>
          <p:nvPr>
            <p:ph type="body" idx="1"/>
          </p:nvPr>
        </p:nvSpPr>
        <p:spPr bwMode="auto"/>
        <p:txBody>
          <a:bodyPr/>
          <a:lstStyle/>
          <a:p>
            <a:pPr>
              <a:defRPr/>
            </a:pPr>
            <a:endParaRPr/>
          </a:p>
        </p:txBody>
      </p:sp>
      <p:sp>
        <p:nvSpPr>
          <p:cNvPr id="395576492" name="Slide Number Placeholder 3"/>
          <p:cNvSpPr>
            <a:spLocks noGrp="1"/>
          </p:cNvSpPr>
          <p:nvPr>
            <p:ph type="sldNum" sz="quarter" idx="10"/>
          </p:nvPr>
        </p:nvSpPr>
        <p:spPr bwMode="auto"/>
        <p:txBody>
          <a:bodyPr/>
          <a:lstStyle/>
          <a:p>
            <a:pPr>
              <a:defRPr/>
            </a:pPr>
            <a:fld id="{818E652B-E955-0FA0-114E-0159F5690D14}" type="slidenum">
              <a:rPr/>
              <a:t/>
            </a:fld>
            <a:endParaRPr/>
          </a:p>
        </p:txBody>
      </p:sp>
    </p:spTree>
  </p:cSld>
</p:notes>
</file>

<file path=ppt/notesSlides/notesSlide10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338626045" name="Slide Image Placeholder 1"/>
          <p:cNvSpPr>
            <a:spLocks noChangeAspect="1" noGrp="1" noRot="1"/>
          </p:cNvSpPr>
          <p:nvPr>
            <p:ph type="sldImg"/>
          </p:nvPr>
        </p:nvSpPr>
        <p:spPr bwMode="auto"/>
      </p:sp>
      <p:sp>
        <p:nvSpPr>
          <p:cNvPr id="982297419" name="Notes Placeholder 2"/>
          <p:cNvSpPr>
            <a:spLocks noGrp="1"/>
          </p:cNvSpPr>
          <p:nvPr>
            <p:ph type="body" idx="1"/>
          </p:nvPr>
        </p:nvSpPr>
        <p:spPr bwMode="auto"/>
        <p:txBody>
          <a:bodyPr/>
          <a:lstStyle/>
          <a:p>
            <a:pPr>
              <a:defRPr/>
            </a:pPr>
            <a:endParaRPr/>
          </a:p>
        </p:txBody>
      </p:sp>
      <p:sp>
        <p:nvSpPr>
          <p:cNvPr id="884887543" name="Slide Number Placeholder 3"/>
          <p:cNvSpPr>
            <a:spLocks noGrp="1"/>
          </p:cNvSpPr>
          <p:nvPr>
            <p:ph type="sldNum" sz="quarter" idx="10"/>
          </p:nvPr>
        </p:nvSpPr>
        <p:spPr bwMode="auto"/>
        <p:txBody>
          <a:bodyPr/>
          <a:lstStyle/>
          <a:p>
            <a:pPr>
              <a:defRPr/>
            </a:pPr>
            <a:fld id="{83FDD0DE-3924-4FAB-5E44-A8BEFD1AA720}" type="slidenum">
              <a:rPr/>
              <a:t/>
            </a:fld>
            <a:endParaRPr/>
          </a:p>
        </p:txBody>
      </p:sp>
    </p:spTree>
  </p:cSld>
</p:notes>
</file>

<file path=ppt/notesSlides/notesSlide10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128702486" name="Slide Image Placeholder 1"/>
          <p:cNvSpPr>
            <a:spLocks noChangeAspect="1" noGrp="1" noRot="1"/>
          </p:cNvSpPr>
          <p:nvPr>
            <p:ph type="sldImg"/>
          </p:nvPr>
        </p:nvSpPr>
        <p:spPr bwMode="auto"/>
      </p:sp>
      <p:sp>
        <p:nvSpPr>
          <p:cNvPr id="90509502" name="Notes Placeholder 2"/>
          <p:cNvSpPr>
            <a:spLocks noGrp="1"/>
          </p:cNvSpPr>
          <p:nvPr>
            <p:ph type="body" idx="1"/>
          </p:nvPr>
        </p:nvSpPr>
        <p:spPr bwMode="auto"/>
        <p:txBody>
          <a:bodyPr/>
          <a:lstStyle/>
          <a:p>
            <a:pPr>
              <a:defRPr/>
            </a:pPr>
            <a:endParaRPr/>
          </a:p>
        </p:txBody>
      </p:sp>
      <p:sp>
        <p:nvSpPr>
          <p:cNvPr id="881753750" name="Slide Number Placeholder 3"/>
          <p:cNvSpPr>
            <a:spLocks noGrp="1"/>
          </p:cNvSpPr>
          <p:nvPr>
            <p:ph type="sldNum" sz="quarter" idx="10"/>
          </p:nvPr>
        </p:nvSpPr>
        <p:spPr bwMode="auto"/>
        <p:txBody>
          <a:bodyPr/>
          <a:lstStyle/>
          <a:p>
            <a:pPr>
              <a:defRPr/>
            </a:pPr>
            <a:fld id="{F0036A22-1B0C-6B5C-B34F-4749084C3D37}" type="slidenum">
              <a:rPr/>
              <a:t/>
            </a:fld>
            <a:endParaRPr/>
          </a:p>
        </p:txBody>
      </p:sp>
    </p:spTree>
  </p:cSld>
</p:notes>
</file>

<file path=ppt/notesSlides/notesSlide10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037781942" name="Slide Image Placeholder 1"/>
          <p:cNvSpPr>
            <a:spLocks noChangeAspect="1" noGrp="1" noRot="1"/>
          </p:cNvSpPr>
          <p:nvPr>
            <p:ph type="sldImg"/>
          </p:nvPr>
        </p:nvSpPr>
        <p:spPr bwMode="auto"/>
      </p:sp>
      <p:sp>
        <p:nvSpPr>
          <p:cNvPr id="1753824724" name="Notes Placeholder 2"/>
          <p:cNvSpPr>
            <a:spLocks noGrp="1"/>
          </p:cNvSpPr>
          <p:nvPr>
            <p:ph type="body" idx="1"/>
          </p:nvPr>
        </p:nvSpPr>
        <p:spPr bwMode="auto"/>
        <p:txBody>
          <a:bodyPr/>
          <a:lstStyle/>
          <a:p>
            <a:pPr>
              <a:defRPr/>
            </a:pPr>
            <a:endParaRPr/>
          </a:p>
        </p:txBody>
      </p:sp>
      <p:sp>
        <p:nvSpPr>
          <p:cNvPr id="1276340569" name="Slide Number Placeholder 3"/>
          <p:cNvSpPr>
            <a:spLocks noGrp="1"/>
          </p:cNvSpPr>
          <p:nvPr>
            <p:ph type="sldNum" sz="quarter" idx="10"/>
          </p:nvPr>
        </p:nvSpPr>
        <p:spPr bwMode="auto"/>
        <p:txBody>
          <a:bodyPr/>
          <a:lstStyle/>
          <a:p>
            <a:pPr>
              <a:defRPr/>
            </a:pPr>
            <a:fld id="{3E36DD74-4FF3-BCB8-F4D2-B923F75D6FF5}" type="slidenum">
              <a:rPr/>
              <a:t/>
            </a:fld>
            <a:endParaRPr/>
          </a:p>
        </p:txBody>
      </p:sp>
    </p:spTree>
  </p:cSld>
</p:notes>
</file>

<file path=ppt/notesSlides/notesSlide11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087307699" name="Slide Image Placeholder 1"/>
          <p:cNvSpPr>
            <a:spLocks noChangeAspect="1" noGrp="1" noRot="1"/>
          </p:cNvSpPr>
          <p:nvPr>
            <p:ph type="sldImg"/>
          </p:nvPr>
        </p:nvSpPr>
        <p:spPr bwMode="auto"/>
      </p:sp>
      <p:sp>
        <p:nvSpPr>
          <p:cNvPr id="382518857" name="Notes Placeholder 2"/>
          <p:cNvSpPr>
            <a:spLocks noGrp="1"/>
          </p:cNvSpPr>
          <p:nvPr>
            <p:ph type="body" idx="1"/>
          </p:nvPr>
        </p:nvSpPr>
        <p:spPr bwMode="auto"/>
        <p:txBody>
          <a:bodyPr/>
          <a:lstStyle/>
          <a:p>
            <a:pPr>
              <a:defRPr/>
            </a:pPr>
            <a:endParaRPr/>
          </a:p>
        </p:txBody>
      </p:sp>
      <p:sp>
        <p:nvSpPr>
          <p:cNvPr id="1985058959" name="Slide Number Placeholder 3"/>
          <p:cNvSpPr>
            <a:spLocks noGrp="1"/>
          </p:cNvSpPr>
          <p:nvPr>
            <p:ph type="sldNum" sz="quarter" idx="10"/>
          </p:nvPr>
        </p:nvSpPr>
        <p:spPr bwMode="auto"/>
        <p:txBody>
          <a:bodyPr/>
          <a:lstStyle/>
          <a:p>
            <a:pPr>
              <a:defRPr/>
            </a:pPr>
            <a:fld id="{8C48FFE0-2377-1A8E-51F2-C3E1E430D096}" type="slidenum">
              <a:rPr/>
              <a:t/>
            </a:fld>
            <a:endParaRPr/>
          </a:p>
        </p:txBody>
      </p:sp>
    </p:spTree>
  </p:cSld>
</p:notes>
</file>

<file path=ppt/notesSlides/notesSlide11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105915700" name="Slide Image Placeholder 1"/>
          <p:cNvSpPr>
            <a:spLocks noChangeAspect="1" noGrp="1" noRot="1"/>
          </p:cNvSpPr>
          <p:nvPr>
            <p:ph type="sldImg"/>
          </p:nvPr>
        </p:nvSpPr>
        <p:spPr bwMode="auto"/>
      </p:sp>
      <p:sp>
        <p:nvSpPr>
          <p:cNvPr id="696127502" name="Notes Placeholder 2"/>
          <p:cNvSpPr>
            <a:spLocks noGrp="1"/>
          </p:cNvSpPr>
          <p:nvPr>
            <p:ph type="body" idx="1"/>
          </p:nvPr>
        </p:nvSpPr>
        <p:spPr bwMode="auto"/>
        <p:txBody>
          <a:bodyPr/>
          <a:lstStyle/>
          <a:p>
            <a:pPr>
              <a:defRPr/>
            </a:pPr>
            <a:endParaRPr/>
          </a:p>
        </p:txBody>
      </p:sp>
      <p:sp>
        <p:nvSpPr>
          <p:cNvPr id="1190409466" name="Slide Number Placeholder 3"/>
          <p:cNvSpPr>
            <a:spLocks noGrp="1"/>
          </p:cNvSpPr>
          <p:nvPr>
            <p:ph type="sldNum" sz="quarter" idx="10"/>
          </p:nvPr>
        </p:nvSpPr>
        <p:spPr bwMode="auto"/>
        <p:txBody>
          <a:bodyPr/>
          <a:lstStyle/>
          <a:p>
            <a:pPr>
              <a:defRPr/>
            </a:pPr>
            <a:fld id="{E5442A24-BAB1-088F-0BFC-03A43DF9DB8C}" type="slidenum">
              <a:rPr/>
              <a:t/>
            </a:fld>
            <a:endParaRPr/>
          </a:p>
        </p:txBody>
      </p:sp>
    </p:spTree>
  </p:cSld>
</p:notes>
</file>

<file path=ppt/notesSlides/notesSlide11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507041973" name="Slide Image Placeholder 1"/>
          <p:cNvSpPr>
            <a:spLocks noChangeAspect="1" noGrp="1" noRot="1"/>
          </p:cNvSpPr>
          <p:nvPr>
            <p:ph type="sldImg"/>
          </p:nvPr>
        </p:nvSpPr>
        <p:spPr bwMode="auto"/>
      </p:sp>
      <p:sp>
        <p:nvSpPr>
          <p:cNvPr id="1132938469" name="Notes Placeholder 2"/>
          <p:cNvSpPr>
            <a:spLocks noGrp="1"/>
          </p:cNvSpPr>
          <p:nvPr>
            <p:ph type="body" idx="1"/>
          </p:nvPr>
        </p:nvSpPr>
        <p:spPr bwMode="auto"/>
        <p:txBody>
          <a:bodyPr/>
          <a:lstStyle/>
          <a:p>
            <a:pPr>
              <a:defRPr/>
            </a:pPr>
            <a:endParaRPr/>
          </a:p>
        </p:txBody>
      </p:sp>
      <p:sp>
        <p:nvSpPr>
          <p:cNvPr id="2015746741" name="Slide Number Placeholder 3"/>
          <p:cNvSpPr>
            <a:spLocks noGrp="1"/>
          </p:cNvSpPr>
          <p:nvPr>
            <p:ph type="sldNum" sz="quarter" idx="10"/>
          </p:nvPr>
        </p:nvSpPr>
        <p:spPr bwMode="auto"/>
        <p:txBody>
          <a:bodyPr/>
          <a:lstStyle/>
          <a:p>
            <a:pPr>
              <a:defRPr/>
            </a:pPr>
            <a:fld id="{262336A4-4F57-8063-BE79-8905722CD998}" type="slidenum">
              <a:rPr/>
              <a:t/>
            </a:fld>
            <a:endParaRPr/>
          </a:p>
        </p:txBody>
      </p:sp>
    </p:spTree>
  </p:cSld>
</p:notes>
</file>

<file path=ppt/notesSlides/notesSlide11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54775052" name="Slide Image Placeholder 1"/>
          <p:cNvSpPr>
            <a:spLocks noChangeAspect="1" noGrp="1" noRot="1"/>
          </p:cNvSpPr>
          <p:nvPr>
            <p:ph type="sldImg"/>
          </p:nvPr>
        </p:nvSpPr>
        <p:spPr bwMode="auto"/>
      </p:sp>
      <p:sp>
        <p:nvSpPr>
          <p:cNvPr id="826956072" name="Notes Placeholder 2"/>
          <p:cNvSpPr>
            <a:spLocks noGrp="1"/>
          </p:cNvSpPr>
          <p:nvPr>
            <p:ph type="body" idx="1"/>
          </p:nvPr>
        </p:nvSpPr>
        <p:spPr bwMode="auto"/>
        <p:txBody>
          <a:bodyPr/>
          <a:lstStyle/>
          <a:p>
            <a:pPr>
              <a:defRPr/>
            </a:pPr>
            <a:endParaRPr/>
          </a:p>
        </p:txBody>
      </p:sp>
      <p:sp>
        <p:nvSpPr>
          <p:cNvPr id="757673919" name="Slide Number Placeholder 3"/>
          <p:cNvSpPr>
            <a:spLocks noGrp="1"/>
          </p:cNvSpPr>
          <p:nvPr>
            <p:ph type="sldNum" sz="quarter" idx="10"/>
          </p:nvPr>
        </p:nvSpPr>
        <p:spPr bwMode="auto"/>
        <p:txBody>
          <a:bodyPr/>
          <a:lstStyle/>
          <a:p>
            <a:pPr>
              <a:defRPr/>
            </a:pPr>
            <a:fld id="{146CC0AD-9885-A2CD-48F3-CD4717A1BA4D}" type="slidenum">
              <a:rPr/>
              <a:t/>
            </a:fld>
            <a:endParaRPr/>
          </a:p>
        </p:txBody>
      </p:sp>
    </p:spTree>
  </p:cSld>
</p:notes>
</file>

<file path=ppt/notesSlides/notesSlide11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837763248" name="Slide Image Placeholder 1"/>
          <p:cNvSpPr>
            <a:spLocks noChangeAspect="1" noGrp="1" noRot="1"/>
          </p:cNvSpPr>
          <p:nvPr>
            <p:ph type="sldImg"/>
          </p:nvPr>
        </p:nvSpPr>
        <p:spPr bwMode="auto"/>
      </p:sp>
      <p:sp>
        <p:nvSpPr>
          <p:cNvPr id="194896116" name="Notes Placeholder 2"/>
          <p:cNvSpPr>
            <a:spLocks noGrp="1"/>
          </p:cNvSpPr>
          <p:nvPr>
            <p:ph type="body" idx="1"/>
          </p:nvPr>
        </p:nvSpPr>
        <p:spPr bwMode="auto"/>
        <p:txBody>
          <a:bodyPr/>
          <a:lstStyle/>
          <a:p>
            <a:pPr>
              <a:defRPr/>
            </a:pPr>
            <a:endParaRPr/>
          </a:p>
        </p:txBody>
      </p:sp>
      <p:sp>
        <p:nvSpPr>
          <p:cNvPr id="1866370158" name="Slide Number Placeholder 3"/>
          <p:cNvSpPr>
            <a:spLocks noGrp="1"/>
          </p:cNvSpPr>
          <p:nvPr>
            <p:ph type="sldNum" sz="quarter" idx="10"/>
          </p:nvPr>
        </p:nvSpPr>
        <p:spPr bwMode="auto"/>
        <p:txBody>
          <a:bodyPr/>
          <a:lstStyle/>
          <a:p>
            <a:pPr>
              <a:defRPr/>
            </a:pPr>
            <a:fld id="{23126B11-2B95-9713-9FBC-B2A29EB876C1}" type="slidenum">
              <a:rPr/>
              <a:t/>
            </a:fld>
            <a:endParaRPr/>
          </a:p>
        </p:txBody>
      </p:sp>
    </p:spTree>
  </p:cSld>
</p:notes>
</file>

<file path=ppt/notesSlides/notesSlide11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051463043" name="Slide Image Placeholder 1"/>
          <p:cNvSpPr>
            <a:spLocks noChangeAspect="1" noGrp="1" noRot="1"/>
          </p:cNvSpPr>
          <p:nvPr>
            <p:ph type="sldImg"/>
          </p:nvPr>
        </p:nvSpPr>
        <p:spPr bwMode="auto"/>
      </p:sp>
      <p:sp>
        <p:nvSpPr>
          <p:cNvPr id="548559121" name="Notes Placeholder 2"/>
          <p:cNvSpPr>
            <a:spLocks noGrp="1"/>
          </p:cNvSpPr>
          <p:nvPr>
            <p:ph type="body" idx="1"/>
          </p:nvPr>
        </p:nvSpPr>
        <p:spPr bwMode="auto"/>
        <p:txBody>
          <a:bodyPr/>
          <a:lstStyle/>
          <a:p>
            <a:pPr>
              <a:defRPr/>
            </a:pPr>
            <a:endParaRPr/>
          </a:p>
        </p:txBody>
      </p:sp>
      <p:sp>
        <p:nvSpPr>
          <p:cNvPr id="580570779" name="Slide Number Placeholder 3"/>
          <p:cNvSpPr>
            <a:spLocks noGrp="1"/>
          </p:cNvSpPr>
          <p:nvPr>
            <p:ph type="sldNum" sz="quarter" idx="10"/>
          </p:nvPr>
        </p:nvSpPr>
        <p:spPr bwMode="auto"/>
        <p:txBody>
          <a:bodyPr/>
          <a:lstStyle/>
          <a:p>
            <a:pPr>
              <a:defRPr/>
            </a:pPr>
            <a:fld id="{C61802EE-EF5B-001E-1D7B-B2B34044A36C}" type="slidenum">
              <a:rPr/>
              <a:t/>
            </a:fld>
            <a:endParaRPr/>
          </a:p>
        </p:txBody>
      </p:sp>
    </p:spTree>
  </p:cSld>
</p:notes>
</file>

<file path=ppt/notesSlides/notesSlide11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117373399" name="Slide Image Placeholder 1"/>
          <p:cNvSpPr>
            <a:spLocks noChangeAspect="1" noGrp="1" noRot="1"/>
          </p:cNvSpPr>
          <p:nvPr>
            <p:ph type="sldImg"/>
          </p:nvPr>
        </p:nvSpPr>
        <p:spPr bwMode="auto"/>
      </p:sp>
      <p:sp>
        <p:nvSpPr>
          <p:cNvPr id="159284752" name="Notes Placeholder 2"/>
          <p:cNvSpPr>
            <a:spLocks noGrp="1"/>
          </p:cNvSpPr>
          <p:nvPr>
            <p:ph type="body" idx="1"/>
          </p:nvPr>
        </p:nvSpPr>
        <p:spPr bwMode="auto"/>
        <p:txBody>
          <a:bodyPr/>
          <a:lstStyle/>
          <a:p>
            <a:pPr>
              <a:defRPr/>
            </a:pPr>
            <a:endParaRPr/>
          </a:p>
        </p:txBody>
      </p:sp>
      <p:sp>
        <p:nvSpPr>
          <p:cNvPr id="1176352347" name="Slide Number Placeholder 3"/>
          <p:cNvSpPr>
            <a:spLocks noGrp="1"/>
          </p:cNvSpPr>
          <p:nvPr>
            <p:ph type="sldNum" sz="quarter" idx="10"/>
          </p:nvPr>
        </p:nvSpPr>
        <p:spPr bwMode="auto"/>
        <p:txBody>
          <a:bodyPr/>
          <a:lstStyle/>
          <a:p>
            <a:pPr>
              <a:defRPr/>
            </a:pPr>
            <a:fld id="{8241ACFC-9EE9-DC24-246F-4CF1CE271C1E}" type="slidenum">
              <a:rPr/>
              <a:t/>
            </a:fld>
            <a:endParaRPr/>
          </a:p>
        </p:txBody>
      </p:sp>
    </p:spTree>
  </p:cSld>
</p:notes>
</file>

<file path=ppt/notesSlides/notesSlide11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099592343" name="Slide Image Placeholder 1"/>
          <p:cNvSpPr>
            <a:spLocks noChangeAspect="1" noGrp="1" noRot="1"/>
          </p:cNvSpPr>
          <p:nvPr>
            <p:ph type="sldImg"/>
          </p:nvPr>
        </p:nvSpPr>
        <p:spPr bwMode="auto"/>
      </p:sp>
      <p:sp>
        <p:nvSpPr>
          <p:cNvPr id="1051621752" name="Notes Placeholder 2"/>
          <p:cNvSpPr>
            <a:spLocks noGrp="1"/>
          </p:cNvSpPr>
          <p:nvPr>
            <p:ph type="body" idx="1"/>
          </p:nvPr>
        </p:nvSpPr>
        <p:spPr bwMode="auto"/>
        <p:txBody>
          <a:bodyPr/>
          <a:lstStyle/>
          <a:p>
            <a:pPr>
              <a:defRPr/>
            </a:pPr>
            <a:endParaRPr/>
          </a:p>
        </p:txBody>
      </p:sp>
      <p:sp>
        <p:nvSpPr>
          <p:cNvPr id="1542571087" name="Slide Number Placeholder 3"/>
          <p:cNvSpPr>
            <a:spLocks noGrp="1"/>
          </p:cNvSpPr>
          <p:nvPr>
            <p:ph type="sldNum" sz="quarter" idx="10"/>
          </p:nvPr>
        </p:nvSpPr>
        <p:spPr bwMode="auto"/>
        <p:txBody>
          <a:bodyPr/>
          <a:lstStyle/>
          <a:p>
            <a:pPr>
              <a:defRPr/>
            </a:pPr>
            <a:fld id="{A2C07C23-ADC9-3E15-7080-99CA99196F8A}" type="slidenum">
              <a:rPr/>
              <a:t/>
            </a:fld>
            <a:endParaRPr/>
          </a:p>
        </p:txBody>
      </p:sp>
    </p:spTree>
  </p:cSld>
</p:notes>
</file>

<file path=ppt/notesSlides/notesSlide11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611361063" name="Slide Image Placeholder 1"/>
          <p:cNvSpPr>
            <a:spLocks noChangeAspect="1" noGrp="1" noRot="1"/>
          </p:cNvSpPr>
          <p:nvPr>
            <p:ph type="sldImg"/>
          </p:nvPr>
        </p:nvSpPr>
        <p:spPr bwMode="auto"/>
      </p:sp>
      <p:sp>
        <p:nvSpPr>
          <p:cNvPr id="942229436" name="Notes Placeholder 2"/>
          <p:cNvSpPr>
            <a:spLocks noGrp="1"/>
          </p:cNvSpPr>
          <p:nvPr>
            <p:ph type="body" idx="1"/>
          </p:nvPr>
        </p:nvSpPr>
        <p:spPr bwMode="auto"/>
        <p:txBody>
          <a:bodyPr/>
          <a:lstStyle/>
          <a:p>
            <a:pPr>
              <a:defRPr/>
            </a:pPr>
            <a:endParaRPr/>
          </a:p>
        </p:txBody>
      </p:sp>
      <p:sp>
        <p:nvSpPr>
          <p:cNvPr id="433125007" name="Slide Number Placeholder 3"/>
          <p:cNvSpPr>
            <a:spLocks noGrp="1"/>
          </p:cNvSpPr>
          <p:nvPr>
            <p:ph type="sldNum" sz="quarter" idx="10"/>
          </p:nvPr>
        </p:nvSpPr>
        <p:spPr bwMode="auto"/>
        <p:txBody>
          <a:bodyPr/>
          <a:lstStyle/>
          <a:p>
            <a:pPr>
              <a:defRPr/>
            </a:pPr>
            <a:fld id="{08A9D8F3-0B9C-9C37-BC01-ED77E1B85118}" type="slidenum">
              <a:rPr/>
              <a:t/>
            </a:fld>
            <a:endParaRPr/>
          </a:p>
        </p:txBody>
      </p:sp>
    </p:spTree>
  </p:cSld>
</p:notes>
</file>

<file path=ppt/notesSlides/notesSlide11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638538808" name="Slide Image Placeholder 1"/>
          <p:cNvSpPr>
            <a:spLocks noChangeAspect="1" noGrp="1" noRot="1"/>
          </p:cNvSpPr>
          <p:nvPr>
            <p:ph type="sldImg"/>
          </p:nvPr>
        </p:nvSpPr>
        <p:spPr bwMode="auto"/>
      </p:sp>
      <p:sp>
        <p:nvSpPr>
          <p:cNvPr id="1593947740" name="Notes Placeholder 2"/>
          <p:cNvSpPr>
            <a:spLocks noGrp="1"/>
          </p:cNvSpPr>
          <p:nvPr>
            <p:ph type="body" idx="1"/>
          </p:nvPr>
        </p:nvSpPr>
        <p:spPr bwMode="auto"/>
        <p:txBody>
          <a:bodyPr/>
          <a:lstStyle/>
          <a:p>
            <a:pPr>
              <a:defRPr/>
            </a:pPr>
            <a:endParaRPr/>
          </a:p>
        </p:txBody>
      </p:sp>
      <p:sp>
        <p:nvSpPr>
          <p:cNvPr id="1796393687" name="Slide Number Placeholder 3"/>
          <p:cNvSpPr>
            <a:spLocks noGrp="1"/>
          </p:cNvSpPr>
          <p:nvPr>
            <p:ph type="sldNum" sz="quarter" idx="10"/>
          </p:nvPr>
        </p:nvSpPr>
        <p:spPr bwMode="auto"/>
        <p:txBody>
          <a:bodyPr/>
          <a:lstStyle/>
          <a:p>
            <a:pPr>
              <a:defRPr/>
            </a:pPr>
            <a:fld id="{D5FCE6BB-70DB-52DB-D99F-19C3B031D544}" type="slidenum">
              <a:rPr/>
              <a:t/>
            </a:fld>
            <a:endParaRPr/>
          </a:p>
        </p:txBody>
      </p:sp>
    </p:spTree>
  </p:cSld>
</p:notes>
</file>

<file path=ppt/notesSlides/notesSlide12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506271440" name="Slide Image Placeholder 1"/>
          <p:cNvSpPr>
            <a:spLocks noChangeAspect="1" noGrp="1" noRot="1"/>
          </p:cNvSpPr>
          <p:nvPr>
            <p:ph type="sldImg"/>
          </p:nvPr>
        </p:nvSpPr>
        <p:spPr bwMode="auto"/>
      </p:sp>
      <p:sp>
        <p:nvSpPr>
          <p:cNvPr id="2077173681" name="Notes Placeholder 2"/>
          <p:cNvSpPr>
            <a:spLocks noGrp="1"/>
          </p:cNvSpPr>
          <p:nvPr>
            <p:ph type="body" idx="1"/>
          </p:nvPr>
        </p:nvSpPr>
        <p:spPr bwMode="auto"/>
        <p:txBody>
          <a:bodyPr/>
          <a:lstStyle/>
          <a:p>
            <a:pPr>
              <a:defRPr/>
            </a:pPr>
            <a:endParaRPr/>
          </a:p>
        </p:txBody>
      </p:sp>
      <p:sp>
        <p:nvSpPr>
          <p:cNvPr id="2107736671" name="Slide Number Placeholder 3"/>
          <p:cNvSpPr>
            <a:spLocks noGrp="1"/>
          </p:cNvSpPr>
          <p:nvPr>
            <p:ph type="sldNum" sz="quarter" idx="10"/>
          </p:nvPr>
        </p:nvSpPr>
        <p:spPr bwMode="auto"/>
        <p:txBody>
          <a:bodyPr/>
          <a:lstStyle/>
          <a:p>
            <a:pPr>
              <a:defRPr/>
            </a:pPr>
            <a:fld id="{94B10964-7B6E-17FA-3118-595E932F5CF8}" type="slidenum">
              <a:rPr/>
              <a:t/>
            </a:fld>
            <a:endParaRPr/>
          </a:p>
        </p:txBody>
      </p:sp>
    </p:spTree>
  </p:cSld>
</p:notes>
</file>

<file path=ppt/notesSlides/notesSlide12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644027994" name="Slide Image Placeholder 1"/>
          <p:cNvSpPr>
            <a:spLocks noChangeAspect="1" noGrp="1" noRot="1"/>
          </p:cNvSpPr>
          <p:nvPr>
            <p:ph type="sldImg"/>
          </p:nvPr>
        </p:nvSpPr>
        <p:spPr bwMode="auto"/>
      </p:sp>
      <p:sp>
        <p:nvSpPr>
          <p:cNvPr id="555866443" name="Notes Placeholder 2"/>
          <p:cNvSpPr>
            <a:spLocks noGrp="1"/>
          </p:cNvSpPr>
          <p:nvPr>
            <p:ph type="body" idx="1"/>
          </p:nvPr>
        </p:nvSpPr>
        <p:spPr bwMode="auto"/>
        <p:txBody>
          <a:bodyPr/>
          <a:lstStyle/>
          <a:p>
            <a:pPr>
              <a:defRPr/>
            </a:pPr>
            <a:endParaRPr/>
          </a:p>
        </p:txBody>
      </p:sp>
      <p:sp>
        <p:nvSpPr>
          <p:cNvPr id="1593913885" name="Slide Number Placeholder 3"/>
          <p:cNvSpPr>
            <a:spLocks noGrp="1"/>
          </p:cNvSpPr>
          <p:nvPr>
            <p:ph type="sldNum" sz="quarter" idx="10"/>
          </p:nvPr>
        </p:nvSpPr>
        <p:spPr bwMode="auto"/>
        <p:txBody>
          <a:bodyPr/>
          <a:lstStyle/>
          <a:p>
            <a:pPr>
              <a:defRPr/>
            </a:pPr>
            <a:fld id="{55BF517D-4A5D-5131-D319-2AA61F1AA9D3}" type="slidenum">
              <a:rPr/>
              <a:t/>
            </a:fld>
            <a:endParaRPr/>
          </a:p>
        </p:txBody>
      </p:sp>
    </p:spTree>
  </p:cSld>
</p:notes>
</file>

<file path=ppt/notesSlides/notesSlide12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44728710" name="Slide Image Placeholder 1"/>
          <p:cNvSpPr>
            <a:spLocks noChangeAspect="1" noGrp="1" noRot="1"/>
          </p:cNvSpPr>
          <p:nvPr>
            <p:ph type="sldImg"/>
          </p:nvPr>
        </p:nvSpPr>
        <p:spPr bwMode="auto"/>
      </p:sp>
      <p:sp>
        <p:nvSpPr>
          <p:cNvPr id="2132410345" name="Notes Placeholder 2"/>
          <p:cNvSpPr>
            <a:spLocks noGrp="1"/>
          </p:cNvSpPr>
          <p:nvPr>
            <p:ph type="body" idx="1"/>
          </p:nvPr>
        </p:nvSpPr>
        <p:spPr bwMode="auto"/>
        <p:txBody>
          <a:bodyPr/>
          <a:lstStyle/>
          <a:p>
            <a:pPr>
              <a:defRPr/>
            </a:pPr>
            <a:endParaRPr/>
          </a:p>
        </p:txBody>
      </p:sp>
      <p:sp>
        <p:nvSpPr>
          <p:cNvPr id="1450923843" name="Slide Number Placeholder 3"/>
          <p:cNvSpPr>
            <a:spLocks noGrp="1"/>
          </p:cNvSpPr>
          <p:nvPr>
            <p:ph type="sldNum" sz="quarter" idx="10"/>
          </p:nvPr>
        </p:nvSpPr>
        <p:spPr bwMode="auto"/>
        <p:txBody>
          <a:bodyPr/>
          <a:lstStyle/>
          <a:p>
            <a:pPr>
              <a:defRPr/>
            </a:pPr>
            <a:fld id="{B4E862CF-8C7C-306C-1118-2210E75BC886}" type="slidenum">
              <a:rPr/>
              <a:t/>
            </a:fld>
            <a:endParaRPr/>
          </a:p>
        </p:txBody>
      </p:sp>
    </p:spTree>
  </p:cSld>
</p:notes>
</file>

<file path=ppt/notesSlides/notesSlide12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4326046" name="Slide Image Placeholder 1"/>
          <p:cNvSpPr>
            <a:spLocks noChangeAspect="1" noGrp="1" noRot="1"/>
          </p:cNvSpPr>
          <p:nvPr>
            <p:ph type="sldImg"/>
          </p:nvPr>
        </p:nvSpPr>
        <p:spPr bwMode="auto"/>
      </p:sp>
      <p:sp>
        <p:nvSpPr>
          <p:cNvPr id="921512692" name="Notes Placeholder 2"/>
          <p:cNvSpPr>
            <a:spLocks noGrp="1"/>
          </p:cNvSpPr>
          <p:nvPr>
            <p:ph type="body" idx="1"/>
          </p:nvPr>
        </p:nvSpPr>
        <p:spPr bwMode="auto"/>
        <p:txBody>
          <a:bodyPr/>
          <a:lstStyle/>
          <a:p>
            <a:pPr>
              <a:defRPr/>
            </a:pPr>
            <a:endParaRPr/>
          </a:p>
        </p:txBody>
      </p:sp>
      <p:sp>
        <p:nvSpPr>
          <p:cNvPr id="375223277" name="Slide Number Placeholder 3"/>
          <p:cNvSpPr>
            <a:spLocks noGrp="1"/>
          </p:cNvSpPr>
          <p:nvPr>
            <p:ph type="sldNum" sz="quarter" idx="10"/>
          </p:nvPr>
        </p:nvSpPr>
        <p:spPr bwMode="auto"/>
        <p:txBody>
          <a:bodyPr/>
          <a:lstStyle/>
          <a:p>
            <a:pPr>
              <a:defRPr/>
            </a:pPr>
            <a:fld id="{8F28B3D9-DC16-5445-8DC9-20467E47DEE4}" type="slidenum">
              <a:rPr/>
              <a:t/>
            </a:fld>
            <a:endParaRPr/>
          </a:p>
        </p:txBody>
      </p:sp>
    </p:spTree>
  </p:cSld>
</p:notes>
</file>

<file path=ppt/notesSlides/notesSlide12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770604033" name="Slide Image Placeholder 1"/>
          <p:cNvSpPr>
            <a:spLocks noChangeAspect="1" noGrp="1" noRot="1"/>
          </p:cNvSpPr>
          <p:nvPr>
            <p:ph type="sldImg"/>
          </p:nvPr>
        </p:nvSpPr>
        <p:spPr bwMode="auto"/>
      </p:sp>
      <p:sp>
        <p:nvSpPr>
          <p:cNvPr id="2126837481" name="Notes Placeholder 2"/>
          <p:cNvSpPr>
            <a:spLocks noGrp="1"/>
          </p:cNvSpPr>
          <p:nvPr>
            <p:ph type="body" idx="1"/>
          </p:nvPr>
        </p:nvSpPr>
        <p:spPr bwMode="auto"/>
        <p:txBody>
          <a:bodyPr/>
          <a:lstStyle/>
          <a:p>
            <a:pPr>
              <a:defRPr/>
            </a:pPr>
            <a:endParaRPr/>
          </a:p>
        </p:txBody>
      </p:sp>
      <p:sp>
        <p:nvSpPr>
          <p:cNvPr id="893628190" name="Slide Number Placeholder 3"/>
          <p:cNvSpPr>
            <a:spLocks noGrp="1"/>
          </p:cNvSpPr>
          <p:nvPr>
            <p:ph type="sldNum" sz="quarter" idx="10"/>
          </p:nvPr>
        </p:nvSpPr>
        <p:spPr bwMode="auto"/>
        <p:txBody>
          <a:bodyPr/>
          <a:lstStyle/>
          <a:p>
            <a:pPr>
              <a:defRPr/>
            </a:pPr>
            <a:fld id="{B9F758F5-66A4-8912-81E7-583E05487CAD}" type="slidenum">
              <a:rPr/>
              <a:t/>
            </a:fld>
            <a:endParaRPr/>
          </a:p>
        </p:txBody>
      </p:sp>
    </p:spTree>
  </p:cSld>
</p:notes>
</file>

<file path=ppt/notesSlides/notesSlide12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35991703" name="Slide Image Placeholder 1"/>
          <p:cNvSpPr>
            <a:spLocks noChangeAspect="1" noGrp="1" noRot="1"/>
          </p:cNvSpPr>
          <p:nvPr>
            <p:ph type="sldImg"/>
          </p:nvPr>
        </p:nvSpPr>
        <p:spPr bwMode="auto"/>
      </p:sp>
      <p:sp>
        <p:nvSpPr>
          <p:cNvPr id="1942550944" name="Notes Placeholder 2"/>
          <p:cNvSpPr>
            <a:spLocks noGrp="1"/>
          </p:cNvSpPr>
          <p:nvPr>
            <p:ph type="body" idx="1"/>
          </p:nvPr>
        </p:nvSpPr>
        <p:spPr bwMode="auto"/>
        <p:txBody>
          <a:bodyPr/>
          <a:lstStyle/>
          <a:p>
            <a:pPr>
              <a:defRPr/>
            </a:pPr>
            <a:endParaRPr/>
          </a:p>
        </p:txBody>
      </p:sp>
      <p:sp>
        <p:nvSpPr>
          <p:cNvPr id="787140674" name="Slide Number Placeholder 3"/>
          <p:cNvSpPr>
            <a:spLocks noGrp="1"/>
          </p:cNvSpPr>
          <p:nvPr>
            <p:ph type="sldNum" sz="quarter" idx="10"/>
          </p:nvPr>
        </p:nvSpPr>
        <p:spPr bwMode="auto"/>
        <p:txBody>
          <a:bodyPr/>
          <a:lstStyle/>
          <a:p>
            <a:pPr>
              <a:defRPr/>
            </a:pPr>
            <a:fld id="{3C184F00-5B41-A9D7-7848-0F9D92869060}" type="slidenum">
              <a:rPr/>
              <a:t/>
            </a:fld>
            <a:endParaRPr/>
          </a:p>
        </p:txBody>
      </p:sp>
    </p:spTree>
  </p:cSld>
</p:notes>
</file>

<file path=ppt/notesSlides/notesSlide12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325143767" name="Slide Image Placeholder 1"/>
          <p:cNvSpPr>
            <a:spLocks noChangeAspect="1" noGrp="1" noRot="1"/>
          </p:cNvSpPr>
          <p:nvPr>
            <p:ph type="sldImg"/>
          </p:nvPr>
        </p:nvSpPr>
        <p:spPr bwMode="auto"/>
      </p:sp>
      <p:sp>
        <p:nvSpPr>
          <p:cNvPr id="292968421" name="Notes Placeholder 2"/>
          <p:cNvSpPr>
            <a:spLocks noGrp="1"/>
          </p:cNvSpPr>
          <p:nvPr>
            <p:ph type="body" idx="1"/>
          </p:nvPr>
        </p:nvSpPr>
        <p:spPr bwMode="auto"/>
        <p:txBody>
          <a:bodyPr/>
          <a:lstStyle/>
          <a:p>
            <a:pPr>
              <a:defRPr/>
            </a:pPr>
            <a:endParaRPr/>
          </a:p>
        </p:txBody>
      </p:sp>
      <p:sp>
        <p:nvSpPr>
          <p:cNvPr id="2142855546" name="Slide Number Placeholder 3"/>
          <p:cNvSpPr>
            <a:spLocks noGrp="1"/>
          </p:cNvSpPr>
          <p:nvPr>
            <p:ph type="sldNum" sz="quarter" idx="10"/>
          </p:nvPr>
        </p:nvSpPr>
        <p:spPr bwMode="auto"/>
        <p:txBody>
          <a:bodyPr/>
          <a:lstStyle/>
          <a:p>
            <a:pPr>
              <a:defRPr/>
            </a:pPr>
            <a:fld id="{5E8A3054-AD17-7B55-AFD0-BD28ADD2384C}" type="slidenum">
              <a:rPr/>
              <a:t/>
            </a:fld>
            <a:endParaRPr/>
          </a:p>
        </p:txBody>
      </p:sp>
    </p:spTree>
  </p:cSld>
</p:notes>
</file>

<file path=ppt/notesSlides/notesSlide12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79462229" name="Slide Image Placeholder 1"/>
          <p:cNvSpPr>
            <a:spLocks noChangeAspect="1" noGrp="1" noRot="1"/>
          </p:cNvSpPr>
          <p:nvPr>
            <p:ph type="sldImg"/>
          </p:nvPr>
        </p:nvSpPr>
        <p:spPr bwMode="auto"/>
      </p:sp>
      <p:sp>
        <p:nvSpPr>
          <p:cNvPr id="790904160" name="Notes Placeholder 2"/>
          <p:cNvSpPr>
            <a:spLocks noGrp="1"/>
          </p:cNvSpPr>
          <p:nvPr>
            <p:ph type="body" idx="1"/>
          </p:nvPr>
        </p:nvSpPr>
        <p:spPr bwMode="auto"/>
        <p:txBody>
          <a:bodyPr/>
          <a:lstStyle/>
          <a:p>
            <a:pPr>
              <a:defRPr/>
            </a:pPr>
            <a:endParaRPr/>
          </a:p>
        </p:txBody>
      </p:sp>
      <p:sp>
        <p:nvSpPr>
          <p:cNvPr id="1244935229" name="Slide Number Placeholder 3"/>
          <p:cNvSpPr>
            <a:spLocks noGrp="1"/>
          </p:cNvSpPr>
          <p:nvPr>
            <p:ph type="sldNum" sz="quarter" idx="10"/>
          </p:nvPr>
        </p:nvSpPr>
        <p:spPr bwMode="auto"/>
        <p:txBody>
          <a:bodyPr/>
          <a:lstStyle/>
          <a:p>
            <a:pPr>
              <a:defRPr/>
            </a:pPr>
            <a:fld id="{640E04DF-108F-49B0-1953-FAC4571E26D1}" type="slidenum">
              <a:rPr/>
              <a:t/>
            </a:fld>
            <a:endParaRPr/>
          </a:p>
        </p:txBody>
      </p:sp>
    </p:spTree>
  </p:cSld>
</p:notes>
</file>

<file path=ppt/notesSlides/notesSlide12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316995324" name="Slide Image Placeholder 1"/>
          <p:cNvSpPr>
            <a:spLocks noChangeAspect="1" noGrp="1" noRot="1"/>
          </p:cNvSpPr>
          <p:nvPr>
            <p:ph type="sldImg"/>
          </p:nvPr>
        </p:nvSpPr>
        <p:spPr bwMode="auto"/>
      </p:sp>
      <p:sp>
        <p:nvSpPr>
          <p:cNvPr id="2093912899" name="Notes Placeholder 2"/>
          <p:cNvSpPr>
            <a:spLocks noGrp="1"/>
          </p:cNvSpPr>
          <p:nvPr>
            <p:ph type="body" idx="1"/>
          </p:nvPr>
        </p:nvSpPr>
        <p:spPr bwMode="auto"/>
        <p:txBody>
          <a:bodyPr/>
          <a:lstStyle/>
          <a:p>
            <a:pPr>
              <a:defRPr/>
            </a:pPr>
            <a:endParaRPr/>
          </a:p>
        </p:txBody>
      </p:sp>
      <p:sp>
        <p:nvSpPr>
          <p:cNvPr id="845562569" name="Slide Number Placeholder 3"/>
          <p:cNvSpPr>
            <a:spLocks noGrp="1"/>
          </p:cNvSpPr>
          <p:nvPr>
            <p:ph type="sldNum" sz="quarter" idx="10"/>
          </p:nvPr>
        </p:nvSpPr>
        <p:spPr bwMode="auto"/>
        <p:txBody>
          <a:bodyPr/>
          <a:lstStyle/>
          <a:p>
            <a:pPr>
              <a:defRPr/>
            </a:pPr>
            <a:fld id="{D37AFC1A-F0B9-7C74-30F0-688B7FDCA235}" type="slidenum">
              <a:rPr/>
              <a:t/>
            </a:fld>
            <a:endParaRPr/>
          </a:p>
        </p:txBody>
      </p:sp>
    </p:spTree>
  </p:cSld>
</p:notes>
</file>

<file path=ppt/notesSlides/notesSlide12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577150778" name="Slide Image Placeholder 1"/>
          <p:cNvSpPr>
            <a:spLocks noChangeAspect="1" noGrp="1" noRot="1"/>
          </p:cNvSpPr>
          <p:nvPr>
            <p:ph type="sldImg"/>
          </p:nvPr>
        </p:nvSpPr>
        <p:spPr bwMode="auto"/>
      </p:sp>
      <p:sp>
        <p:nvSpPr>
          <p:cNvPr id="346559878" name="Notes Placeholder 2"/>
          <p:cNvSpPr>
            <a:spLocks noGrp="1"/>
          </p:cNvSpPr>
          <p:nvPr>
            <p:ph type="body" idx="1"/>
          </p:nvPr>
        </p:nvSpPr>
        <p:spPr bwMode="auto"/>
        <p:txBody>
          <a:bodyPr/>
          <a:lstStyle/>
          <a:p>
            <a:pPr>
              <a:defRPr/>
            </a:pPr>
            <a:endParaRPr/>
          </a:p>
        </p:txBody>
      </p:sp>
      <p:sp>
        <p:nvSpPr>
          <p:cNvPr id="2103186940" name="Slide Number Placeholder 3"/>
          <p:cNvSpPr>
            <a:spLocks noGrp="1"/>
          </p:cNvSpPr>
          <p:nvPr>
            <p:ph type="sldNum" sz="quarter" idx="10"/>
          </p:nvPr>
        </p:nvSpPr>
        <p:spPr bwMode="auto"/>
        <p:txBody>
          <a:bodyPr/>
          <a:lstStyle/>
          <a:p>
            <a:pPr>
              <a:defRPr/>
            </a:pPr>
            <a:fld id="{449C4521-772A-3FC4-CE16-A24A08312181}" type="slidenum">
              <a:rPr/>
              <a:t/>
            </a:fld>
            <a:endParaRPr/>
          </a:p>
        </p:txBody>
      </p:sp>
    </p:spTree>
  </p:cSld>
</p:notes>
</file>

<file path=ppt/notesSlides/notesSlide13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773783175" name="Slide Image Placeholder 1"/>
          <p:cNvSpPr>
            <a:spLocks noChangeAspect="1" noGrp="1" noRot="1"/>
          </p:cNvSpPr>
          <p:nvPr>
            <p:ph type="sldImg"/>
          </p:nvPr>
        </p:nvSpPr>
        <p:spPr bwMode="auto"/>
      </p:sp>
      <p:sp>
        <p:nvSpPr>
          <p:cNvPr id="950391972" name="Notes Placeholder 2"/>
          <p:cNvSpPr>
            <a:spLocks noGrp="1"/>
          </p:cNvSpPr>
          <p:nvPr>
            <p:ph type="body" idx="1"/>
          </p:nvPr>
        </p:nvSpPr>
        <p:spPr bwMode="auto"/>
        <p:txBody>
          <a:bodyPr/>
          <a:lstStyle/>
          <a:p>
            <a:pPr>
              <a:defRPr/>
            </a:pPr>
            <a:endParaRPr/>
          </a:p>
        </p:txBody>
      </p:sp>
      <p:sp>
        <p:nvSpPr>
          <p:cNvPr id="1383500043" name="Slide Number Placeholder 3"/>
          <p:cNvSpPr>
            <a:spLocks noGrp="1"/>
          </p:cNvSpPr>
          <p:nvPr>
            <p:ph type="sldNum" sz="quarter" idx="10"/>
          </p:nvPr>
        </p:nvSpPr>
        <p:spPr bwMode="auto"/>
        <p:txBody>
          <a:bodyPr/>
          <a:lstStyle/>
          <a:p>
            <a:pPr>
              <a:defRPr/>
            </a:pPr>
            <a:fld id="{1293662B-2DE6-CD77-6EDD-BA679F98FEC8}" type="slidenum">
              <a:rPr/>
              <a:t/>
            </a:fld>
            <a:endParaRPr/>
          </a:p>
        </p:txBody>
      </p:sp>
    </p:spTree>
  </p:cSld>
</p:notes>
</file>

<file path=ppt/notesSlides/notesSlide13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650297306" name="Slide Image Placeholder 1"/>
          <p:cNvSpPr>
            <a:spLocks noChangeAspect="1" noGrp="1" noRot="1"/>
          </p:cNvSpPr>
          <p:nvPr>
            <p:ph type="sldImg"/>
          </p:nvPr>
        </p:nvSpPr>
        <p:spPr bwMode="auto"/>
      </p:sp>
      <p:sp>
        <p:nvSpPr>
          <p:cNvPr id="1636330741" name="Notes Placeholder 2"/>
          <p:cNvSpPr>
            <a:spLocks noGrp="1"/>
          </p:cNvSpPr>
          <p:nvPr>
            <p:ph type="body" idx="1"/>
          </p:nvPr>
        </p:nvSpPr>
        <p:spPr bwMode="auto"/>
        <p:txBody>
          <a:bodyPr/>
          <a:lstStyle/>
          <a:p>
            <a:pPr>
              <a:defRPr/>
            </a:pPr>
            <a:endParaRPr/>
          </a:p>
        </p:txBody>
      </p:sp>
      <p:sp>
        <p:nvSpPr>
          <p:cNvPr id="64753578" name="Slide Number Placeholder 3"/>
          <p:cNvSpPr>
            <a:spLocks noGrp="1"/>
          </p:cNvSpPr>
          <p:nvPr>
            <p:ph type="sldNum" sz="quarter" idx="10"/>
          </p:nvPr>
        </p:nvSpPr>
        <p:spPr bwMode="auto"/>
        <p:txBody>
          <a:bodyPr/>
          <a:lstStyle/>
          <a:p>
            <a:pPr>
              <a:defRPr/>
            </a:pPr>
            <a:fld id="{B0B6056D-2698-499E-F033-C4B2EC99A460}" type="slidenum">
              <a:rPr/>
              <a:t/>
            </a:fld>
            <a:endParaRPr/>
          </a:p>
        </p:txBody>
      </p:sp>
    </p:spTree>
  </p:cSld>
</p:notes>
</file>

<file path=ppt/notesSlides/notesSlide13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380105104" name="Slide Image Placeholder 1"/>
          <p:cNvSpPr>
            <a:spLocks noChangeAspect="1" noGrp="1" noRot="1"/>
          </p:cNvSpPr>
          <p:nvPr>
            <p:ph type="sldImg"/>
          </p:nvPr>
        </p:nvSpPr>
        <p:spPr bwMode="auto"/>
      </p:sp>
      <p:sp>
        <p:nvSpPr>
          <p:cNvPr id="2054694446" name="Notes Placeholder 2"/>
          <p:cNvSpPr>
            <a:spLocks noGrp="1"/>
          </p:cNvSpPr>
          <p:nvPr>
            <p:ph type="body" idx="1"/>
          </p:nvPr>
        </p:nvSpPr>
        <p:spPr bwMode="auto"/>
        <p:txBody>
          <a:bodyPr/>
          <a:lstStyle/>
          <a:p>
            <a:pPr>
              <a:defRPr/>
            </a:pPr>
            <a:endParaRPr/>
          </a:p>
        </p:txBody>
      </p:sp>
      <p:sp>
        <p:nvSpPr>
          <p:cNvPr id="1696890513" name="Slide Number Placeholder 3"/>
          <p:cNvSpPr>
            <a:spLocks noGrp="1"/>
          </p:cNvSpPr>
          <p:nvPr>
            <p:ph type="sldNum" sz="quarter" idx="10"/>
          </p:nvPr>
        </p:nvSpPr>
        <p:spPr bwMode="auto"/>
        <p:txBody>
          <a:bodyPr/>
          <a:lstStyle/>
          <a:p>
            <a:pPr>
              <a:defRPr/>
            </a:pPr>
            <a:fld id="{7B3C20BB-12CB-147E-C17B-A61A8435E497}" type="slidenum">
              <a:rPr/>
              <a:t/>
            </a:fld>
            <a:endParaRPr/>
          </a:p>
        </p:txBody>
      </p:sp>
    </p:spTree>
  </p:cSld>
</p:notes>
</file>

<file path=ppt/notesSlides/notesSlide13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398483148" name="Slide Image Placeholder 1"/>
          <p:cNvSpPr>
            <a:spLocks noChangeAspect="1" noGrp="1" noRot="1"/>
          </p:cNvSpPr>
          <p:nvPr>
            <p:ph type="sldImg"/>
          </p:nvPr>
        </p:nvSpPr>
        <p:spPr bwMode="auto"/>
      </p:sp>
      <p:sp>
        <p:nvSpPr>
          <p:cNvPr id="828591081" name="Notes Placeholder 2"/>
          <p:cNvSpPr>
            <a:spLocks noGrp="1"/>
          </p:cNvSpPr>
          <p:nvPr>
            <p:ph type="body" idx="1"/>
          </p:nvPr>
        </p:nvSpPr>
        <p:spPr bwMode="auto"/>
        <p:txBody>
          <a:bodyPr/>
          <a:lstStyle/>
          <a:p>
            <a:pPr>
              <a:defRPr/>
            </a:pPr>
            <a:endParaRPr/>
          </a:p>
        </p:txBody>
      </p:sp>
      <p:sp>
        <p:nvSpPr>
          <p:cNvPr id="1617349284" name="Slide Number Placeholder 3"/>
          <p:cNvSpPr>
            <a:spLocks noGrp="1"/>
          </p:cNvSpPr>
          <p:nvPr>
            <p:ph type="sldNum" sz="quarter" idx="10"/>
          </p:nvPr>
        </p:nvSpPr>
        <p:spPr bwMode="auto"/>
        <p:txBody>
          <a:bodyPr/>
          <a:lstStyle/>
          <a:p>
            <a:pPr>
              <a:defRPr/>
            </a:pPr>
            <a:fld id="{FD1E24CE-DE2E-8666-7ABC-796C4512A424}" type="slidenum">
              <a:rPr/>
              <a:t/>
            </a:fld>
            <a:endParaRPr/>
          </a:p>
        </p:txBody>
      </p:sp>
    </p:spTree>
  </p:cSld>
</p:notes>
</file>

<file path=ppt/notesSlides/notesSlide13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62806453" name="Slide Image Placeholder 1"/>
          <p:cNvSpPr>
            <a:spLocks noChangeAspect="1" noGrp="1" noRot="1"/>
          </p:cNvSpPr>
          <p:nvPr>
            <p:ph type="sldImg"/>
          </p:nvPr>
        </p:nvSpPr>
        <p:spPr bwMode="auto"/>
      </p:sp>
      <p:sp>
        <p:nvSpPr>
          <p:cNvPr id="853068449" name="Notes Placeholder 2"/>
          <p:cNvSpPr>
            <a:spLocks noGrp="1"/>
          </p:cNvSpPr>
          <p:nvPr>
            <p:ph type="body" idx="1"/>
          </p:nvPr>
        </p:nvSpPr>
        <p:spPr bwMode="auto"/>
        <p:txBody>
          <a:bodyPr/>
          <a:lstStyle/>
          <a:p>
            <a:pPr>
              <a:defRPr/>
            </a:pPr>
            <a:endParaRPr/>
          </a:p>
        </p:txBody>
      </p:sp>
      <p:sp>
        <p:nvSpPr>
          <p:cNvPr id="378214851" name="Slide Number Placeholder 3"/>
          <p:cNvSpPr>
            <a:spLocks noGrp="1"/>
          </p:cNvSpPr>
          <p:nvPr>
            <p:ph type="sldNum" sz="quarter" idx="10"/>
          </p:nvPr>
        </p:nvSpPr>
        <p:spPr bwMode="auto"/>
        <p:txBody>
          <a:bodyPr/>
          <a:lstStyle/>
          <a:p>
            <a:pPr>
              <a:defRPr/>
            </a:pPr>
            <a:fld id="{4F2D1205-B731-857A-EBCA-CD19A37BB0A1}" type="slidenum">
              <a:rPr/>
              <a:t/>
            </a:fld>
            <a:endParaRPr/>
          </a:p>
        </p:txBody>
      </p:sp>
    </p:spTree>
  </p:cSld>
</p:notes>
</file>

<file path=ppt/notesSlides/notesSlide13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469594398" name="Slide Image Placeholder 1"/>
          <p:cNvSpPr>
            <a:spLocks noChangeAspect="1" noGrp="1" noRot="1"/>
          </p:cNvSpPr>
          <p:nvPr>
            <p:ph type="sldImg"/>
          </p:nvPr>
        </p:nvSpPr>
        <p:spPr bwMode="auto"/>
      </p:sp>
      <p:sp>
        <p:nvSpPr>
          <p:cNvPr id="2126491820" name="Notes Placeholder 2"/>
          <p:cNvSpPr>
            <a:spLocks noGrp="1"/>
          </p:cNvSpPr>
          <p:nvPr>
            <p:ph type="body" idx="1"/>
          </p:nvPr>
        </p:nvSpPr>
        <p:spPr bwMode="auto"/>
        <p:txBody>
          <a:bodyPr/>
          <a:lstStyle/>
          <a:p>
            <a:pPr>
              <a:defRPr/>
            </a:pPr>
            <a:endParaRPr/>
          </a:p>
        </p:txBody>
      </p:sp>
      <p:sp>
        <p:nvSpPr>
          <p:cNvPr id="56926423" name="Slide Number Placeholder 3"/>
          <p:cNvSpPr>
            <a:spLocks noGrp="1"/>
          </p:cNvSpPr>
          <p:nvPr>
            <p:ph type="sldNum" sz="quarter" idx="10"/>
          </p:nvPr>
        </p:nvSpPr>
        <p:spPr bwMode="auto"/>
        <p:txBody>
          <a:bodyPr/>
          <a:lstStyle/>
          <a:p>
            <a:pPr>
              <a:defRPr/>
            </a:pPr>
            <a:fld id="{638E5552-300E-3A6A-6CA0-E073F172C40C}" type="slidenum">
              <a:rPr/>
              <a:t/>
            </a:fld>
            <a:endParaRPr/>
          </a:p>
        </p:txBody>
      </p:sp>
    </p:spTree>
  </p:cSld>
</p:notes>
</file>

<file path=ppt/notesSlides/notesSlide13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120869859" name="Slide Image Placeholder 1"/>
          <p:cNvSpPr>
            <a:spLocks noChangeAspect="1" noGrp="1" noRot="1"/>
          </p:cNvSpPr>
          <p:nvPr>
            <p:ph type="sldImg"/>
          </p:nvPr>
        </p:nvSpPr>
        <p:spPr bwMode="auto"/>
      </p:sp>
      <p:sp>
        <p:nvSpPr>
          <p:cNvPr id="817481144" name="Notes Placeholder 2"/>
          <p:cNvSpPr>
            <a:spLocks noGrp="1"/>
          </p:cNvSpPr>
          <p:nvPr>
            <p:ph type="body" idx="1"/>
          </p:nvPr>
        </p:nvSpPr>
        <p:spPr bwMode="auto"/>
        <p:txBody>
          <a:bodyPr/>
          <a:lstStyle/>
          <a:p>
            <a:pPr>
              <a:defRPr/>
            </a:pPr>
            <a:endParaRPr/>
          </a:p>
        </p:txBody>
      </p:sp>
      <p:sp>
        <p:nvSpPr>
          <p:cNvPr id="1411696729" name="Slide Number Placeholder 3"/>
          <p:cNvSpPr>
            <a:spLocks noGrp="1"/>
          </p:cNvSpPr>
          <p:nvPr>
            <p:ph type="sldNum" sz="quarter" idx="10"/>
          </p:nvPr>
        </p:nvSpPr>
        <p:spPr bwMode="auto"/>
        <p:txBody>
          <a:bodyPr/>
          <a:lstStyle/>
          <a:p>
            <a:pPr>
              <a:defRPr/>
            </a:pPr>
            <a:fld id="{31E518FB-7A29-0818-FACC-A0915A9EC991}" type="slidenum">
              <a:rPr/>
              <a:t/>
            </a:fld>
            <a:endParaRPr/>
          </a:p>
        </p:txBody>
      </p:sp>
    </p:spTree>
  </p:cSld>
</p:notes>
</file>

<file path=ppt/notesSlides/notesSlide13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20056949" name="Slide Image Placeholder 1"/>
          <p:cNvSpPr>
            <a:spLocks noChangeAspect="1" noGrp="1" noRot="1"/>
          </p:cNvSpPr>
          <p:nvPr>
            <p:ph type="sldImg"/>
          </p:nvPr>
        </p:nvSpPr>
        <p:spPr bwMode="auto"/>
      </p:sp>
      <p:sp>
        <p:nvSpPr>
          <p:cNvPr id="1206596144" name="Notes Placeholder 2"/>
          <p:cNvSpPr>
            <a:spLocks noGrp="1"/>
          </p:cNvSpPr>
          <p:nvPr>
            <p:ph type="body" idx="1"/>
          </p:nvPr>
        </p:nvSpPr>
        <p:spPr bwMode="auto"/>
        <p:txBody>
          <a:bodyPr/>
          <a:lstStyle/>
          <a:p>
            <a:pPr>
              <a:defRPr/>
            </a:pPr>
            <a:endParaRPr/>
          </a:p>
        </p:txBody>
      </p:sp>
      <p:sp>
        <p:nvSpPr>
          <p:cNvPr id="2130789253" name="Slide Number Placeholder 3"/>
          <p:cNvSpPr>
            <a:spLocks noGrp="1"/>
          </p:cNvSpPr>
          <p:nvPr>
            <p:ph type="sldNum" sz="quarter" idx="10"/>
          </p:nvPr>
        </p:nvSpPr>
        <p:spPr bwMode="auto"/>
        <p:txBody>
          <a:bodyPr/>
          <a:lstStyle/>
          <a:p>
            <a:pPr>
              <a:defRPr/>
            </a:pPr>
            <a:fld id="{0723E87D-04D3-1DDB-A28E-69A9AE8CE9D8}" type="slidenum">
              <a:rPr/>
              <a:t/>
            </a:fld>
            <a:endParaRPr/>
          </a:p>
        </p:txBody>
      </p:sp>
    </p:spTree>
  </p:cSld>
</p:notes>
</file>

<file path=ppt/notesSlides/notesSlide13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771857754" name="Slide Image Placeholder 1"/>
          <p:cNvSpPr>
            <a:spLocks noChangeAspect="1" noGrp="1" noRot="1"/>
          </p:cNvSpPr>
          <p:nvPr>
            <p:ph type="sldImg"/>
          </p:nvPr>
        </p:nvSpPr>
        <p:spPr bwMode="auto"/>
      </p:sp>
      <p:sp>
        <p:nvSpPr>
          <p:cNvPr id="299524197" name="Notes Placeholder 2"/>
          <p:cNvSpPr>
            <a:spLocks noGrp="1"/>
          </p:cNvSpPr>
          <p:nvPr>
            <p:ph type="body" idx="1"/>
          </p:nvPr>
        </p:nvSpPr>
        <p:spPr bwMode="auto"/>
        <p:txBody>
          <a:bodyPr/>
          <a:lstStyle/>
          <a:p>
            <a:pPr>
              <a:defRPr/>
            </a:pPr>
            <a:endParaRPr/>
          </a:p>
        </p:txBody>
      </p:sp>
      <p:sp>
        <p:nvSpPr>
          <p:cNvPr id="201212294" name="Slide Number Placeholder 3"/>
          <p:cNvSpPr>
            <a:spLocks noGrp="1"/>
          </p:cNvSpPr>
          <p:nvPr>
            <p:ph type="sldNum" sz="quarter" idx="10"/>
          </p:nvPr>
        </p:nvSpPr>
        <p:spPr bwMode="auto"/>
        <p:txBody>
          <a:bodyPr/>
          <a:lstStyle/>
          <a:p>
            <a:pPr>
              <a:defRPr/>
            </a:pPr>
            <a:fld id="{9199EED2-88AA-C670-4FA0-5A08B3440E20}" type="slidenum">
              <a:rPr/>
              <a:t/>
            </a:fld>
            <a:endParaRPr/>
          </a:p>
        </p:txBody>
      </p:sp>
    </p:spTree>
  </p:cSld>
</p:notes>
</file>

<file path=ppt/notesSlides/notesSlide13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880393021" name="Slide Image Placeholder 1"/>
          <p:cNvSpPr>
            <a:spLocks noChangeAspect="1" noGrp="1" noRot="1"/>
          </p:cNvSpPr>
          <p:nvPr>
            <p:ph type="sldImg"/>
          </p:nvPr>
        </p:nvSpPr>
        <p:spPr bwMode="auto"/>
      </p:sp>
      <p:sp>
        <p:nvSpPr>
          <p:cNvPr id="1726848855" name="Notes Placeholder 2"/>
          <p:cNvSpPr>
            <a:spLocks noGrp="1"/>
          </p:cNvSpPr>
          <p:nvPr>
            <p:ph type="body" idx="1"/>
          </p:nvPr>
        </p:nvSpPr>
        <p:spPr bwMode="auto"/>
        <p:txBody>
          <a:bodyPr/>
          <a:lstStyle/>
          <a:p>
            <a:pPr>
              <a:defRPr/>
            </a:pPr>
            <a:endParaRPr/>
          </a:p>
        </p:txBody>
      </p:sp>
      <p:sp>
        <p:nvSpPr>
          <p:cNvPr id="1678033951" name="Slide Number Placeholder 3"/>
          <p:cNvSpPr>
            <a:spLocks noGrp="1"/>
          </p:cNvSpPr>
          <p:nvPr>
            <p:ph type="sldNum" sz="quarter" idx="10"/>
          </p:nvPr>
        </p:nvSpPr>
        <p:spPr bwMode="auto"/>
        <p:txBody>
          <a:bodyPr/>
          <a:lstStyle/>
          <a:p>
            <a:pPr>
              <a:defRPr/>
            </a:pPr>
            <a:fld id="{209BB73F-D83D-6A32-F3A8-A6D0CDEFE57F}" type="slidenum">
              <a:rPr/>
              <a:t/>
            </a:fld>
            <a:endParaRPr/>
          </a:p>
        </p:txBody>
      </p:sp>
    </p:spTree>
  </p:cSld>
</p:notes>
</file>

<file path=ppt/notesSlides/notesSlide14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000271564" name="Slide Image Placeholder 1"/>
          <p:cNvSpPr>
            <a:spLocks noChangeAspect="1" noGrp="1" noRot="1"/>
          </p:cNvSpPr>
          <p:nvPr>
            <p:ph type="sldImg"/>
          </p:nvPr>
        </p:nvSpPr>
        <p:spPr bwMode="auto"/>
      </p:sp>
      <p:sp>
        <p:nvSpPr>
          <p:cNvPr id="240016933" name="Notes Placeholder 2"/>
          <p:cNvSpPr>
            <a:spLocks noGrp="1"/>
          </p:cNvSpPr>
          <p:nvPr>
            <p:ph type="body" idx="1"/>
          </p:nvPr>
        </p:nvSpPr>
        <p:spPr bwMode="auto"/>
        <p:txBody>
          <a:bodyPr/>
          <a:lstStyle/>
          <a:p>
            <a:pPr>
              <a:defRPr/>
            </a:pPr>
            <a:endParaRPr/>
          </a:p>
        </p:txBody>
      </p:sp>
      <p:sp>
        <p:nvSpPr>
          <p:cNvPr id="612247715" name="Slide Number Placeholder 3"/>
          <p:cNvSpPr>
            <a:spLocks noGrp="1"/>
          </p:cNvSpPr>
          <p:nvPr>
            <p:ph type="sldNum" sz="quarter" idx="10"/>
          </p:nvPr>
        </p:nvSpPr>
        <p:spPr bwMode="auto"/>
        <p:txBody>
          <a:bodyPr/>
          <a:lstStyle/>
          <a:p>
            <a:pPr>
              <a:defRPr/>
            </a:pPr>
            <a:fld id="{E32CEB00-3F13-5BD3-9E2C-BD92C5904016}" type="slidenum">
              <a:rPr/>
              <a:t/>
            </a:fld>
            <a:endParaRPr/>
          </a:p>
        </p:txBody>
      </p:sp>
    </p:spTree>
  </p:cSld>
</p:notes>
</file>

<file path=ppt/notesSlides/notesSlide14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937052930" name="Slide Image Placeholder 1"/>
          <p:cNvSpPr>
            <a:spLocks noChangeAspect="1" noGrp="1" noRot="1"/>
          </p:cNvSpPr>
          <p:nvPr>
            <p:ph type="sldImg"/>
          </p:nvPr>
        </p:nvSpPr>
        <p:spPr bwMode="auto"/>
      </p:sp>
      <p:sp>
        <p:nvSpPr>
          <p:cNvPr id="725770401" name="Notes Placeholder 2"/>
          <p:cNvSpPr>
            <a:spLocks noGrp="1"/>
          </p:cNvSpPr>
          <p:nvPr>
            <p:ph type="body" idx="1"/>
          </p:nvPr>
        </p:nvSpPr>
        <p:spPr bwMode="auto"/>
        <p:txBody>
          <a:bodyPr/>
          <a:lstStyle/>
          <a:p>
            <a:pPr>
              <a:defRPr/>
            </a:pPr>
            <a:endParaRPr/>
          </a:p>
        </p:txBody>
      </p:sp>
      <p:sp>
        <p:nvSpPr>
          <p:cNvPr id="1110901767" name="Slide Number Placeholder 3"/>
          <p:cNvSpPr>
            <a:spLocks noGrp="1"/>
          </p:cNvSpPr>
          <p:nvPr>
            <p:ph type="sldNum" sz="quarter" idx="10"/>
          </p:nvPr>
        </p:nvSpPr>
        <p:spPr bwMode="auto"/>
        <p:txBody>
          <a:bodyPr/>
          <a:lstStyle/>
          <a:p>
            <a:pPr>
              <a:defRPr/>
            </a:pPr>
            <a:fld id="{D47A46BE-3FF1-CBA1-754F-A10DFAE9E2D0}" type="slidenum">
              <a:rPr/>
              <a:t/>
            </a:fld>
            <a:endParaRPr/>
          </a:p>
        </p:txBody>
      </p:sp>
    </p:spTree>
  </p:cSld>
</p:notes>
</file>

<file path=ppt/notesSlides/notesSlide14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240268875" name="Slide Image Placeholder 1"/>
          <p:cNvSpPr>
            <a:spLocks noChangeAspect="1" noGrp="1" noRot="1"/>
          </p:cNvSpPr>
          <p:nvPr>
            <p:ph type="sldImg"/>
          </p:nvPr>
        </p:nvSpPr>
        <p:spPr bwMode="auto"/>
      </p:sp>
      <p:sp>
        <p:nvSpPr>
          <p:cNvPr id="1619325464" name="Notes Placeholder 2"/>
          <p:cNvSpPr>
            <a:spLocks noGrp="1"/>
          </p:cNvSpPr>
          <p:nvPr>
            <p:ph type="body" idx="1"/>
          </p:nvPr>
        </p:nvSpPr>
        <p:spPr bwMode="auto"/>
        <p:txBody>
          <a:bodyPr/>
          <a:lstStyle/>
          <a:p>
            <a:pPr>
              <a:defRPr/>
            </a:pPr>
            <a:endParaRPr/>
          </a:p>
        </p:txBody>
      </p:sp>
      <p:sp>
        <p:nvSpPr>
          <p:cNvPr id="1626909493" name="Slide Number Placeholder 3"/>
          <p:cNvSpPr>
            <a:spLocks noGrp="1"/>
          </p:cNvSpPr>
          <p:nvPr>
            <p:ph type="sldNum" sz="quarter" idx="10"/>
          </p:nvPr>
        </p:nvSpPr>
        <p:spPr bwMode="auto"/>
        <p:txBody>
          <a:bodyPr/>
          <a:lstStyle/>
          <a:p>
            <a:pPr>
              <a:defRPr/>
            </a:pPr>
            <a:fld id="{F8188E42-42F7-D696-CAAF-B68035DC1912}" type="slidenum">
              <a:rPr/>
              <a:t/>
            </a:fld>
            <a:endParaRPr/>
          </a:p>
        </p:txBody>
      </p:sp>
    </p:spTree>
  </p:cSld>
</p:notes>
</file>

<file path=ppt/notesSlides/notesSlide14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075397118" name="Slide Image Placeholder 1"/>
          <p:cNvSpPr>
            <a:spLocks noChangeAspect="1" noGrp="1" noRot="1"/>
          </p:cNvSpPr>
          <p:nvPr>
            <p:ph type="sldImg"/>
          </p:nvPr>
        </p:nvSpPr>
        <p:spPr bwMode="auto"/>
      </p:sp>
      <p:sp>
        <p:nvSpPr>
          <p:cNvPr id="1740162035" name="Notes Placeholder 2"/>
          <p:cNvSpPr>
            <a:spLocks noGrp="1"/>
          </p:cNvSpPr>
          <p:nvPr>
            <p:ph type="body" idx="1"/>
          </p:nvPr>
        </p:nvSpPr>
        <p:spPr bwMode="auto"/>
        <p:txBody>
          <a:bodyPr/>
          <a:lstStyle/>
          <a:p>
            <a:pPr>
              <a:defRPr/>
            </a:pPr>
            <a:endParaRPr/>
          </a:p>
        </p:txBody>
      </p:sp>
      <p:sp>
        <p:nvSpPr>
          <p:cNvPr id="819566304" name="Slide Number Placeholder 3"/>
          <p:cNvSpPr>
            <a:spLocks noGrp="1"/>
          </p:cNvSpPr>
          <p:nvPr>
            <p:ph type="sldNum" sz="quarter" idx="10"/>
          </p:nvPr>
        </p:nvSpPr>
        <p:spPr bwMode="auto"/>
        <p:txBody>
          <a:bodyPr/>
          <a:lstStyle/>
          <a:p>
            <a:pPr>
              <a:defRPr/>
            </a:pPr>
            <a:fld id="{0C54B07E-AF26-2751-C5C1-1D574AB94775}" type="slidenum">
              <a:rPr/>
              <a:t/>
            </a:fld>
            <a:endParaRPr/>
          </a:p>
        </p:txBody>
      </p:sp>
    </p:spTree>
  </p:cSld>
</p:notes>
</file>

<file path=ppt/notesSlides/notesSlide14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118491893" name="Slide Image Placeholder 1"/>
          <p:cNvSpPr>
            <a:spLocks noChangeAspect="1" noGrp="1" noRot="1"/>
          </p:cNvSpPr>
          <p:nvPr>
            <p:ph type="sldImg"/>
          </p:nvPr>
        </p:nvSpPr>
        <p:spPr bwMode="auto"/>
      </p:sp>
      <p:sp>
        <p:nvSpPr>
          <p:cNvPr id="211664761" name="Notes Placeholder 2"/>
          <p:cNvSpPr>
            <a:spLocks noGrp="1"/>
          </p:cNvSpPr>
          <p:nvPr>
            <p:ph type="body" idx="1"/>
          </p:nvPr>
        </p:nvSpPr>
        <p:spPr bwMode="auto"/>
        <p:txBody>
          <a:bodyPr/>
          <a:lstStyle/>
          <a:p>
            <a:pPr>
              <a:defRPr/>
            </a:pPr>
            <a:endParaRPr/>
          </a:p>
        </p:txBody>
      </p:sp>
      <p:sp>
        <p:nvSpPr>
          <p:cNvPr id="1644793627" name="Slide Number Placeholder 3"/>
          <p:cNvSpPr>
            <a:spLocks noGrp="1"/>
          </p:cNvSpPr>
          <p:nvPr>
            <p:ph type="sldNum" sz="quarter" idx="10"/>
          </p:nvPr>
        </p:nvSpPr>
        <p:spPr bwMode="auto"/>
        <p:txBody>
          <a:bodyPr/>
          <a:lstStyle/>
          <a:p>
            <a:pPr>
              <a:defRPr/>
            </a:pPr>
            <a:fld id="{69B8CC67-6B04-2AF9-D1E6-3561201B1A4F}" type="slidenum">
              <a:rPr/>
              <a:t/>
            </a:fld>
            <a:endParaRPr/>
          </a:p>
        </p:txBody>
      </p:sp>
    </p:spTree>
  </p:cSld>
</p:notes>
</file>

<file path=ppt/notesSlides/notesSlide14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840699497" name="Slide Image Placeholder 1"/>
          <p:cNvSpPr>
            <a:spLocks noChangeAspect="1" noGrp="1" noRot="1"/>
          </p:cNvSpPr>
          <p:nvPr>
            <p:ph type="sldImg"/>
          </p:nvPr>
        </p:nvSpPr>
        <p:spPr bwMode="auto"/>
      </p:sp>
      <p:sp>
        <p:nvSpPr>
          <p:cNvPr id="932638210" name="Notes Placeholder 2"/>
          <p:cNvSpPr>
            <a:spLocks noGrp="1"/>
          </p:cNvSpPr>
          <p:nvPr>
            <p:ph type="body" idx="1"/>
          </p:nvPr>
        </p:nvSpPr>
        <p:spPr bwMode="auto"/>
        <p:txBody>
          <a:bodyPr/>
          <a:lstStyle/>
          <a:p>
            <a:pPr>
              <a:defRPr/>
            </a:pPr>
            <a:endParaRPr/>
          </a:p>
        </p:txBody>
      </p:sp>
      <p:sp>
        <p:nvSpPr>
          <p:cNvPr id="956986957" name="Slide Number Placeholder 3"/>
          <p:cNvSpPr>
            <a:spLocks noGrp="1"/>
          </p:cNvSpPr>
          <p:nvPr>
            <p:ph type="sldNum" sz="quarter" idx="10"/>
          </p:nvPr>
        </p:nvSpPr>
        <p:spPr bwMode="auto"/>
        <p:txBody>
          <a:bodyPr/>
          <a:lstStyle/>
          <a:p>
            <a:pPr>
              <a:defRPr/>
            </a:pPr>
            <a:fld id="{0B4CE8D1-0AE1-7DB8-C045-C3B57F48837C}" type="slidenum">
              <a:rPr/>
              <a:t/>
            </a:fld>
            <a:endParaRPr/>
          </a:p>
        </p:txBody>
      </p:sp>
    </p:spTree>
  </p:cSld>
</p:notes>
</file>

<file path=ppt/notesSlides/notesSlide14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360549801" name="Slide Image Placeholder 1"/>
          <p:cNvSpPr>
            <a:spLocks noChangeAspect="1" noGrp="1" noRot="1"/>
          </p:cNvSpPr>
          <p:nvPr>
            <p:ph type="sldImg"/>
          </p:nvPr>
        </p:nvSpPr>
        <p:spPr bwMode="auto"/>
      </p:sp>
      <p:sp>
        <p:nvSpPr>
          <p:cNvPr id="190181811" name="Notes Placeholder 2"/>
          <p:cNvSpPr>
            <a:spLocks noGrp="1"/>
          </p:cNvSpPr>
          <p:nvPr>
            <p:ph type="body" idx="1"/>
          </p:nvPr>
        </p:nvSpPr>
        <p:spPr bwMode="auto"/>
        <p:txBody>
          <a:bodyPr/>
          <a:lstStyle/>
          <a:p>
            <a:pPr>
              <a:defRPr/>
            </a:pPr>
            <a:endParaRPr/>
          </a:p>
        </p:txBody>
      </p:sp>
      <p:sp>
        <p:nvSpPr>
          <p:cNvPr id="249271752" name="Slide Number Placeholder 3"/>
          <p:cNvSpPr>
            <a:spLocks noGrp="1"/>
          </p:cNvSpPr>
          <p:nvPr>
            <p:ph type="sldNum" sz="quarter" idx="10"/>
          </p:nvPr>
        </p:nvSpPr>
        <p:spPr bwMode="auto"/>
        <p:txBody>
          <a:bodyPr/>
          <a:lstStyle/>
          <a:p>
            <a:pPr>
              <a:defRPr/>
            </a:pPr>
            <a:fld id="{4D2BFCCC-6DEE-DCAE-3394-9DE3E56D2F59}" type="slidenum">
              <a:rPr/>
              <a:t/>
            </a:fld>
            <a:endParaRPr/>
          </a:p>
        </p:txBody>
      </p:sp>
    </p:spTree>
  </p:cSld>
</p:notes>
</file>

<file path=ppt/notesSlides/notesSlide14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639958447" name="Slide Image Placeholder 1"/>
          <p:cNvSpPr>
            <a:spLocks noChangeAspect="1" noGrp="1" noRot="1"/>
          </p:cNvSpPr>
          <p:nvPr>
            <p:ph type="sldImg"/>
          </p:nvPr>
        </p:nvSpPr>
        <p:spPr bwMode="auto"/>
      </p:sp>
      <p:sp>
        <p:nvSpPr>
          <p:cNvPr id="1113729798" name="Notes Placeholder 2"/>
          <p:cNvSpPr>
            <a:spLocks noGrp="1"/>
          </p:cNvSpPr>
          <p:nvPr>
            <p:ph type="body" idx="1"/>
          </p:nvPr>
        </p:nvSpPr>
        <p:spPr bwMode="auto"/>
        <p:txBody>
          <a:bodyPr/>
          <a:lstStyle/>
          <a:p>
            <a:pPr>
              <a:defRPr/>
            </a:pPr>
            <a:endParaRPr/>
          </a:p>
        </p:txBody>
      </p:sp>
      <p:sp>
        <p:nvSpPr>
          <p:cNvPr id="2032307928" name="Slide Number Placeholder 3"/>
          <p:cNvSpPr>
            <a:spLocks noGrp="1"/>
          </p:cNvSpPr>
          <p:nvPr>
            <p:ph type="sldNum" sz="quarter" idx="10"/>
          </p:nvPr>
        </p:nvSpPr>
        <p:spPr bwMode="auto"/>
        <p:txBody>
          <a:bodyPr/>
          <a:lstStyle/>
          <a:p>
            <a:pPr>
              <a:defRPr/>
            </a:pPr>
            <a:fld id="{5BFF2F4B-5004-9557-C2A1-8313563263C6}" type="slidenum">
              <a:rPr/>
              <a:t/>
            </a:fld>
            <a:endParaRPr/>
          </a:p>
        </p:txBody>
      </p:sp>
    </p:spTree>
  </p:cSld>
</p:notes>
</file>

<file path=ppt/notesSlides/notesSlide14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151582526" name="Slide Image Placeholder 1"/>
          <p:cNvSpPr>
            <a:spLocks noChangeAspect="1" noGrp="1" noRot="1"/>
          </p:cNvSpPr>
          <p:nvPr>
            <p:ph type="sldImg"/>
          </p:nvPr>
        </p:nvSpPr>
        <p:spPr bwMode="auto"/>
      </p:sp>
      <p:sp>
        <p:nvSpPr>
          <p:cNvPr id="316724991" name="Notes Placeholder 2"/>
          <p:cNvSpPr>
            <a:spLocks noGrp="1"/>
          </p:cNvSpPr>
          <p:nvPr>
            <p:ph type="body" idx="1"/>
          </p:nvPr>
        </p:nvSpPr>
        <p:spPr bwMode="auto"/>
        <p:txBody>
          <a:bodyPr/>
          <a:lstStyle/>
          <a:p>
            <a:pPr>
              <a:defRPr/>
            </a:pPr>
            <a:endParaRPr/>
          </a:p>
        </p:txBody>
      </p:sp>
      <p:sp>
        <p:nvSpPr>
          <p:cNvPr id="817538172" name="Slide Number Placeholder 3"/>
          <p:cNvSpPr>
            <a:spLocks noGrp="1"/>
          </p:cNvSpPr>
          <p:nvPr>
            <p:ph type="sldNum" sz="quarter" idx="10"/>
          </p:nvPr>
        </p:nvSpPr>
        <p:spPr bwMode="auto"/>
        <p:txBody>
          <a:bodyPr/>
          <a:lstStyle/>
          <a:p>
            <a:pPr>
              <a:defRPr/>
            </a:pPr>
            <a:fld id="{5DDB3D3F-7F97-EBBA-CFBF-5667A17EFF35}" type="slidenum">
              <a:rPr/>
              <a:t/>
            </a:fld>
            <a:endParaRPr/>
          </a:p>
        </p:txBody>
      </p:sp>
    </p:spTree>
  </p:cSld>
</p:note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0" type="title" userDrawn="1">
  <p:cSld name="Title Slide">
    <p:spTree>
      <p:nvGrpSpPr>
        <p:cNvPr id="1" name=""/>
        <p:cNvGrpSpPr/>
        <p:nvPr/>
      </p:nvGrpSpPr>
      <p:grpSpPr bwMode="auto">
        <a:xfrm>
          <a:off x="0" y="0"/>
          <a:ext cx="0" cy="0"/>
          <a:chOff x="0" y="0"/>
          <a:chExt cx="0" cy="0"/>
        </a:xfrm>
      </p:grpSpPr>
      <p:sp>
        <p:nvSpPr>
          <p:cNvPr id="56127574" name="Freeform 7"/>
          <p:cNvSpPr>
            <a:spLocks noChangeArrowheads="1"/>
          </p:cNvSpPr>
          <p:nvPr/>
        </p:nvSpPr>
        <p:spPr bwMode="auto">
          <a:xfrm>
            <a:off x="609600" y="1219200"/>
            <a:ext cx="7924800" cy="914400"/>
          </a:xfrm>
          <a:custGeom>
            <a:avLst/>
            <a:gdLst>
              <a:gd name="T0" fmla="*/ 0 w 1000"/>
              <a:gd name="T1" fmla="*/ 2147483646 h 1000"/>
              <a:gd name="T2" fmla="*/ 0 w 1000"/>
              <a:gd name="T3" fmla="*/ 0 h 1000"/>
              <a:gd name="T4" fmla="*/ 2147483646 w 1000"/>
              <a:gd name="T5" fmla="*/ 0 h 1000"/>
              <a:gd name="T6" fmla="*/ 0 60000 65536"/>
              <a:gd name="T7" fmla="*/ 0 60000 65536"/>
              <a:gd name="T8" fmla="*/ 0 60000 65536"/>
            </a:gdLst>
            <a:ahLst/>
            <a:cxnLst>
              <a:cxn ang="T6">
                <a:pos x="T0" y="T1"/>
              </a:cxn>
              <a:cxn ang="T7">
                <a:pos x="T2" y="T3"/>
              </a:cxn>
              <a:cxn ang="T8">
                <a:pos x="T4" y="T5"/>
              </a:cxn>
            </a:cxnLst>
            <a:rect l="0" t="0" r="r" b="b"/>
            <a:pathLst>
              <a:path w="1000" h="1000" fill="norm" stroke="1" extrusionOk="0">
                <a:moveTo>
                  <a:pt x="0" y="1000"/>
                </a:moveTo>
                <a:lnTo>
                  <a:pt x="0" y="0"/>
                </a:lnTo>
                <a:lnTo>
                  <a:pt x="1000" y="0"/>
                </a:lnTo>
              </a:path>
            </a:pathLst>
          </a:custGeom>
          <a:noFill/>
          <a:ln w="25400" cap="flat" cmpd="sng">
            <a:solidFill>
              <a:schemeClr val="accent1"/>
            </a:solidFill>
            <a:prstDash val="solid"/>
            <a:miter lim="800000"/>
            <a:headEnd/>
            <a:tailEnd/>
          </a:ln>
        </p:spPr>
        <p:txBody>
          <a:bodyPr/>
          <a:lstStyle/>
          <a:p>
            <a:pPr>
              <a:defRPr/>
            </a:pPr>
            <a:endParaRPr lang="en-US"/>
          </a:p>
        </p:txBody>
      </p:sp>
      <p:sp>
        <p:nvSpPr>
          <p:cNvPr id="931011588" name="Line 8"/>
          <p:cNvSpPr>
            <a:spLocks noChangeShapeType="1"/>
          </p:cNvSpPr>
          <p:nvPr/>
        </p:nvSpPr>
        <p:spPr bwMode="auto">
          <a:xfrm>
            <a:off x="1981200" y="3962400"/>
            <a:ext cx="6511925" cy="0"/>
          </a:xfrm>
          <a:prstGeom prst="line">
            <a:avLst/>
          </a:prstGeom>
          <a:noFill/>
          <a:ln w="19050">
            <a:solidFill>
              <a:schemeClr val="accent1"/>
            </a:solidFill>
            <a:round/>
            <a:headEnd/>
            <a:tailEnd/>
          </a:ln>
        </p:spPr>
        <p:txBody>
          <a:bodyPr/>
          <a:lstStyle/>
          <a:p>
            <a:pPr>
              <a:defRPr/>
            </a:pPr>
            <a:endParaRPr lang="en-US"/>
          </a:p>
        </p:txBody>
      </p:sp>
      <p:sp>
        <p:nvSpPr>
          <p:cNvPr id="1144317387" name="Rectangle 2"/>
          <p:cNvSpPr>
            <a:spLocks noChangeArrowheads="1" noGrp="1"/>
          </p:cNvSpPr>
          <p:nvPr>
            <p:ph type="ctrTitle"/>
          </p:nvPr>
        </p:nvSpPr>
        <p:spPr bwMode="auto">
          <a:xfrm>
            <a:off x="914400" y="1524000"/>
            <a:ext cx="7623174" cy="1752599"/>
          </a:xfrm>
        </p:spPr>
        <p:txBody>
          <a:bodyPr/>
          <a:lstStyle>
            <a:lvl1pPr>
              <a:defRPr sz="5000"/>
            </a:lvl1pPr>
          </a:lstStyle>
          <a:p>
            <a:pPr>
              <a:defRPr/>
            </a:pPr>
            <a:r>
              <a:rPr lang="en-US"/>
              <a:t>Click to edit Master title style</a:t>
            </a:r>
            <a:endParaRPr/>
          </a:p>
        </p:txBody>
      </p:sp>
      <p:sp>
        <p:nvSpPr>
          <p:cNvPr id="425717122" name="Rectangle 3"/>
          <p:cNvSpPr>
            <a:spLocks noChangeArrowheads="1" noGrp="1"/>
          </p:cNvSpPr>
          <p:nvPr>
            <p:ph type="subTitle" idx="1"/>
          </p:nvPr>
        </p:nvSpPr>
        <p:spPr bwMode="auto">
          <a:xfrm>
            <a:off x="1981200" y="3962400"/>
            <a:ext cx="6553200" cy="1752599"/>
          </a:xfrm>
        </p:spPr>
        <p:txBody>
          <a:bodyPr/>
          <a:lstStyle>
            <a:lvl1pPr marL="0" indent="0">
              <a:buFont typeface="Wingdings"/>
              <a:buNone/>
              <a:defRPr sz="2800"/>
            </a:lvl1pPr>
          </a:lstStyle>
          <a:p>
            <a:pPr>
              <a:defRPr/>
            </a:pPr>
            <a:r>
              <a:rPr lang="en-US"/>
              <a:t>Click to edit Master subtitle style</a:t>
            </a:r>
            <a:endParaRPr/>
          </a:p>
        </p:txBody>
      </p:sp>
      <p:sp>
        <p:nvSpPr>
          <p:cNvPr id="1216572842" name="Rectangle 4"/>
          <p:cNvSpPr>
            <a:spLocks noChangeArrowheads="1" noGrp="1"/>
          </p:cNvSpPr>
          <p:nvPr>
            <p:ph type="dt" sz="half" idx="10"/>
          </p:nvPr>
        </p:nvSpPr>
        <p:spPr bwMode="auto"/>
        <p:txBody>
          <a:bodyPr/>
          <a:lstStyle>
            <a:lvl1pPr>
              <a:defRPr/>
            </a:lvl1pPr>
          </a:lstStyle>
          <a:p>
            <a:pPr>
              <a:defRPr/>
            </a:pPr>
            <a:endParaRPr lang="en-US"/>
          </a:p>
        </p:txBody>
      </p:sp>
      <p:sp>
        <p:nvSpPr>
          <p:cNvPr id="1588790235" name="Rectangle 5"/>
          <p:cNvSpPr>
            <a:spLocks noChangeArrowheads="1" noGrp="1"/>
          </p:cNvSpPr>
          <p:nvPr>
            <p:ph type="ftr" sz="quarter" idx="11"/>
          </p:nvPr>
        </p:nvSpPr>
        <p:spPr bwMode="auto">
          <a:xfrm>
            <a:off x="3124200" y="6243638"/>
            <a:ext cx="2895600" cy="457200"/>
          </a:xfrm>
        </p:spPr>
        <p:txBody>
          <a:bodyPr/>
          <a:lstStyle>
            <a:lvl1pPr>
              <a:defRPr/>
            </a:lvl1pPr>
          </a:lstStyle>
          <a:p>
            <a:pPr>
              <a:defRPr/>
            </a:pPr>
            <a:endParaRPr lang="en-US"/>
          </a:p>
        </p:txBody>
      </p:sp>
      <p:sp>
        <p:nvSpPr>
          <p:cNvPr id="2099090117" name="Rectangle 6"/>
          <p:cNvSpPr>
            <a:spLocks noChangeArrowheads="1" noGrp="1"/>
          </p:cNvSpPr>
          <p:nvPr>
            <p:ph type="sldNum" sz="quarter" idx="12"/>
          </p:nvPr>
        </p:nvSpPr>
        <p:spPr bwMode="auto"/>
        <p:txBody>
          <a:bodyPr/>
          <a:lstStyle>
            <a:lvl1pPr>
              <a:defRPr/>
            </a:lvl1pPr>
          </a:lstStyle>
          <a:p>
            <a:pPr>
              <a:defRPr/>
            </a:pPr>
            <a:fld id="{A4BAE641-4473-4F25-B45B-F58EB70BDDE7}" type="slidenum">
              <a:rPr lang="en-US"/>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obj" userDrawn="1">
  <p:cSld name="Title and Content">
    <p:spTree>
      <p:nvGrpSpPr>
        <p:cNvPr id="1" name=""/>
        <p:cNvGrpSpPr/>
        <p:nvPr/>
      </p:nvGrpSpPr>
      <p:grpSpPr bwMode="auto">
        <a:xfrm>
          <a:off x="0" y="0"/>
          <a:ext cx="0" cy="0"/>
          <a:chOff x="0" y="0"/>
          <a:chExt cx="0" cy="0"/>
        </a:xfrm>
      </p:grpSpPr>
      <p:sp>
        <p:nvSpPr>
          <p:cNvPr id="756277843" name="Title 1"/>
          <p:cNvSpPr>
            <a:spLocks noGrp="1"/>
          </p:cNvSpPr>
          <p:nvPr>
            <p:ph type="title"/>
          </p:nvPr>
        </p:nvSpPr>
        <p:spPr bwMode="auto"/>
        <p:txBody>
          <a:bodyPr/>
          <a:lstStyle/>
          <a:p>
            <a:pPr>
              <a:defRPr/>
            </a:pPr>
            <a:r>
              <a:rPr lang="en-US"/>
              <a:t>Click to edit Master title style</a:t>
            </a:r>
            <a:endParaRPr/>
          </a:p>
        </p:txBody>
      </p:sp>
      <p:sp>
        <p:nvSpPr>
          <p:cNvPr id="2092695750" name="Content Placeholder 2"/>
          <p:cNvSpPr>
            <a:spLocks noGrp="1"/>
          </p:cNvSpPr>
          <p:nvPr>
            <p:ph idx="1"/>
          </p:nvPr>
        </p:nvSpPr>
        <p:spPr bwMode="auto"/>
        <p:txBody>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
        <p:nvSpPr>
          <p:cNvPr id="1002179156" name="Rectangle 4"/>
          <p:cNvSpPr>
            <a:spLocks noChangeArrowheads="1" noGrp="1"/>
          </p:cNvSpPr>
          <p:nvPr>
            <p:ph type="dt" sz="half" idx="10"/>
          </p:nvPr>
        </p:nvSpPr>
        <p:spPr bwMode="auto">
          <a:ln/>
        </p:spPr>
        <p:txBody>
          <a:bodyPr/>
          <a:lstStyle>
            <a:lvl1pPr>
              <a:defRPr/>
            </a:lvl1pPr>
          </a:lstStyle>
          <a:p>
            <a:pPr>
              <a:defRPr/>
            </a:pPr>
            <a:endParaRPr lang="en-US"/>
          </a:p>
        </p:txBody>
      </p:sp>
      <p:sp>
        <p:nvSpPr>
          <p:cNvPr id="1371192980" name="Rectangle 5"/>
          <p:cNvSpPr>
            <a:spLocks noChangeArrowheads="1" noGrp="1"/>
          </p:cNvSpPr>
          <p:nvPr>
            <p:ph type="ftr" sz="quarter" idx="11"/>
          </p:nvPr>
        </p:nvSpPr>
        <p:spPr bwMode="auto">
          <a:ln/>
        </p:spPr>
        <p:txBody>
          <a:bodyPr/>
          <a:lstStyle>
            <a:lvl1pPr>
              <a:defRPr/>
            </a:lvl1pPr>
          </a:lstStyle>
          <a:p>
            <a:pPr>
              <a:defRPr/>
            </a:pPr>
            <a:endParaRPr lang="en-US"/>
          </a:p>
        </p:txBody>
      </p:sp>
      <p:sp>
        <p:nvSpPr>
          <p:cNvPr id="1933563978" name="Rectangle 6"/>
          <p:cNvSpPr>
            <a:spLocks noChangeArrowheads="1" noGrp="1"/>
          </p:cNvSpPr>
          <p:nvPr>
            <p:ph type="sldNum" sz="quarter" idx="12"/>
          </p:nvPr>
        </p:nvSpPr>
        <p:spPr bwMode="auto">
          <a:ln/>
        </p:spPr>
        <p:txBody>
          <a:bodyPr/>
          <a:lstStyle>
            <a:lvl1pPr>
              <a:defRPr/>
            </a:lvl1pPr>
          </a:lstStyle>
          <a:p>
            <a:pPr>
              <a:defRPr/>
            </a:pPr>
            <a:fld id="{48EF1697-7B31-4C0A-BFCE-4EDC9CA3839A}" type="slidenum">
              <a:rPr lang="en-US"/>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secHead" userDrawn="1">
  <p:cSld name="Section Header">
    <p:spTree>
      <p:nvGrpSpPr>
        <p:cNvPr id="1" name=""/>
        <p:cNvGrpSpPr/>
        <p:nvPr/>
      </p:nvGrpSpPr>
      <p:grpSpPr bwMode="auto">
        <a:xfrm>
          <a:off x="0" y="0"/>
          <a:ext cx="0" cy="0"/>
          <a:chOff x="0" y="0"/>
          <a:chExt cx="0" cy="0"/>
        </a:xfrm>
      </p:grpSpPr>
      <p:sp>
        <p:nvSpPr>
          <p:cNvPr id="1275281968" name="Title 1"/>
          <p:cNvSpPr>
            <a:spLocks noGrp="1"/>
          </p:cNvSpPr>
          <p:nvPr>
            <p:ph type="title"/>
          </p:nvPr>
        </p:nvSpPr>
        <p:spPr bwMode="auto">
          <a:xfrm>
            <a:off x="722313" y="4406900"/>
            <a:ext cx="7772400" cy="1362075"/>
          </a:xfrm>
        </p:spPr>
        <p:txBody>
          <a:bodyPr/>
          <a:lstStyle>
            <a:lvl1pPr algn="l">
              <a:defRPr sz="4000" b="1" cap="all"/>
            </a:lvl1pPr>
          </a:lstStyle>
          <a:p>
            <a:pPr>
              <a:defRPr/>
            </a:pPr>
            <a:r>
              <a:rPr lang="en-US"/>
              <a:t>Click to edit Master title style</a:t>
            </a:r>
            <a:endParaRPr/>
          </a:p>
        </p:txBody>
      </p:sp>
      <p:sp>
        <p:nvSpPr>
          <p:cNvPr id="1411073707" name="Text Placeholder 2"/>
          <p:cNvSpPr>
            <a:spLocks noGrp="1"/>
          </p:cNvSpPr>
          <p:nvPr>
            <p:ph type="body" idx="1"/>
          </p:nvPr>
        </p:nvSpPr>
        <p:spPr bwMode="auto">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defRPr/>
            </a:pPr>
            <a:r>
              <a:rPr lang="en-US"/>
              <a:t>Click to edit Master text styles</a:t>
            </a:r>
            <a:endParaRPr/>
          </a:p>
        </p:txBody>
      </p:sp>
      <p:sp>
        <p:nvSpPr>
          <p:cNvPr id="622858098" name="Rectangle 4"/>
          <p:cNvSpPr>
            <a:spLocks noChangeArrowheads="1" noGrp="1"/>
          </p:cNvSpPr>
          <p:nvPr>
            <p:ph type="dt" sz="half" idx="10"/>
          </p:nvPr>
        </p:nvSpPr>
        <p:spPr bwMode="auto">
          <a:ln/>
        </p:spPr>
        <p:txBody>
          <a:bodyPr/>
          <a:lstStyle>
            <a:lvl1pPr>
              <a:defRPr/>
            </a:lvl1pPr>
          </a:lstStyle>
          <a:p>
            <a:pPr>
              <a:defRPr/>
            </a:pPr>
            <a:endParaRPr lang="en-US"/>
          </a:p>
        </p:txBody>
      </p:sp>
      <p:sp>
        <p:nvSpPr>
          <p:cNvPr id="695123250" name="Rectangle 5"/>
          <p:cNvSpPr>
            <a:spLocks noChangeArrowheads="1" noGrp="1"/>
          </p:cNvSpPr>
          <p:nvPr>
            <p:ph type="ftr" sz="quarter" idx="11"/>
          </p:nvPr>
        </p:nvSpPr>
        <p:spPr bwMode="auto">
          <a:ln/>
        </p:spPr>
        <p:txBody>
          <a:bodyPr/>
          <a:lstStyle>
            <a:lvl1pPr>
              <a:defRPr/>
            </a:lvl1pPr>
          </a:lstStyle>
          <a:p>
            <a:pPr>
              <a:defRPr/>
            </a:pPr>
            <a:endParaRPr lang="en-US"/>
          </a:p>
        </p:txBody>
      </p:sp>
      <p:sp>
        <p:nvSpPr>
          <p:cNvPr id="1510930161" name="Rectangle 6"/>
          <p:cNvSpPr>
            <a:spLocks noChangeArrowheads="1" noGrp="1"/>
          </p:cNvSpPr>
          <p:nvPr>
            <p:ph type="sldNum" sz="quarter" idx="12"/>
          </p:nvPr>
        </p:nvSpPr>
        <p:spPr bwMode="auto">
          <a:ln/>
        </p:spPr>
        <p:txBody>
          <a:bodyPr/>
          <a:lstStyle>
            <a:lvl1pPr>
              <a:defRPr/>
            </a:lvl1pPr>
          </a:lstStyle>
          <a:p>
            <a:pPr>
              <a:defRPr/>
            </a:pPr>
            <a:fld id="{D6A63BDF-E0EB-4EAB-9B9D-199A66B85B77}" type="slidenum">
              <a:rPr lang="en-US"/>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woObj" userDrawn="1">
  <p:cSld name="Two Content">
    <p:spTree>
      <p:nvGrpSpPr>
        <p:cNvPr id="1" name=""/>
        <p:cNvGrpSpPr/>
        <p:nvPr/>
      </p:nvGrpSpPr>
      <p:grpSpPr bwMode="auto">
        <a:xfrm>
          <a:off x="0" y="0"/>
          <a:ext cx="0" cy="0"/>
          <a:chOff x="0" y="0"/>
          <a:chExt cx="0" cy="0"/>
        </a:xfrm>
      </p:grpSpPr>
      <p:sp>
        <p:nvSpPr>
          <p:cNvPr id="847614601" name="Title 1"/>
          <p:cNvSpPr>
            <a:spLocks noGrp="1"/>
          </p:cNvSpPr>
          <p:nvPr>
            <p:ph type="title"/>
          </p:nvPr>
        </p:nvSpPr>
        <p:spPr bwMode="auto"/>
        <p:txBody>
          <a:bodyPr/>
          <a:lstStyle/>
          <a:p>
            <a:pPr>
              <a:defRPr/>
            </a:pPr>
            <a:r>
              <a:rPr lang="en-US"/>
              <a:t>Click to edit Master title style</a:t>
            </a:r>
            <a:endParaRPr/>
          </a:p>
        </p:txBody>
      </p:sp>
      <p:sp>
        <p:nvSpPr>
          <p:cNvPr id="1839248728" name="Content Placeholder 2"/>
          <p:cNvSpPr>
            <a:spLocks noGrp="1"/>
          </p:cNvSpPr>
          <p:nvPr>
            <p:ph sz="half" idx="1"/>
          </p:nvPr>
        </p:nvSpPr>
        <p:spPr bwMode="auto">
          <a:xfrm>
            <a:off x="457200" y="1600200"/>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
        <p:nvSpPr>
          <p:cNvPr id="1897532359" name="Content Placeholder 3"/>
          <p:cNvSpPr>
            <a:spLocks noGrp="1"/>
          </p:cNvSpPr>
          <p:nvPr>
            <p:ph sz="half" idx="2"/>
          </p:nvPr>
        </p:nvSpPr>
        <p:spPr bwMode="auto">
          <a:xfrm>
            <a:off x="4648200" y="1600200"/>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
        <p:nvSpPr>
          <p:cNvPr id="1896606631" name="Rectangle 4"/>
          <p:cNvSpPr>
            <a:spLocks noChangeArrowheads="1" noGrp="1"/>
          </p:cNvSpPr>
          <p:nvPr>
            <p:ph type="dt" sz="half" idx="10"/>
          </p:nvPr>
        </p:nvSpPr>
        <p:spPr bwMode="auto">
          <a:ln/>
        </p:spPr>
        <p:txBody>
          <a:bodyPr/>
          <a:lstStyle>
            <a:lvl1pPr>
              <a:defRPr/>
            </a:lvl1pPr>
          </a:lstStyle>
          <a:p>
            <a:pPr>
              <a:defRPr/>
            </a:pPr>
            <a:endParaRPr lang="en-US"/>
          </a:p>
        </p:txBody>
      </p:sp>
      <p:sp>
        <p:nvSpPr>
          <p:cNvPr id="1172485247" name="Rectangle 5"/>
          <p:cNvSpPr>
            <a:spLocks noChangeArrowheads="1" noGrp="1"/>
          </p:cNvSpPr>
          <p:nvPr>
            <p:ph type="ftr" sz="quarter" idx="11"/>
          </p:nvPr>
        </p:nvSpPr>
        <p:spPr bwMode="auto">
          <a:ln/>
        </p:spPr>
        <p:txBody>
          <a:bodyPr/>
          <a:lstStyle>
            <a:lvl1pPr>
              <a:defRPr/>
            </a:lvl1pPr>
          </a:lstStyle>
          <a:p>
            <a:pPr>
              <a:defRPr/>
            </a:pPr>
            <a:endParaRPr lang="en-US"/>
          </a:p>
        </p:txBody>
      </p:sp>
      <p:sp>
        <p:nvSpPr>
          <p:cNvPr id="1633677290" name="Rectangle 6"/>
          <p:cNvSpPr>
            <a:spLocks noChangeArrowheads="1" noGrp="1"/>
          </p:cNvSpPr>
          <p:nvPr>
            <p:ph type="sldNum" sz="quarter" idx="12"/>
          </p:nvPr>
        </p:nvSpPr>
        <p:spPr bwMode="auto">
          <a:ln/>
        </p:spPr>
        <p:txBody>
          <a:bodyPr/>
          <a:lstStyle>
            <a:lvl1pPr>
              <a:defRPr/>
            </a:lvl1pPr>
          </a:lstStyle>
          <a:p>
            <a:pPr>
              <a:defRPr/>
            </a:pPr>
            <a:fld id="{6F0335F0-9F95-4DC2-9596-1247C72FBBCB}" type="slidenum">
              <a:rPr lang="en-US"/>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woTxTwoObj" userDrawn="1">
  <p:cSld name="Comparison">
    <p:spTree>
      <p:nvGrpSpPr>
        <p:cNvPr id="1" name=""/>
        <p:cNvGrpSpPr/>
        <p:nvPr/>
      </p:nvGrpSpPr>
      <p:grpSpPr bwMode="auto">
        <a:xfrm>
          <a:off x="0" y="0"/>
          <a:ext cx="0" cy="0"/>
          <a:chOff x="0" y="0"/>
          <a:chExt cx="0" cy="0"/>
        </a:xfrm>
      </p:grpSpPr>
      <p:sp>
        <p:nvSpPr>
          <p:cNvPr id="2104008873" name="Title 1"/>
          <p:cNvSpPr>
            <a:spLocks noGrp="1"/>
          </p:cNvSpPr>
          <p:nvPr>
            <p:ph type="title"/>
          </p:nvPr>
        </p:nvSpPr>
        <p:spPr bwMode="auto">
          <a:xfrm>
            <a:off x="457200" y="274638"/>
            <a:ext cx="8229600" cy="1143000"/>
          </a:xfrm>
        </p:spPr>
        <p:txBody>
          <a:bodyPr/>
          <a:lstStyle>
            <a:lvl1pPr>
              <a:defRPr/>
            </a:lvl1pPr>
          </a:lstStyle>
          <a:p>
            <a:pPr>
              <a:defRPr/>
            </a:pPr>
            <a:r>
              <a:rPr lang="en-US"/>
              <a:t>Click to edit Master title style</a:t>
            </a:r>
            <a:endParaRPr/>
          </a:p>
        </p:txBody>
      </p:sp>
      <p:sp>
        <p:nvSpPr>
          <p:cNvPr id="2089741486" name="Text Placeholder 2"/>
          <p:cNvSpPr>
            <a:spLocks noGrp="1"/>
          </p:cNvSpPr>
          <p:nvPr>
            <p:ph type="body" idx="1"/>
          </p:nvPr>
        </p:nvSpPr>
        <p:spPr bwMode="auto">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defRPr/>
            </a:pPr>
            <a:r>
              <a:rPr lang="en-US"/>
              <a:t>Click to edit Master text styles</a:t>
            </a:r>
            <a:endParaRPr/>
          </a:p>
        </p:txBody>
      </p:sp>
      <p:sp>
        <p:nvSpPr>
          <p:cNvPr id="1081527951" name="Content Placeholder 3"/>
          <p:cNvSpPr>
            <a:spLocks noGrp="1"/>
          </p:cNvSpPr>
          <p:nvPr>
            <p:ph sz="half" idx="2"/>
          </p:nvPr>
        </p:nvSpPr>
        <p:spPr bwMode="auto">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
        <p:nvSpPr>
          <p:cNvPr id="1261038314" name="Text Placeholder 4"/>
          <p:cNvSpPr>
            <a:spLocks noGrp="1"/>
          </p:cNvSpPr>
          <p:nvPr>
            <p:ph type="body" sz="quarter" idx="3"/>
          </p:nvPr>
        </p:nvSpPr>
        <p:spPr bwMode="auto">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defRPr/>
            </a:pPr>
            <a:r>
              <a:rPr lang="en-US"/>
              <a:t>Click to edit Master text styles</a:t>
            </a:r>
            <a:endParaRPr/>
          </a:p>
        </p:txBody>
      </p:sp>
      <p:sp>
        <p:nvSpPr>
          <p:cNvPr id="1458522606" name="Content Placeholder 5"/>
          <p:cNvSpPr>
            <a:spLocks noGrp="1"/>
          </p:cNvSpPr>
          <p:nvPr>
            <p:ph sz="quarter" idx="4"/>
          </p:nvPr>
        </p:nvSpPr>
        <p:spPr bwMode="auto">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
        <p:nvSpPr>
          <p:cNvPr id="1956249182" name="Rectangle 4"/>
          <p:cNvSpPr>
            <a:spLocks noChangeArrowheads="1" noGrp="1"/>
          </p:cNvSpPr>
          <p:nvPr>
            <p:ph type="dt" sz="half" idx="10"/>
          </p:nvPr>
        </p:nvSpPr>
        <p:spPr bwMode="auto">
          <a:ln/>
        </p:spPr>
        <p:txBody>
          <a:bodyPr/>
          <a:lstStyle>
            <a:lvl1pPr>
              <a:defRPr/>
            </a:lvl1pPr>
          </a:lstStyle>
          <a:p>
            <a:pPr>
              <a:defRPr/>
            </a:pPr>
            <a:endParaRPr lang="en-US"/>
          </a:p>
        </p:txBody>
      </p:sp>
      <p:sp>
        <p:nvSpPr>
          <p:cNvPr id="1126063772" name="Rectangle 5"/>
          <p:cNvSpPr>
            <a:spLocks noChangeArrowheads="1" noGrp="1"/>
          </p:cNvSpPr>
          <p:nvPr>
            <p:ph type="ftr" sz="quarter" idx="11"/>
          </p:nvPr>
        </p:nvSpPr>
        <p:spPr bwMode="auto">
          <a:ln/>
        </p:spPr>
        <p:txBody>
          <a:bodyPr/>
          <a:lstStyle>
            <a:lvl1pPr>
              <a:defRPr/>
            </a:lvl1pPr>
          </a:lstStyle>
          <a:p>
            <a:pPr>
              <a:defRPr/>
            </a:pPr>
            <a:endParaRPr lang="en-US"/>
          </a:p>
        </p:txBody>
      </p:sp>
      <p:sp>
        <p:nvSpPr>
          <p:cNvPr id="1632659236" name="Rectangle 6"/>
          <p:cNvSpPr>
            <a:spLocks noChangeArrowheads="1" noGrp="1"/>
          </p:cNvSpPr>
          <p:nvPr>
            <p:ph type="sldNum" sz="quarter" idx="12"/>
          </p:nvPr>
        </p:nvSpPr>
        <p:spPr bwMode="auto">
          <a:ln/>
        </p:spPr>
        <p:txBody>
          <a:bodyPr/>
          <a:lstStyle>
            <a:lvl1pPr>
              <a:defRPr/>
            </a:lvl1pPr>
          </a:lstStyle>
          <a:p>
            <a:pPr>
              <a:defRPr/>
            </a:pPr>
            <a:fld id="{97D97D8F-3C45-4112-BBDF-A3B4DC8058C6}" type="slidenum">
              <a:rPr lang="en-US"/>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itleOnly" userDrawn="1">
  <p:cSld name="Title Only">
    <p:spTree>
      <p:nvGrpSpPr>
        <p:cNvPr id="1" name=""/>
        <p:cNvGrpSpPr/>
        <p:nvPr/>
      </p:nvGrpSpPr>
      <p:grpSpPr bwMode="auto">
        <a:xfrm>
          <a:off x="0" y="0"/>
          <a:ext cx="0" cy="0"/>
          <a:chOff x="0" y="0"/>
          <a:chExt cx="0" cy="0"/>
        </a:xfrm>
      </p:grpSpPr>
      <p:sp>
        <p:nvSpPr>
          <p:cNvPr id="1897937762" name="Title 1"/>
          <p:cNvSpPr>
            <a:spLocks noGrp="1"/>
          </p:cNvSpPr>
          <p:nvPr>
            <p:ph type="title"/>
          </p:nvPr>
        </p:nvSpPr>
        <p:spPr bwMode="auto"/>
        <p:txBody>
          <a:bodyPr/>
          <a:lstStyle/>
          <a:p>
            <a:pPr>
              <a:defRPr/>
            </a:pPr>
            <a:r>
              <a:rPr lang="en-US"/>
              <a:t>Click to edit Master title style</a:t>
            </a:r>
            <a:endParaRPr/>
          </a:p>
        </p:txBody>
      </p:sp>
      <p:sp>
        <p:nvSpPr>
          <p:cNvPr id="1062348115" name="Rectangle 4"/>
          <p:cNvSpPr>
            <a:spLocks noChangeArrowheads="1" noGrp="1"/>
          </p:cNvSpPr>
          <p:nvPr>
            <p:ph type="dt" sz="half" idx="10"/>
          </p:nvPr>
        </p:nvSpPr>
        <p:spPr bwMode="auto">
          <a:ln/>
        </p:spPr>
        <p:txBody>
          <a:bodyPr/>
          <a:lstStyle>
            <a:lvl1pPr>
              <a:defRPr/>
            </a:lvl1pPr>
          </a:lstStyle>
          <a:p>
            <a:pPr>
              <a:defRPr/>
            </a:pPr>
            <a:endParaRPr lang="en-US"/>
          </a:p>
        </p:txBody>
      </p:sp>
      <p:sp>
        <p:nvSpPr>
          <p:cNvPr id="1022210542" name="Rectangle 5"/>
          <p:cNvSpPr>
            <a:spLocks noChangeArrowheads="1" noGrp="1"/>
          </p:cNvSpPr>
          <p:nvPr>
            <p:ph type="ftr" sz="quarter" idx="11"/>
          </p:nvPr>
        </p:nvSpPr>
        <p:spPr bwMode="auto">
          <a:ln/>
        </p:spPr>
        <p:txBody>
          <a:bodyPr/>
          <a:lstStyle>
            <a:lvl1pPr>
              <a:defRPr/>
            </a:lvl1pPr>
          </a:lstStyle>
          <a:p>
            <a:pPr>
              <a:defRPr/>
            </a:pPr>
            <a:endParaRPr lang="en-US"/>
          </a:p>
        </p:txBody>
      </p:sp>
      <p:sp>
        <p:nvSpPr>
          <p:cNvPr id="39156093" name="Rectangle 6"/>
          <p:cNvSpPr>
            <a:spLocks noChangeArrowheads="1" noGrp="1"/>
          </p:cNvSpPr>
          <p:nvPr>
            <p:ph type="sldNum" sz="quarter" idx="12"/>
          </p:nvPr>
        </p:nvSpPr>
        <p:spPr bwMode="auto">
          <a:ln/>
        </p:spPr>
        <p:txBody>
          <a:bodyPr/>
          <a:lstStyle>
            <a:lvl1pPr>
              <a:defRPr/>
            </a:lvl1pPr>
          </a:lstStyle>
          <a:p>
            <a:pPr>
              <a:defRPr/>
            </a:pPr>
            <a:fld id="{EA8ACE34-53C1-4A92-8503-63428E860E5D}" type="slidenum">
              <a:rPr lang="en-US"/>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blank" userDrawn="1">
  <p:cSld name="Blank">
    <p:spTree>
      <p:nvGrpSpPr>
        <p:cNvPr id="1" name=""/>
        <p:cNvGrpSpPr/>
        <p:nvPr/>
      </p:nvGrpSpPr>
      <p:grpSpPr bwMode="auto">
        <a:xfrm>
          <a:off x="0" y="0"/>
          <a:ext cx="0" cy="0"/>
          <a:chOff x="0" y="0"/>
          <a:chExt cx="0" cy="0"/>
        </a:xfrm>
      </p:grpSpPr>
      <p:sp>
        <p:nvSpPr>
          <p:cNvPr id="1585067008" name="Rectangle 4"/>
          <p:cNvSpPr>
            <a:spLocks noChangeArrowheads="1" noGrp="1"/>
          </p:cNvSpPr>
          <p:nvPr>
            <p:ph type="dt" sz="half" idx="10"/>
          </p:nvPr>
        </p:nvSpPr>
        <p:spPr bwMode="auto">
          <a:ln/>
        </p:spPr>
        <p:txBody>
          <a:bodyPr/>
          <a:lstStyle>
            <a:lvl1pPr>
              <a:defRPr/>
            </a:lvl1pPr>
          </a:lstStyle>
          <a:p>
            <a:pPr>
              <a:defRPr/>
            </a:pPr>
            <a:endParaRPr lang="en-US"/>
          </a:p>
        </p:txBody>
      </p:sp>
      <p:sp>
        <p:nvSpPr>
          <p:cNvPr id="1025233663" name="Rectangle 5"/>
          <p:cNvSpPr>
            <a:spLocks noChangeArrowheads="1" noGrp="1"/>
          </p:cNvSpPr>
          <p:nvPr>
            <p:ph type="ftr" sz="quarter" idx="11"/>
          </p:nvPr>
        </p:nvSpPr>
        <p:spPr bwMode="auto">
          <a:ln/>
        </p:spPr>
        <p:txBody>
          <a:bodyPr/>
          <a:lstStyle>
            <a:lvl1pPr>
              <a:defRPr/>
            </a:lvl1pPr>
          </a:lstStyle>
          <a:p>
            <a:pPr>
              <a:defRPr/>
            </a:pPr>
            <a:endParaRPr lang="en-US"/>
          </a:p>
        </p:txBody>
      </p:sp>
      <p:sp>
        <p:nvSpPr>
          <p:cNvPr id="2020985390" name="Rectangle 6"/>
          <p:cNvSpPr>
            <a:spLocks noChangeArrowheads="1" noGrp="1"/>
          </p:cNvSpPr>
          <p:nvPr>
            <p:ph type="sldNum" sz="quarter" idx="12"/>
          </p:nvPr>
        </p:nvSpPr>
        <p:spPr bwMode="auto">
          <a:ln/>
        </p:spPr>
        <p:txBody>
          <a:bodyPr/>
          <a:lstStyle>
            <a:lvl1pPr>
              <a:defRPr/>
            </a:lvl1pPr>
          </a:lstStyle>
          <a:p>
            <a:pPr>
              <a:defRPr/>
            </a:pPr>
            <a:fld id="{E564E958-F69F-4F0D-884E-6E8820B6A6B6}" type="slidenum">
              <a:rPr lang="en-US"/>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objTx" userDrawn="1">
  <p:cSld name="Content with Caption">
    <p:spTree>
      <p:nvGrpSpPr>
        <p:cNvPr id="1" name=""/>
        <p:cNvGrpSpPr/>
        <p:nvPr/>
      </p:nvGrpSpPr>
      <p:grpSpPr bwMode="auto">
        <a:xfrm>
          <a:off x="0" y="0"/>
          <a:ext cx="0" cy="0"/>
          <a:chOff x="0" y="0"/>
          <a:chExt cx="0" cy="0"/>
        </a:xfrm>
      </p:grpSpPr>
      <p:sp>
        <p:nvSpPr>
          <p:cNvPr id="287041895" name="Title 1"/>
          <p:cNvSpPr>
            <a:spLocks noGrp="1"/>
          </p:cNvSpPr>
          <p:nvPr>
            <p:ph type="title"/>
          </p:nvPr>
        </p:nvSpPr>
        <p:spPr bwMode="auto">
          <a:xfrm>
            <a:off x="457200" y="273050"/>
            <a:ext cx="3008313" cy="1162050"/>
          </a:xfrm>
        </p:spPr>
        <p:txBody>
          <a:bodyPr anchor="b"/>
          <a:lstStyle>
            <a:lvl1pPr algn="l">
              <a:defRPr sz="2000" b="1"/>
            </a:lvl1pPr>
          </a:lstStyle>
          <a:p>
            <a:pPr>
              <a:defRPr/>
            </a:pPr>
            <a:r>
              <a:rPr lang="en-US"/>
              <a:t>Click to edit Master title style</a:t>
            </a:r>
            <a:endParaRPr/>
          </a:p>
        </p:txBody>
      </p:sp>
      <p:sp>
        <p:nvSpPr>
          <p:cNvPr id="430254223" name="Content Placeholder 2"/>
          <p:cNvSpPr>
            <a:spLocks noGrp="1"/>
          </p:cNvSpPr>
          <p:nvPr>
            <p:ph idx="1"/>
          </p:nvPr>
        </p:nvSpPr>
        <p:spPr bwMode="auto">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
        <p:nvSpPr>
          <p:cNvPr id="857003554" name="Text Placeholder 3"/>
          <p:cNvSpPr>
            <a:spLocks noGrp="1"/>
          </p:cNvSpPr>
          <p:nvPr>
            <p:ph type="body" sz="half" idx="2"/>
          </p:nvPr>
        </p:nvSpPr>
        <p:spPr bwMode="auto">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defRPr/>
            </a:pPr>
            <a:r>
              <a:rPr lang="en-US"/>
              <a:t>Click to edit Master text styles</a:t>
            </a:r>
            <a:endParaRPr/>
          </a:p>
        </p:txBody>
      </p:sp>
      <p:sp>
        <p:nvSpPr>
          <p:cNvPr id="550321759" name="Rectangle 4"/>
          <p:cNvSpPr>
            <a:spLocks noChangeArrowheads="1" noGrp="1"/>
          </p:cNvSpPr>
          <p:nvPr>
            <p:ph type="dt" sz="half" idx="10"/>
          </p:nvPr>
        </p:nvSpPr>
        <p:spPr bwMode="auto">
          <a:ln/>
        </p:spPr>
        <p:txBody>
          <a:bodyPr/>
          <a:lstStyle>
            <a:lvl1pPr>
              <a:defRPr/>
            </a:lvl1pPr>
          </a:lstStyle>
          <a:p>
            <a:pPr>
              <a:defRPr/>
            </a:pPr>
            <a:endParaRPr lang="en-US"/>
          </a:p>
        </p:txBody>
      </p:sp>
      <p:sp>
        <p:nvSpPr>
          <p:cNvPr id="496589362" name="Rectangle 5"/>
          <p:cNvSpPr>
            <a:spLocks noChangeArrowheads="1" noGrp="1"/>
          </p:cNvSpPr>
          <p:nvPr>
            <p:ph type="ftr" sz="quarter" idx="11"/>
          </p:nvPr>
        </p:nvSpPr>
        <p:spPr bwMode="auto">
          <a:ln/>
        </p:spPr>
        <p:txBody>
          <a:bodyPr/>
          <a:lstStyle>
            <a:lvl1pPr>
              <a:defRPr/>
            </a:lvl1pPr>
          </a:lstStyle>
          <a:p>
            <a:pPr>
              <a:defRPr/>
            </a:pPr>
            <a:endParaRPr lang="en-US"/>
          </a:p>
        </p:txBody>
      </p:sp>
      <p:sp>
        <p:nvSpPr>
          <p:cNvPr id="443060730" name="Rectangle 6"/>
          <p:cNvSpPr>
            <a:spLocks noChangeArrowheads="1" noGrp="1"/>
          </p:cNvSpPr>
          <p:nvPr>
            <p:ph type="sldNum" sz="quarter" idx="12"/>
          </p:nvPr>
        </p:nvSpPr>
        <p:spPr bwMode="auto">
          <a:ln/>
        </p:spPr>
        <p:txBody>
          <a:bodyPr/>
          <a:lstStyle>
            <a:lvl1pPr>
              <a:defRPr/>
            </a:lvl1pPr>
          </a:lstStyle>
          <a:p>
            <a:pPr>
              <a:defRPr/>
            </a:pPr>
            <a:fld id="{F304696E-5CF6-4CEA-A739-B136A31A2EAC}" type="slidenum">
              <a:rPr lang="en-US"/>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picTx" userDrawn="1">
  <p:cSld name="Picture with Caption">
    <p:spTree>
      <p:nvGrpSpPr>
        <p:cNvPr id="1" name=""/>
        <p:cNvGrpSpPr/>
        <p:nvPr/>
      </p:nvGrpSpPr>
      <p:grpSpPr bwMode="auto">
        <a:xfrm>
          <a:off x="0" y="0"/>
          <a:ext cx="0" cy="0"/>
          <a:chOff x="0" y="0"/>
          <a:chExt cx="0" cy="0"/>
        </a:xfrm>
      </p:grpSpPr>
      <p:sp>
        <p:nvSpPr>
          <p:cNvPr id="330848459" name="Title 1"/>
          <p:cNvSpPr>
            <a:spLocks noGrp="1"/>
          </p:cNvSpPr>
          <p:nvPr>
            <p:ph type="title"/>
          </p:nvPr>
        </p:nvSpPr>
        <p:spPr bwMode="auto">
          <a:xfrm>
            <a:off x="1792288" y="4800600"/>
            <a:ext cx="5486400" cy="566738"/>
          </a:xfrm>
        </p:spPr>
        <p:txBody>
          <a:bodyPr anchor="b"/>
          <a:lstStyle>
            <a:lvl1pPr algn="l">
              <a:defRPr sz="2000" b="1"/>
            </a:lvl1pPr>
          </a:lstStyle>
          <a:p>
            <a:pPr>
              <a:defRPr/>
            </a:pPr>
            <a:r>
              <a:rPr lang="en-US"/>
              <a:t>Click to edit Master title style</a:t>
            </a:r>
            <a:endParaRPr/>
          </a:p>
        </p:txBody>
      </p:sp>
      <p:sp>
        <p:nvSpPr>
          <p:cNvPr id="1726924006" name="Picture Placeholder 2"/>
          <p:cNvSpPr>
            <a:spLocks noGrp="1"/>
          </p:cNvSpPr>
          <p:nvPr>
            <p:ph type="pic" idx="1"/>
          </p:nvPr>
        </p:nvSpPr>
        <p:spPr bwMode="auto">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defRPr/>
            </a:pPr>
            <a:endParaRPr lang="en-US"/>
          </a:p>
        </p:txBody>
      </p:sp>
      <p:sp>
        <p:nvSpPr>
          <p:cNvPr id="443007066" name="Text Placeholder 3"/>
          <p:cNvSpPr>
            <a:spLocks noGrp="1"/>
          </p:cNvSpPr>
          <p:nvPr>
            <p:ph type="body" sz="half" idx="2"/>
          </p:nvPr>
        </p:nvSpPr>
        <p:spPr bwMode="auto">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defRPr/>
            </a:pPr>
            <a:r>
              <a:rPr lang="en-US"/>
              <a:t>Click to edit Master text styles</a:t>
            </a:r>
            <a:endParaRPr/>
          </a:p>
        </p:txBody>
      </p:sp>
      <p:sp>
        <p:nvSpPr>
          <p:cNvPr id="1298777033" name="Rectangle 4"/>
          <p:cNvSpPr>
            <a:spLocks noChangeArrowheads="1" noGrp="1"/>
          </p:cNvSpPr>
          <p:nvPr>
            <p:ph type="dt" sz="half" idx="10"/>
          </p:nvPr>
        </p:nvSpPr>
        <p:spPr bwMode="auto">
          <a:ln/>
        </p:spPr>
        <p:txBody>
          <a:bodyPr/>
          <a:lstStyle>
            <a:lvl1pPr>
              <a:defRPr/>
            </a:lvl1pPr>
          </a:lstStyle>
          <a:p>
            <a:pPr>
              <a:defRPr/>
            </a:pPr>
            <a:endParaRPr lang="en-US"/>
          </a:p>
        </p:txBody>
      </p:sp>
      <p:sp>
        <p:nvSpPr>
          <p:cNvPr id="705206138" name="Rectangle 5"/>
          <p:cNvSpPr>
            <a:spLocks noChangeArrowheads="1" noGrp="1"/>
          </p:cNvSpPr>
          <p:nvPr>
            <p:ph type="ftr" sz="quarter" idx="11"/>
          </p:nvPr>
        </p:nvSpPr>
        <p:spPr bwMode="auto">
          <a:ln/>
        </p:spPr>
        <p:txBody>
          <a:bodyPr/>
          <a:lstStyle>
            <a:lvl1pPr>
              <a:defRPr/>
            </a:lvl1pPr>
          </a:lstStyle>
          <a:p>
            <a:pPr>
              <a:defRPr/>
            </a:pPr>
            <a:endParaRPr lang="en-US"/>
          </a:p>
        </p:txBody>
      </p:sp>
      <p:sp>
        <p:nvSpPr>
          <p:cNvPr id="311218977" name="Rectangle 6"/>
          <p:cNvSpPr>
            <a:spLocks noChangeArrowheads="1" noGrp="1"/>
          </p:cNvSpPr>
          <p:nvPr>
            <p:ph type="sldNum" sz="quarter" idx="12"/>
          </p:nvPr>
        </p:nvSpPr>
        <p:spPr bwMode="auto">
          <a:ln/>
        </p:spPr>
        <p:txBody>
          <a:bodyPr/>
          <a:lstStyle>
            <a:lvl1pPr>
              <a:defRPr/>
            </a:lvl1pPr>
          </a:lstStyle>
          <a:p>
            <a:pPr>
              <a:defRPr/>
            </a:pPr>
            <a:fld id="{302E4529-B33C-42F0-8660-228B8A977360}" type="slidenum">
              <a:rPr lang="en-US"/>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vertTx" userDrawn="1">
  <p:cSld name="Title and Vertical Text">
    <p:spTree>
      <p:nvGrpSpPr>
        <p:cNvPr id="1" name=""/>
        <p:cNvGrpSpPr/>
        <p:nvPr/>
      </p:nvGrpSpPr>
      <p:grpSpPr bwMode="auto">
        <a:xfrm>
          <a:off x="0" y="0"/>
          <a:ext cx="0" cy="0"/>
          <a:chOff x="0" y="0"/>
          <a:chExt cx="0" cy="0"/>
        </a:xfrm>
      </p:grpSpPr>
      <p:sp>
        <p:nvSpPr>
          <p:cNvPr id="582751193" name="Title 1"/>
          <p:cNvSpPr>
            <a:spLocks noGrp="1"/>
          </p:cNvSpPr>
          <p:nvPr>
            <p:ph type="title"/>
          </p:nvPr>
        </p:nvSpPr>
        <p:spPr bwMode="auto"/>
        <p:txBody>
          <a:bodyPr/>
          <a:lstStyle/>
          <a:p>
            <a:pPr>
              <a:defRPr/>
            </a:pPr>
            <a:r>
              <a:rPr lang="en-US"/>
              <a:t>Click to edit Master title style</a:t>
            </a:r>
            <a:endParaRPr/>
          </a:p>
        </p:txBody>
      </p:sp>
      <p:sp>
        <p:nvSpPr>
          <p:cNvPr id="1595206596" name="Vertical Text Placeholder 2"/>
          <p:cNvSpPr>
            <a:spLocks noGrp="1"/>
          </p:cNvSpPr>
          <p:nvPr>
            <p:ph type="body" orient="vert" idx="1"/>
          </p:nvPr>
        </p:nvSpPr>
        <p:spPr bwMode="auto"/>
        <p:txBody>
          <a:bodyPr vert="eaVert"/>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
        <p:nvSpPr>
          <p:cNvPr id="787234248" name="Rectangle 4"/>
          <p:cNvSpPr>
            <a:spLocks noChangeArrowheads="1" noGrp="1"/>
          </p:cNvSpPr>
          <p:nvPr>
            <p:ph type="dt" sz="half" idx="10"/>
          </p:nvPr>
        </p:nvSpPr>
        <p:spPr bwMode="auto">
          <a:ln/>
        </p:spPr>
        <p:txBody>
          <a:bodyPr/>
          <a:lstStyle>
            <a:lvl1pPr>
              <a:defRPr/>
            </a:lvl1pPr>
          </a:lstStyle>
          <a:p>
            <a:pPr>
              <a:defRPr/>
            </a:pPr>
            <a:endParaRPr lang="en-US"/>
          </a:p>
        </p:txBody>
      </p:sp>
      <p:sp>
        <p:nvSpPr>
          <p:cNvPr id="80314036" name="Rectangle 5"/>
          <p:cNvSpPr>
            <a:spLocks noChangeArrowheads="1" noGrp="1"/>
          </p:cNvSpPr>
          <p:nvPr>
            <p:ph type="ftr" sz="quarter" idx="11"/>
          </p:nvPr>
        </p:nvSpPr>
        <p:spPr bwMode="auto">
          <a:ln/>
        </p:spPr>
        <p:txBody>
          <a:bodyPr/>
          <a:lstStyle>
            <a:lvl1pPr>
              <a:defRPr/>
            </a:lvl1pPr>
          </a:lstStyle>
          <a:p>
            <a:pPr>
              <a:defRPr/>
            </a:pPr>
            <a:endParaRPr lang="en-US"/>
          </a:p>
        </p:txBody>
      </p:sp>
      <p:sp>
        <p:nvSpPr>
          <p:cNvPr id="1286487124" name="Rectangle 6"/>
          <p:cNvSpPr>
            <a:spLocks noChangeArrowheads="1" noGrp="1"/>
          </p:cNvSpPr>
          <p:nvPr>
            <p:ph type="sldNum" sz="quarter" idx="12"/>
          </p:nvPr>
        </p:nvSpPr>
        <p:spPr bwMode="auto">
          <a:ln/>
        </p:spPr>
        <p:txBody>
          <a:bodyPr/>
          <a:lstStyle>
            <a:lvl1pPr>
              <a:defRPr/>
            </a:lvl1pPr>
          </a:lstStyle>
          <a:p>
            <a:pPr>
              <a:defRPr/>
            </a:pPr>
            <a:fld id="{21B2E479-0482-40BE-99F5-B8566E5C8497}" type="slidenum">
              <a:rPr lang="en-US"/>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vertTitleAndTx" userDrawn="1">
  <p:cSld name="Vertical Title and Text">
    <p:spTree>
      <p:nvGrpSpPr>
        <p:cNvPr id="1" name=""/>
        <p:cNvGrpSpPr/>
        <p:nvPr/>
      </p:nvGrpSpPr>
      <p:grpSpPr bwMode="auto">
        <a:xfrm>
          <a:off x="0" y="0"/>
          <a:ext cx="0" cy="0"/>
          <a:chOff x="0" y="0"/>
          <a:chExt cx="0" cy="0"/>
        </a:xfrm>
      </p:grpSpPr>
      <p:sp>
        <p:nvSpPr>
          <p:cNvPr id="1499238628" name="Vertical Title 1"/>
          <p:cNvSpPr>
            <a:spLocks noGrp="1"/>
          </p:cNvSpPr>
          <p:nvPr>
            <p:ph type="title" orient="vert"/>
          </p:nvPr>
        </p:nvSpPr>
        <p:spPr bwMode="auto">
          <a:xfrm>
            <a:off x="6629400" y="277813"/>
            <a:ext cx="2057400" cy="5853112"/>
          </a:xfrm>
        </p:spPr>
        <p:txBody>
          <a:bodyPr vert="eaVert"/>
          <a:lstStyle/>
          <a:p>
            <a:pPr>
              <a:defRPr/>
            </a:pPr>
            <a:r>
              <a:rPr lang="en-US"/>
              <a:t>Click to edit Master title style</a:t>
            </a:r>
            <a:endParaRPr/>
          </a:p>
        </p:txBody>
      </p:sp>
      <p:sp>
        <p:nvSpPr>
          <p:cNvPr id="1977027118" name="Vertical Text Placeholder 2"/>
          <p:cNvSpPr>
            <a:spLocks noGrp="1"/>
          </p:cNvSpPr>
          <p:nvPr>
            <p:ph type="body" orient="vert" idx="1"/>
          </p:nvPr>
        </p:nvSpPr>
        <p:spPr bwMode="auto">
          <a:xfrm>
            <a:off x="457200" y="277813"/>
            <a:ext cx="6019800" cy="5853112"/>
          </a:xfrm>
        </p:spPr>
        <p:txBody>
          <a:bodyPr vert="eaVert"/>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
        <p:nvSpPr>
          <p:cNvPr id="1707228035" name="Rectangle 4"/>
          <p:cNvSpPr>
            <a:spLocks noChangeArrowheads="1" noGrp="1"/>
          </p:cNvSpPr>
          <p:nvPr>
            <p:ph type="dt" sz="half" idx="10"/>
          </p:nvPr>
        </p:nvSpPr>
        <p:spPr bwMode="auto">
          <a:ln/>
        </p:spPr>
        <p:txBody>
          <a:bodyPr/>
          <a:lstStyle>
            <a:lvl1pPr>
              <a:defRPr/>
            </a:lvl1pPr>
          </a:lstStyle>
          <a:p>
            <a:pPr>
              <a:defRPr/>
            </a:pPr>
            <a:endParaRPr lang="en-US"/>
          </a:p>
        </p:txBody>
      </p:sp>
      <p:sp>
        <p:nvSpPr>
          <p:cNvPr id="878679616" name="Rectangle 5"/>
          <p:cNvSpPr>
            <a:spLocks noChangeArrowheads="1" noGrp="1"/>
          </p:cNvSpPr>
          <p:nvPr>
            <p:ph type="ftr" sz="quarter" idx="11"/>
          </p:nvPr>
        </p:nvSpPr>
        <p:spPr bwMode="auto">
          <a:ln/>
        </p:spPr>
        <p:txBody>
          <a:bodyPr/>
          <a:lstStyle>
            <a:lvl1pPr>
              <a:defRPr/>
            </a:lvl1pPr>
          </a:lstStyle>
          <a:p>
            <a:pPr>
              <a:defRPr/>
            </a:pPr>
            <a:endParaRPr lang="en-US"/>
          </a:p>
        </p:txBody>
      </p:sp>
      <p:sp>
        <p:nvSpPr>
          <p:cNvPr id="123028410" name="Rectangle 6"/>
          <p:cNvSpPr>
            <a:spLocks noChangeArrowheads="1" noGrp="1"/>
          </p:cNvSpPr>
          <p:nvPr>
            <p:ph type="sldNum" sz="quarter" idx="12"/>
          </p:nvPr>
        </p:nvSpPr>
        <p:spPr bwMode="auto">
          <a:ln/>
        </p:spPr>
        <p:txBody>
          <a:bodyPr/>
          <a:lstStyle>
            <a:lvl1pPr>
              <a:defRPr/>
            </a:lvl1pPr>
          </a:lstStyle>
          <a:p>
            <a:pPr>
              <a:defRPr/>
            </a:pPr>
            <a:fld id="{655C9390-BD98-4857-AA91-7CC1EE41911C}" type="slidenum">
              <a:rPr lang="en-US"/>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bl" userDrawn="1">
  <p:cSld name="Title and Table">
    <p:spTree>
      <p:nvGrpSpPr>
        <p:cNvPr id="1" name=""/>
        <p:cNvGrpSpPr/>
        <p:nvPr/>
      </p:nvGrpSpPr>
      <p:grpSpPr bwMode="auto">
        <a:xfrm>
          <a:off x="0" y="0"/>
          <a:ext cx="0" cy="0"/>
          <a:chOff x="0" y="0"/>
          <a:chExt cx="0" cy="0"/>
        </a:xfrm>
      </p:grpSpPr>
      <p:sp>
        <p:nvSpPr>
          <p:cNvPr id="727796335" name="Title 1"/>
          <p:cNvSpPr>
            <a:spLocks noGrp="1"/>
          </p:cNvSpPr>
          <p:nvPr>
            <p:ph type="title"/>
          </p:nvPr>
        </p:nvSpPr>
        <p:spPr bwMode="auto">
          <a:xfrm>
            <a:off x="457200" y="277813"/>
            <a:ext cx="8229600" cy="1139825"/>
          </a:xfrm>
        </p:spPr>
        <p:txBody>
          <a:bodyPr/>
          <a:lstStyle/>
          <a:p>
            <a:pPr>
              <a:defRPr/>
            </a:pPr>
            <a:r>
              <a:rPr lang="en-US"/>
              <a:t>Click to edit Master title style</a:t>
            </a:r>
            <a:endParaRPr/>
          </a:p>
        </p:txBody>
      </p:sp>
      <p:sp>
        <p:nvSpPr>
          <p:cNvPr id="1248639945" name="Table Placeholder 2"/>
          <p:cNvSpPr>
            <a:spLocks noGrp="1"/>
          </p:cNvSpPr>
          <p:nvPr>
            <p:ph type="tbl" idx="1"/>
          </p:nvPr>
        </p:nvSpPr>
        <p:spPr bwMode="auto">
          <a:xfrm>
            <a:off x="457200" y="1600200"/>
            <a:ext cx="8229600" cy="4530725"/>
          </a:xfrm>
        </p:spPr>
        <p:txBody>
          <a:bodyPr/>
          <a:lstStyle/>
          <a:p>
            <a:pPr lvl="0">
              <a:defRPr/>
            </a:pPr>
            <a:endParaRPr lang="en-US"/>
          </a:p>
        </p:txBody>
      </p:sp>
      <p:sp>
        <p:nvSpPr>
          <p:cNvPr id="1156014615" name="Rectangle 4"/>
          <p:cNvSpPr>
            <a:spLocks noChangeArrowheads="1" noGrp="1"/>
          </p:cNvSpPr>
          <p:nvPr>
            <p:ph type="dt" sz="half" idx="10"/>
          </p:nvPr>
        </p:nvSpPr>
        <p:spPr bwMode="auto">
          <a:ln/>
        </p:spPr>
        <p:txBody>
          <a:bodyPr/>
          <a:lstStyle>
            <a:lvl1pPr>
              <a:defRPr/>
            </a:lvl1pPr>
          </a:lstStyle>
          <a:p>
            <a:pPr>
              <a:defRPr/>
            </a:pPr>
            <a:endParaRPr lang="en-US"/>
          </a:p>
        </p:txBody>
      </p:sp>
      <p:sp>
        <p:nvSpPr>
          <p:cNvPr id="7206957" name="Rectangle 5"/>
          <p:cNvSpPr>
            <a:spLocks noChangeArrowheads="1" noGrp="1"/>
          </p:cNvSpPr>
          <p:nvPr>
            <p:ph type="ftr" sz="quarter" idx="11"/>
          </p:nvPr>
        </p:nvSpPr>
        <p:spPr bwMode="auto">
          <a:ln/>
        </p:spPr>
        <p:txBody>
          <a:bodyPr/>
          <a:lstStyle>
            <a:lvl1pPr>
              <a:defRPr/>
            </a:lvl1pPr>
          </a:lstStyle>
          <a:p>
            <a:pPr>
              <a:defRPr/>
            </a:pPr>
            <a:endParaRPr lang="en-US"/>
          </a:p>
        </p:txBody>
      </p:sp>
      <p:sp>
        <p:nvSpPr>
          <p:cNvPr id="1442394354" name="Rectangle 6"/>
          <p:cNvSpPr>
            <a:spLocks noChangeArrowheads="1" noGrp="1"/>
          </p:cNvSpPr>
          <p:nvPr>
            <p:ph type="sldNum" sz="quarter" idx="12"/>
          </p:nvPr>
        </p:nvSpPr>
        <p:spPr bwMode="auto">
          <a:ln/>
        </p:spPr>
        <p:txBody>
          <a:bodyPr/>
          <a:lstStyle>
            <a:lvl1pPr>
              <a:defRPr/>
            </a:lvl1pPr>
          </a:lstStyle>
          <a:p>
            <a:pPr>
              <a:defRPr/>
            </a:pPr>
            <a:fld id="{AECBF5C6-C137-4B27-9F5B-03201DD12BCF}" type="slidenum">
              <a:rPr lang="en-US"/>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reserve="0">
  <p:cSld name="">
    <p:bg>
      <p:bgPr shadeToTitle="0">
        <a:solidFill>
          <a:schemeClr val="bg1"/>
        </a:solidFill>
      </p:bgPr>
    </p:bg>
    <p:spTree>
      <p:nvGrpSpPr>
        <p:cNvPr id="1" name=""/>
        <p:cNvGrpSpPr/>
        <p:nvPr/>
      </p:nvGrpSpPr>
      <p:grpSpPr bwMode="auto">
        <a:xfrm>
          <a:off x="0" y="0"/>
          <a:ext cx="0" cy="0"/>
          <a:chOff x="0" y="0"/>
          <a:chExt cx="0" cy="0"/>
        </a:xfrm>
      </p:grpSpPr>
      <p:sp>
        <p:nvSpPr>
          <p:cNvPr id="185519807" name="Rectangle 2"/>
          <p:cNvSpPr>
            <a:spLocks noChangeArrowheads="1" noGrp="1"/>
          </p:cNvSpPr>
          <p:nvPr>
            <p:ph type="title"/>
          </p:nvPr>
        </p:nvSpPr>
        <p:spPr bwMode="auto">
          <a:xfrm>
            <a:off x="457200" y="277813"/>
            <a:ext cx="8229600" cy="1139825"/>
          </a:xfrm>
          <a:prstGeom prst="rect">
            <a:avLst/>
          </a:prstGeom>
          <a:noFill/>
          <a:ln>
            <a:noFill/>
          </a:ln>
        </p:spPr>
        <p:txBody>
          <a:bodyPr vert="horz" wrap="square" lIns="91440" tIns="45720" rIns="91440" bIns="45720" numCol="1" anchor="t" anchorCtr="0" compatLnSpc="1">
            <a:prstTxWarp prst="textNoShape"/>
          </a:bodyPr>
          <a:lstStyle/>
          <a:p>
            <a:pPr lvl="0">
              <a:defRPr/>
            </a:pPr>
            <a:r>
              <a:rPr lang="en-US"/>
              <a:t>Click to edit Master title style</a:t>
            </a:r>
            <a:endParaRPr/>
          </a:p>
        </p:txBody>
      </p:sp>
      <p:sp>
        <p:nvSpPr>
          <p:cNvPr id="1488826510" name="Rectangle 3"/>
          <p:cNvSpPr>
            <a:spLocks noChangeArrowheads="1" noGrp="1"/>
          </p:cNvSpPr>
          <p:nvPr>
            <p:ph type="body" idx="1"/>
          </p:nvPr>
        </p:nvSpPr>
        <p:spPr bwMode="auto">
          <a:xfrm>
            <a:off x="457200" y="1600200"/>
            <a:ext cx="8229600" cy="4530725"/>
          </a:xfrm>
          <a:prstGeom prst="rect">
            <a:avLst/>
          </a:prstGeom>
          <a:noFill/>
          <a:ln>
            <a:noFill/>
          </a:ln>
        </p:spPr>
        <p:txBody>
          <a:bodyPr vert="horz" wrap="square" lIns="91440" tIns="45720" rIns="91440" bIns="45720" numCol="1" anchor="t" anchorCtr="0" compatLnSpc="1">
            <a:prstTxWarp prst="textNoShape"/>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
        <p:nvSpPr>
          <p:cNvPr id="1165227775" name="Rectangle 4"/>
          <p:cNvSpPr>
            <a:spLocks noChangeArrowheads="1" noGrp="1"/>
          </p:cNvSpPr>
          <p:nvPr>
            <p:ph type="dt" sz="half" idx="2"/>
          </p:nvPr>
        </p:nvSpPr>
        <p:spPr bwMode="auto">
          <a:xfrm>
            <a:off x="457200" y="6243638"/>
            <a:ext cx="21336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bodyPr>
          <a:lstStyle>
            <a:lvl1pPr algn="l">
              <a:defRPr sz="1200">
                <a:latin typeface="+mj-lt"/>
              </a:defRPr>
            </a:lvl1pPr>
          </a:lstStyle>
          <a:p>
            <a:pPr>
              <a:defRPr/>
            </a:pPr>
            <a:endParaRPr lang="en-US"/>
          </a:p>
        </p:txBody>
      </p:sp>
      <p:sp>
        <p:nvSpPr>
          <p:cNvPr id="783695361" name="Rectangle 5"/>
          <p:cNvSpPr>
            <a:spLocks noChangeArrowheads="1" noGrp="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bodyPr>
          <a:lstStyle>
            <a:lvl1pPr algn="ctr">
              <a:defRPr sz="1200">
                <a:latin typeface="+mj-lt"/>
              </a:defRPr>
            </a:lvl1pPr>
          </a:lstStyle>
          <a:p>
            <a:pPr>
              <a:defRPr/>
            </a:pPr>
            <a:endParaRPr lang="en-US"/>
          </a:p>
        </p:txBody>
      </p:sp>
      <p:sp>
        <p:nvSpPr>
          <p:cNvPr id="437720057" name="Rectangle 6"/>
          <p:cNvSpPr>
            <a:spLocks noChangeArrowheads="1" noGrp="1"/>
          </p:cNvSpPr>
          <p:nvPr>
            <p:ph type="sldNum" sz="quarter" idx="4"/>
          </p:nvPr>
        </p:nvSpPr>
        <p:spPr bwMode="auto">
          <a:xfrm>
            <a:off x="6553200" y="6243638"/>
            <a:ext cx="21336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bodyPr>
          <a:lstStyle>
            <a:lvl1pPr algn="r">
              <a:defRPr sz="1200">
                <a:latin typeface="Garamond"/>
              </a:defRPr>
            </a:lvl1pPr>
          </a:lstStyle>
          <a:p>
            <a:pPr>
              <a:defRPr/>
            </a:pPr>
            <a:fld id="{065C95A5-3E7E-4E82-88B0-2BA3A857B149}" type="slidenum">
              <a:rPr lang="en-US"/>
              <a:t>‹#›</a:t>
            </a:fld>
            <a:endParaRPr lang="en-US"/>
          </a:p>
        </p:txBody>
      </p:sp>
      <p:sp>
        <p:nvSpPr>
          <p:cNvPr id="566681117" name="Freeform 7"/>
          <p:cNvSpPr>
            <a:spLocks noChangeArrowheads="1"/>
          </p:cNvSpPr>
          <p:nvPr/>
        </p:nvSpPr>
        <p:spPr bwMode="auto">
          <a:xfrm>
            <a:off x="381000" y="228600"/>
            <a:ext cx="8229600" cy="609600"/>
          </a:xfrm>
          <a:custGeom>
            <a:avLst/>
            <a:gdLst>
              <a:gd name="T0" fmla="*/ 0 w 1000"/>
              <a:gd name="T1" fmla="*/ 2147483646 h 1000"/>
              <a:gd name="T2" fmla="*/ 0 w 1000"/>
              <a:gd name="T3" fmla="*/ 0 h 1000"/>
              <a:gd name="T4" fmla="*/ 2147483646 w 1000"/>
              <a:gd name="T5" fmla="*/ 0 h 1000"/>
              <a:gd name="T6" fmla="*/ 0 60000 65536"/>
              <a:gd name="T7" fmla="*/ 0 60000 65536"/>
              <a:gd name="T8" fmla="*/ 0 60000 65536"/>
            </a:gdLst>
            <a:ahLst/>
            <a:cxnLst>
              <a:cxn ang="T6">
                <a:pos x="T0" y="T1"/>
              </a:cxn>
              <a:cxn ang="T7">
                <a:pos x="T2" y="T3"/>
              </a:cxn>
              <a:cxn ang="T8">
                <a:pos x="T4" y="T5"/>
              </a:cxn>
            </a:cxnLst>
            <a:rect l="0" t="0" r="r" b="b"/>
            <a:pathLst>
              <a:path w="1000" h="1000" fill="norm" stroke="1" extrusionOk="0">
                <a:moveTo>
                  <a:pt x="0" y="1000"/>
                </a:moveTo>
                <a:lnTo>
                  <a:pt x="0" y="0"/>
                </a:lnTo>
                <a:lnTo>
                  <a:pt x="1000" y="0"/>
                </a:lnTo>
              </a:path>
            </a:pathLst>
          </a:custGeom>
          <a:noFill/>
          <a:ln w="19050" cap="flat" cmpd="sng">
            <a:solidFill>
              <a:schemeClr val="accent1"/>
            </a:solidFill>
            <a:prstDash val="solid"/>
            <a:miter lim="800000"/>
            <a:headEnd/>
            <a:tailEnd/>
          </a:ln>
        </p:spPr>
        <p:txBody>
          <a:bodyPr/>
          <a:lstStyle/>
          <a:p>
            <a:pPr>
              <a:defRPr/>
            </a:pPr>
            <a:endParaRPr lang="en-US"/>
          </a:p>
        </p:txBody>
      </p:sp>
      <p:sp>
        <p:nvSpPr>
          <p:cNvPr id="1954201025" name="Line 8"/>
          <p:cNvSpPr>
            <a:spLocks noChangeShapeType="1"/>
          </p:cNvSpPr>
          <p:nvPr/>
        </p:nvSpPr>
        <p:spPr bwMode="auto">
          <a:xfrm>
            <a:off x="457200" y="6172200"/>
            <a:ext cx="8229600" cy="0"/>
          </a:xfrm>
          <a:prstGeom prst="line">
            <a:avLst/>
          </a:prstGeom>
          <a:noFill/>
          <a:ln w="19050">
            <a:solidFill>
              <a:schemeClr val="accent1"/>
            </a:solidFill>
            <a:round/>
            <a:headEnd/>
            <a:tailEnd/>
          </a:ln>
        </p:spPr>
        <p:txBody>
          <a:bodyPr/>
          <a:lstStyle/>
          <a:p>
            <a:pPr>
              <a:defRPr/>
            </a:pPr>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a:spcBef>
          <a:spcPts val="0"/>
        </a:spcBef>
        <a:spcAft>
          <a:spcPts val="0"/>
        </a:spcAft>
        <a:defRPr sz="4200">
          <a:solidFill>
            <a:schemeClr val="tx2"/>
          </a:solidFill>
          <a:latin typeface="+mj-lt"/>
          <a:ea typeface="+mj-ea"/>
          <a:cs typeface="+mj-cs"/>
        </a:defRPr>
      </a:lvl1pPr>
      <a:lvl2pPr algn="l">
        <a:spcBef>
          <a:spcPts val="0"/>
        </a:spcBef>
        <a:spcAft>
          <a:spcPts val="0"/>
        </a:spcAft>
        <a:defRPr sz="4200">
          <a:solidFill>
            <a:schemeClr val="tx2"/>
          </a:solidFill>
          <a:latin typeface="Garamond"/>
        </a:defRPr>
      </a:lvl2pPr>
      <a:lvl3pPr algn="l">
        <a:spcBef>
          <a:spcPts val="0"/>
        </a:spcBef>
        <a:spcAft>
          <a:spcPts val="0"/>
        </a:spcAft>
        <a:defRPr sz="4200">
          <a:solidFill>
            <a:schemeClr val="tx2"/>
          </a:solidFill>
          <a:latin typeface="Garamond"/>
        </a:defRPr>
      </a:lvl3pPr>
      <a:lvl4pPr algn="l">
        <a:spcBef>
          <a:spcPts val="0"/>
        </a:spcBef>
        <a:spcAft>
          <a:spcPts val="0"/>
        </a:spcAft>
        <a:defRPr sz="4200">
          <a:solidFill>
            <a:schemeClr val="tx2"/>
          </a:solidFill>
          <a:latin typeface="Garamond"/>
        </a:defRPr>
      </a:lvl4pPr>
      <a:lvl5pPr algn="l">
        <a:spcBef>
          <a:spcPts val="0"/>
        </a:spcBef>
        <a:spcAft>
          <a:spcPts val="0"/>
        </a:spcAft>
        <a:defRPr sz="4200">
          <a:solidFill>
            <a:schemeClr val="tx2"/>
          </a:solidFill>
          <a:latin typeface="Garamond"/>
        </a:defRPr>
      </a:lvl5pPr>
      <a:lvl6pPr marL="457200" algn="l">
        <a:spcBef>
          <a:spcPts val="0"/>
        </a:spcBef>
        <a:spcAft>
          <a:spcPts val="0"/>
        </a:spcAft>
        <a:defRPr sz="4200">
          <a:solidFill>
            <a:schemeClr val="tx2"/>
          </a:solidFill>
          <a:latin typeface="Garamond"/>
        </a:defRPr>
      </a:lvl6pPr>
      <a:lvl7pPr marL="914400" algn="l">
        <a:spcBef>
          <a:spcPts val="0"/>
        </a:spcBef>
        <a:spcAft>
          <a:spcPts val="0"/>
        </a:spcAft>
        <a:defRPr sz="4200">
          <a:solidFill>
            <a:schemeClr val="tx2"/>
          </a:solidFill>
          <a:latin typeface="Garamond"/>
        </a:defRPr>
      </a:lvl7pPr>
      <a:lvl8pPr marL="1371600" algn="l">
        <a:spcBef>
          <a:spcPts val="0"/>
        </a:spcBef>
        <a:spcAft>
          <a:spcPts val="0"/>
        </a:spcAft>
        <a:defRPr sz="4200">
          <a:solidFill>
            <a:schemeClr val="tx2"/>
          </a:solidFill>
          <a:latin typeface="Garamond"/>
        </a:defRPr>
      </a:lvl8pPr>
      <a:lvl9pPr marL="1828800" algn="l">
        <a:spcBef>
          <a:spcPts val="0"/>
        </a:spcBef>
        <a:spcAft>
          <a:spcPts val="0"/>
        </a:spcAft>
        <a:defRPr sz="4200">
          <a:solidFill>
            <a:schemeClr val="tx2"/>
          </a:solidFill>
          <a:latin typeface="Garamond"/>
        </a:defRPr>
      </a:lvl9pPr>
    </p:titleStyle>
    <p:bodyStyle>
      <a:lvl1pPr marL="342900" indent="-342900" algn="l">
        <a:spcBef>
          <a:spcPts val="0"/>
        </a:spcBef>
        <a:spcAft>
          <a:spcPts val="0"/>
        </a:spcAft>
        <a:buClr>
          <a:schemeClr val="accent1"/>
        </a:buClr>
        <a:buSzPct val="65000"/>
        <a:buFont typeface="Wingdings"/>
        <a:buChar char="n"/>
        <a:defRPr sz="3000">
          <a:solidFill>
            <a:schemeClr val="tx1"/>
          </a:solidFill>
          <a:latin typeface="+mn-lt"/>
          <a:ea typeface="+mn-ea"/>
          <a:cs typeface="+mn-cs"/>
        </a:defRPr>
      </a:lvl1pPr>
      <a:lvl2pPr marL="669925" indent="-325438" algn="l">
        <a:spcBef>
          <a:spcPts val="0"/>
        </a:spcBef>
        <a:spcAft>
          <a:spcPts val="0"/>
        </a:spcAft>
        <a:buClr>
          <a:schemeClr val="accent2"/>
        </a:buClr>
        <a:buSzPct val="60000"/>
        <a:buFont typeface="Wingdings"/>
        <a:buChar char="q"/>
        <a:defRPr sz="2600">
          <a:solidFill>
            <a:schemeClr val="tx1"/>
          </a:solidFill>
          <a:latin typeface="+mn-lt"/>
        </a:defRPr>
      </a:lvl2pPr>
      <a:lvl3pPr marL="1022350" indent="-350838" algn="l">
        <a:spcBef>
          <a:spcPts val="0"/>
        </a:spcBef>
        <a:spcAft>
          <a:spcPts val="0"/>
        </a:spcAft>
        <a:buClr>
          <a:schemeClr val="accent1"/>
        </a:buClr>
        <a:buSzPct val="65000"/>
        <a:buFont typeface="Wingdings"/>
        <a:buChar char="n"/>
        <a:defRPr sz="2200">
          <a:solidFill>
            <a:schemeClr val="tx1"/>
          </a:solidFill>
          <a:latin typeface="+mn-lt"/>
        </a:defRPr>
      </a:lvl3pPr>
      <a:lvl4pPr marL="1339850" indent="-315913" algn="l">
        <a:spcBef>
          <a:spcPts val="0"/>
        </a:spcBef>
        <a:spcAft>
          <a:spcPts val="0"/>
        </a:spcAft>
        <a:buClr>
          <a:schemeClr val="accent2"/>
        </a:buClr>
        <a:buSzPct val="70000"/>
        <a:buFont typeface="Wingdings"/>
        <a:buChar char="q"/>
        <a:defRPr sz="2000">
          <a:solidFill>
            <a:schemeClr val="tx1"/>
          </a:solidFill>
          <a:latin typeface="+mn-lt"/>
        </a:defRPr>
      </a:lvl4pPr>
      <a:lvl5pPr marL="1681163" indent="-339725" algn="l">
        <a:spcBef>
          <a:spcPts val="0"/>
        </a:spcBef>
        <a:spcAft>
          <a:spcPts val="0"/>
        </a:spcAft>
        <a:buClr>
          <a:schemeClr val="accent1"/>
        </a:buClr>
        <a:buSzPct val="75000"/>
        <a:buFont typeface="Wingdings"/>
        <a:buChar char="§"/>
        <a:defRPr sz="2000">
          <a:solidFill>
            <a:schemeClr val="tx1"/>
          </a:solidFill>
          <a:latin typeface="+mn-lt"/>
        </a:defRPr>
      </a:lvl5pPr>
      <a:lvl6pPr marL="2138363" indent="-339725" algn="l">
        <a:spcBef>
          <a:spcPts val="0"/>
        </a:spcBef>
        <a:spcAft>
          <a:spcPts val="0"/>
        </a:spcAft>
        <a:buClr>
          <a:schemeClr val="accent1"/>
        </a:buClr>
        <a:buSzPct val="75000"/>
        <a:buFont typeface="Wingdings"/>
        <a:buChar char="§"/>
        <a:defRPr sz="2000">
          <a:solidFill>
            <a:schemeClr val="tx1"/>
          </a:solidFill>
          <a:latin typeface="+mn-lt"/>
        </a:defRPr>
      </a:lvl6pPr>
      <a:lvl7pPr marL="2595562" indent="-339725" algn="l">
        <a:spcBef>
          <a:spcPts val="0"/>
        </a:spcBef>
        <a:spcAft>
          <a:spcPts val="0"/>
        </a:spcAft>
        <a:buClr>
          <a:schemeClr val="accent1"/>
        </a:buClr>
        <a:buSzPct val="75000"/>
        <a:buFont typeface="Wingdings"/>
        <a:buChar char="§"/>
        <a:defRPr sz="2000">
          <a:solidFill>
            <a:schemeClr val="tx1"/>
          </a:solidFill>
          <a:latin typeface="+mn-lt"/>
        </a:defRPr>
      </a:lvl7pPr>
      <a:lvl8pPr marL="3052763" indent="-339725" algn="l">
        <a:spcBef>
          <a:spcPts val="0"/>
        </a:spcBef>
        <a:spcAft>
          <a:spcPts val="0"/>
        </a:spcAft>
        <a:buClr>
          <a:schemeClr val="accent1"/>
        </a:buClr>
        <a:buSzPct val="75000"/>
        <a:buFont typeface="Wingdings"/>
        <a:buChar char="§"/>
        <a:defRPr sz="2000">
          <a:solidFill>
            <a:schemeClr val="tx1"/>
          </a:solidFill>
          <a:latin typeface="+mn-lt"/>
        </a:defRPr>
      </a:lvl8pPr>
      <a:lvl9pPr marL="3509963" indent="-339725" algn="l">
        <a:spcBef>
          <a:spcPts val="0"/>
        </a:spcBef>
        <a:spcAft>
          <a:spcPts val="0"/>
        </a:spcAft>
        <a:buClr>
          <a:schemeClr val="accent1"/>
        </a:buClr>
        <a:buSzPct val="75000"/>
        <a:buFont typeface="Wingdings"/>
        <a:buChar char="§"/>
        <a:defRPr sz="2000">
          <a:solidFill>
            <a:schemeClr val="tx1"/>
          </a:solidFill>
          <a:latin typeface="+mn-lt"/>
        </a:defRPr>
      </a:lvl9pPr>
    </p:bodyStyle>
    <p:otherStyle>
      <a:defPPr>
        <a:defRPr lang="en-US"/>
      </a:defPPr>
      <a:lvl1pPr marL="0" algn="l" defTabSz="914400">
        <a:defRPr sz="1800">
          <a:solidFill>
            <a:schemeClr val="tx1"/>
          </a:solidFill>
          <a:latin typeface="+mn-lt"/>
          <a:ea typeface="+mn-ea"/>
          <a:cs typeface="+mn-cs"/>
        </a:defRPr>
      </a:lvl1pPr>
      <a:lvl2pPr marL="457200" algn="l" defTabSz="914400">
        <a:defRPr sz="1800">
          <a:solidFill>
            <a:schemeClr val="tx1"/>
          </a:solidFill>
          <a:latin typeface="+mn-lt"/>
          <a:ea typeface="+mn-ea"/>
          <a:cs typeface="+mn-cs"/>
        </a:defRPr>
      </a:lvl2pPr>
      <a:lvl3pPr marL="914400" algn="l" defTabSz="914400">
        <a:defRPr sz="1800">
          <a:solidFill>
            <a:schemeClr val="tx1"/>
          </a:solidFill>
          <a:latin typeface="+mn-lt"/>
          <a:ea typeface="+mn-ea"/>
          <a:cs typeface="+mn-cs"/>
        </a:defRPr>
      </a:lvl3pPr>
      <a:lvl4pPr marL="1371600" algn="l" defTabSz="914400">
        <a:defRPr sz="1800">
          <a:solidFill>
            <a:schemeClr val="tx1"/>
          </a:solidFill>
          <a:latin typeface="+mn-lt"/>
          <a:ea typeface="+mn-ea"/>
          <a:cs typeface="+mn-cs"/>
        </a:defRPr>
      </a:lvl4pPr>
      <a:lvl5pPr marL="1828800" algn="l" defTabSz="914400">
        <a:defRPr sz="1800">
          <a:solidFill>
            <a:schemeClr val="tx1"/>
          </a:solidFill>
          <a:latin typeface="+mn-lt"/>
          <a:ea typeface="+mn-ea"/>
          <a:cs typeface="+mn-cs"/>
        </a:defRPr>
      </a:lvl5pPr>
      <a:lvl6pPr marL="2286000" algn="l" defTabSz="914400">
        <a:defRPr sz="1800">
          <a:solidFill>
            <a:schemeClr val="tx1"/>
          </a:solidFill>
          <a:latin typeface="+mn-lt"/>
          <a:ea typeface="+mn-ea"/>
          <a:cs typeface="+mn-cs"/>
        </a:defRPr>
      </a:lvl6pPr>
      <a:lvl7pPr marL="2743200" algn="l" defTabSz="914400">
        <a:defRPr sz="1800">
          <a:solidFill>
            <a:schemeClr val="tx1"/>
          </a:solidFill>
          <a:latin typeface="+mn-lt"/>
          <a:ea typeface="+mn-ea"/>
          <a:cs typeface="+mn-cs"/>
        </a:defRPr>
      </a:lvl7pPr>
      <a:lvl8pPr marL="3200400" algn="l" defTabSz="914400">
        <a:defRPr sz="1800">
          <a:solidFill>
            <a:schemeClr val="tx1"/>
          </a:solidFill>
          <a:latin typeface="+mn-lt"/>
          <a:ea typeface="+mn-ea"/>
          <a:cs typeface="+mn-cs"/>
        </a:defRPr>
      </a:lvl8pPr>
      <a:lvl9pPr marL="3657600" algn="l" defTabSz="914400">
        <a:defRPr sz="18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1.png"/></Relationships>
</file>

<file path=ppt/slides/_rels/slide12.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2.jpg"/></Relationships>
</file>

<file path=ppt/slides/_rels/slide13.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3.jpg"/></Relationships>
</file>

<file path=ppt/slides/_rels/slide15.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4.jpg"/><Relationship Id="rId4" Type="http://schemas.openxmlformats.org/officeDocument/2006/relationships/image" Target="../media/image5.png"/></Relationships>
</file>

<file path=ppt/slides/_rels/slide16.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6.emf"/></Relationships>
</file>

<file path=ppt/slides/_rels/slide18.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7.png"/></Relationships>
</file>

<file path=ppt/slides/_rels/slide19.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8.png"/><Relationship Id="rId4" Type="http://schemas.openxmlformats.org/officeDocument/2006/relationships/image" Target="../media/image9.jpg"/><Relationship Id="rId5" Type="http://schemas.openxmlformats.org/officeDocument/2006/relationships/image" Target="../media/image10.jpg"/></Relationships>
</file>

<file path=ppt/slides/_rels/slide21.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5.png"/><Relationship Id="rId4" Type="http://schemas.openxmlformats.org/officeDocument/2006/relationships/image" Target="../media/image11.png"/></Relationships>
</file>

<file path=ppt/slides/_rels/slide29.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hyperlink" Target="https://www.youtube.com/watch?v=3ItUFIqSHnk" TargetMode="External"/></Relationships>
</file>

<file path=ppt/slides/_rels/slide30.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 Id="rId3" Type="http://schemas.openxmlformats.org/officeDocument/2006/relationships/image" Target="../media/image12.jpg"/></Relationships>
</file>

<file path=ppt/slides/_rels/slide33.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 Id="rId3" Type="http://schemas.openxmlformats.org/officeDocument/2006/relationships/image" Target="../media/image13.png"/></Relationships>
</file>

<file path=ppt/slides/_rels/slide34.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 Id="rId3" Type="http://schemas.openxmlformats.org/officeDocument/2006/relationships/image" Target="../media/image14.jpg"/></Relationships>
</file>

<file path=ppt/slides/_rels/slide35.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 Id="rId3" Type="http://schemas.openxmlformats.org/officeDocument/2006/relationships/image" Target="../media/image15.png"/></Relationships>
</file>

<file path=ppt/slides/_rels/slide36.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 Id="rId3" Type="http://schemas.openxmlformats.org/officeDocument/2006/relationships/image" Target="../media/image16.jpg"/></Relationships>
</file>

<file path=ppt/slides/_rels/slide37.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 Id="rId3" Type="http://schemas.openxmlformats.org/officeDocument/2006/relationships/hyperlink" Target="http://www.satipasala.org/" TargetMode="External"/></Relationships>
</file>

<file path=ppt/slides/_rels/slide39.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 Id="rId3" Type="http://schemas.openxmlformats.org/officeDocument/2006/relationships/image" Target="../media/image17.png"/></Relationships>
</file>

<file path=ppt/slides/_rels/slide40.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 Id="rId3" Type="http://schemas.openxmlformats.org/officeDocument/2006/relationships/image" Target="../media/image18.png"/></Relationships>
</file>

<file path=ppt/slides/_rels/slide41.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 Id="rId3" Type="http://schemas.openxmlformats.org/officeDocument/2006/relationships/hyperlink" Target="https://www.youtube.com/watch?v=FNcjyrZuP_0" TargetMode="External"/><Relationship Id="rId4" Type="http://schemas.openxmlformats.org/officeDocument/2006/relationships/image" Target="../media/image19.png"/></Relationships>
</file>

<file path=ppt/slides/_rels/slide52.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0.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61.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s>
</file>

<file path=ppt/slides/_rels/slide62.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s>
</file>

<file path=ppt/slides/_rels/slide63.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s>
</file>

<file path=ppt/slides/_rels/slide64.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s>
</file>

<file path=ppt/slides/_rels/slide65.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s>
</file>

<file path=ppt/slides/_rels/slide66.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s>
</file>

<file path=ppt/slides/_rels/slide67.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s>
</file>

<file path=ppt/slides/_rels/slide68.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s>
</file>

<file path=ppt/slides/_rels/slide69.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s>
</file>

<file path=ppt/slides/_rels/slide70.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s>
</file>

<file path=ppt/slides/_rels/slide71.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Relationships>
</file>

<file path=ppt/slides/_rels/slide72.xml.rels><?xml version="1.0" encoding="UTF-8" standalone="yes"?><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2.xml"/><Relationship Id="rId3" Type="http://schemas.openxmlformats.org/officeDocument/2006/relationships/image" Target="../media/image20.jpg"/><Relationship Id="rId4" Type="http://schemas.openxmlformats.org/officeDocument/2006/relationships/image" Target="../media/image21.png"/><Relationship Id="rId5" Type="http://schemas.openxmlformats.org/officeDocument/2006/relationships/image" Target="../media/image22.jpg"/></Relationships>
</file>

<file path=ppt/slides/_rels/slide73.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3.xml"/></Relationships>
</file>

<file path=ppt/slides/_rels/slide74.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4.xml"/></Relationships>
</file>

<file path=ppt/slides/_rels/slide75.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5.xml"/></Relationships>
</file>

<file path=ppt/slides/_rels/slide76.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6.xml"/></Relationships>
</file>

<file path=ppt/slides/_rels/slide77.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7.xml"/></Relationships>
</file>

<file path=ppt/slides/_rels/slide78.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8.xml"/></Relationships>
</file>

<file path=ppt/slides/_rels/slide79.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9.xml"/><Relationship Id="rId3" Type="http://schemas.openxmlformats.org/officeDocument/2006/relationships/image" Target="../media/image23.wmf"/></Relationships>
</file>

<file path=ppt/slides/_rels/slide80.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0.xml"/></Relationships>
</file>

<file path=ppt/slides/_rels/slide81.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1.xml"/></Relationships>
</file>

<file path=ppt/slides/_rels/slide82.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2.xml"/></Relationships>
</file>

<file path=ppt/slides/_rels/slide83.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3.xml"/></Relationships>
</file>

<file path=ppt/slides/_rels/slide84.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4.xml"/></Relationships>
</file>

<file path=ppt/slides/_rels/slide85.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5.xml"/></Relationships>
</file>

<file path=ppt/slides/_rels/slide86.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6.xml"/></Relationships>
</file>

<file path=ppt/slides/_rels/slide87.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7.xml"/></Relationships>
</file>

<file path=ppt/slides/_rels/slide88.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8.xml"/></Relationships>
</file>

<file path=ppt/slides/_rels/slide89.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9.xml"/></Relationships>
</file>

<file path=ppt/slides/_rels/slide90.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0.xml"/></Relationships>
</file>

<file path=ppt/slides/_rels/slide91.xml.rels><?xml version="1.0" encoding="UTF-8" standalone="yes"?><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1.xml"/></Relationships>
</file>

<file path=ppt/slides/_rels/slide92.xml.rels><?xml version="1.0" encoding="UTF-8" standalone="yes"?><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2.xml"/></Relationships>
</file>

<file path=ppt/slides/_rels/slide93.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3.xml"/></Relationships>
</file>

<file path=ppt/slides/_rels/slide94.xml.rels><?xml version="1.0" encoding="UTF-8" standalone="yes"?><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4.xml"/></Relationships>
</file>

<file path=ppt/slides/_rels/slide95.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5.xml"/></Relationships>
</file>

<file path=ppt/slides/_rels/slide96.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6.xml"/></Relationships>
</file>

<file path=ppt/slides/_rels/slide97.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7.xml"/></Relationships>
</file>

<file path=ppt/slides/_rels/slide98.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8.xml"/></Relationships>
</file>

<file path=ppt/slides/_rels/slide99.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9.xml"/></Relationships>
</file>

<file path=ppt/slides/_rels/slide100.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0.xml"/></Relationships>
</file>

<file path=ppt/slides/_rels/slide101.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1.xml"/></Relationships>
</file>

<file path=ppt/slides/_rels/slide102.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2.xml"/></Relationships>
</file>

<file path=ppt/slides/_rels/slide103.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3.xml"/></Relationships>
</file>

<file path=ppt/slides/_rels/slide104.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4.xml"/></Relationships>
</file>

<file path=ppt/slides/_rels/slide105.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5.xml"/></Relationships>
</file>

<file path=ppt/slides/_rels/slide106.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6.xml"/></Relationships>
</file>

<file path=ppt/slides/_rels/slide107.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7.xml"/></Relationships>
</file>

<file path=ppt/slides/_rels/slide108.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8.xml"/></Relationships>
</file>

<file path=ppt/slides/_rels/slide109.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9.xml"/></Relationships>
</file>

<file path=ppt/slides/_rels/slide110.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0.xml"/></Relationships>
</file>

<file path=ppt/slides/_rels/slide111.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1.xml"/></Relationships>
</file>

<file path=ppt/slides/_rels/slide112.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2.xml"/></Relationships>
</file>

<file path=ppt/slides/_rels/slide113.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3.xml"/></Relationships>
</file>

<file path=ppt/slides/_rels/slide114.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4.xml"/></Relationships>
</file>

<file path=ppt/slides/_rels/slide115.xml.rels><?xml version="1.0" encoding="UTF-8" standalone="yes"?><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5.xml"/></Relationships>
</file>

<file path=ppt/slides/_rels/slide116.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6.xml"/></Relationships>
</file>

<file path=ppt/slides/_rels/slide117.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7.xml"/></Relationships>
</file>

<file path=ppt/slides/_rels/slide118.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8.xml"/></Relationships>
</file>

<file path=ppt/slides/_rels/slide119.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9.xml"/></Relationships>
</file>

<file path=ppt/slides/_rels/slide120.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0.xml"/></Relationships>
</file>

<file path=ppt/slides/_rels/slide121.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1.xml"/></Relationships>
</file>

<file path=ppt/slides/_rels/slide122.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2.xml"/></Relationships>
</file>

<file path=ppt/slides/_rels/slide123.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3.xml"/></Relationships>
</file>

<file path=ppt/slides/_rels/slide124.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4.xml"/></Relationships>
</file>

<file path=ppt/slides/_rels/slide125.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5.xml"/></Relationships>
</file>

<file path=ppt/slides/_rels/slide126.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6.xml"/></Relationships>
</file>

<file path=ppt/slides/_rels/slide127.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7.xml"/></Relationships>
</file>

<file path=ppt/slides/_rels/slide128.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8.xml"/></Relationships>
</file>

<file path=ppt/slides/_rels/slide129.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9.xml"/></Relationships>
</file>

<file path=ppt/slides/_rels/slide130.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0.xml"/></Relationships>
</file>

<file path=ppt/slides/_rels/slide131.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1.xml"/></Relationships>
</file>

<file path=ppt/slides/_rels/slide132.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2.xml"/></Relationships>
</file>

<file path=ppt/slides/_rels/slide133.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3.xml"/></Relationships>
</file>

<file path=ppt/slides/_rels/slide134.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4.xml"/></Relationships>
</file>

<file path=ppt/slides/_rels/slide135.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5.xml"/></Relationships>
</file>

<file path=ppt/slides/_rels/slide136.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6.xml"/></Relationships>
</file>

<file path=ppt/slides/_rels/slide137.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7.xml"/></Relationships>
</file>

<file path=ppt/slides/_rels/slide138.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8.xml"/></Relationships>
</file>

<file path=ppt/slides/_rels/slide139.xml.rels><?xml version="1.0" encoding="UTF-8" standalone="yes"?><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9.xml"/></Relationships>
</file>

<file path=ppt/slides/_rels/slide140.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0.xml"/></Relationships>
</file>

<file path=ppt/slides/_rels/slide141.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1.xml"/></Relationships>
</file>

<file path=ppt/slides/_rels/slide142.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2.xml"/></Relationships>
</file>

<file path=ppt/slides/_rels/slide143.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3.xml"/></Relationships>
</file>

<file path=ppt/slides/_rels/slide144.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4.xml"/></Relationships>
</file>

<file path=ppt/slides/_rels/slide145.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5.xml"/></Relationships>
</file>

<file path=ppt/slides/_rels/slide146.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6.xml"/></Relationships>
</file>

<file path=ppt/slides/_rels/slide147.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7.xml"/></Relationships>
</file>

<file path=ppt/slides/_rels/slide148.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8.xm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2145409840" name="Rectangle 2"/>
          <p:cNvSpPr>
            <a:spLocks noChangeArrowheads="1" noGrp="1"/>
          </p:cNvSpPr>
          <p:nvPr>
            <p:ph type="ctrTitle"/>
          </p:nvPr>
        </p:nvSpPr>
        <p:spPr bwMode="auto">
          <a:xfrm>
            <a:off x="609600" y="1256030"/>
            <a:ext cx="9067800" cy="1752599"/>
          </a:xfrm>
        </p:spPr>
        <p:txBody>
          <a:bodyPr/>
          <a:lstStyle/>
          <a:p>
            <a:pPr>
              <a:defRPr/>
            </a:pPr>
            <a:r>
              <a:rPr lang="en-US" sz="4400" b="1">
                <a:solidFill>
                  <a:srgbClr val="00B050"/>
                </a:solidFill>
              </a:rPr>
              <a:t>IT5420-Artificial Cognitive Systems</a:t>
            </a:r>
            <a:br>
              <a:rPr lang="si-LK" sz="4400" b="1">
                <a:solidFill>
                  <a:srgbClr val="00B050"/>
                </a:solidFill>
              </a:rPr>
            </a:br>
            <a:r>
              <a:rPr lang="si-LK" sz="4400" b="1">
                <a:solidFill>
                  <a:srgbClr val="00B050"/>
                </a:solidFill>
              </a:rPr>
              <a:t>-</a:t>
            </a:r>
            <a:r>
              <a:rPr lang="en-US" sz="4400" b="1">
                <a:solidFill>
                  <a:srgbClr val="00B050"/>
                </a:solidFill>
              </a:rPr>
              <a:t>Machine Cognition?-</a:t>
            </a:r>
            <a:endParaRPr/>
          </a:p>
        </p:txBody>
      </p:sp>
      <p:sp>
        <p:nvSpPr>
          <p:cNvPr id="466346345" name="Rectangle 3"/>
          <p:cNvSpPr>
            <a:spLocks noChangeArrowheads="1" noGrp="1"/>
          </p:cNvSpPr>
          <p:nvPr>
            <p:ph type="subTitle" idx="1"/>
          </p:nvPr>
        </p:nvSpPr>
        <p:spPr bwMode="auto">
          <a:xfrm>
            <a:off x="838200" y="4186238"/>
            <a:ext cx="7696200" cy="2909887"/>
          </a:xfrm>
        </p:spPr>
        <p:txBody>
          <a:bodyPr/>
          <a:lstStyle/>
          <a:p>
            <a:pPr marL="344488" lvl="1" indent="0" algn="ctr">
              <a:buFont typeface="Wingdings"/>
              <a:buNone/>
              <a:defRPr/>
            </a:pPr>
            <a:r>
              <a:rPr lang="en-US" sz="2200"/>
              <a:t> </a:t>
            </a:r>
            <a:r>
              <a:rPr lang="en-US" sz="2200">
                <a:solidFill>
                  <a:srgbClr val="0070C0"/>
                </a:solidFill>
              </a:rPr>
              <a:t>Prof. Asoka S Karunananda</a:t>
            </a:r>
            <a:endParaRPr/>
          </a:p>
          <a:p>
            <a:pPr marL="344488" lvl="1" indent="0" algn="ctr">
              <a:buFont typeface="Wingdings"/>
              <a:buNone/>
              <a:defRPr/>
            </a:pPr>
            <a:r>
              <a:rPr lang="en-US" sz="2200">
                <a:solidFill>
                  <a:srgbClr val="0070C0"/>
                </a:solidFill>
              </a:rPr>
              <a:t>Senior Professor</a:t>
            </a:r>
            <a:endParaRPr/>
          </a:p>
          <a:p>
            <a:pPr marL="344488" lvl="1" indent="0" algn="ctr">
              <a:buFont typeface="Wingdings"/>
              <a:buNone/>
              <a:defRPr/>
            </a:pPr>
            <a:r>
              <a:rPr lang="en-US" sz="2200">
                <a:solidFill>
                  <a:srgbClr val="0070C0"/>
                </a:solidFill>
              </a:rPr>
              <a:t>        Department of Computational Mathematics</a:t>
            </a:r>
            <a:endParaRPr/>
          </a:p>
          <a:p>
            <a:pPr marL="344488" lvl="1" indent="0" algn="ctr">
              <a:buFont typeface="Wingdings"/>
              <a:buNone/>
              <a:defRPr/>
            </a:pPr>
            <a:r>
              <a:rPr lang="en-US" sz="2200">
                <a:solidFill>
                  <a:srgbClr val="0070C0"/>
                </a:solidFill>
              </a:rPr>
              <a:t> </a:t>
            </a:r>
            <a:endParaRPr lang="en-US" sz="2400"/>
          </a:p>
          <a:p>
            <a:pPr>
              <a:defRPr/>
            </a:pPr>
            <a:r>
              <a:rPr lang="en-US" sz="2400">
                <a:solidFill>
                  <a:srgbClr val="FF0000"/>
                </a:solidFill>
              </a:rPr>
              <a:t>MSc in AI                                                                   B18                                                  </a:t>
            </a:r>
            <a:endParaRPr/>
          </a:p>
          <a:p>
            <a:pPr>
              <a:defRPr/>
            </a:pPr>
            <a:endParaRPr lang="en-US" sz="2400"/>
          </a:p>
        </p:txBody>
      </p:sp>
      <p:sp>
        <p:nvSpPr>
          <p:cNvPr id="1475561355" name="Oval 1"/>
          <p:cNvSpPr/>
          <p:nvPr/>
        </p:nvSpPr>
        <p:spPr bwMode="auto">
          <a:xfrm>
            <a:off x="3962400" y="5715000"/>
            <a:ext cx="1752599" cy="1000125"/>
          </a:xfrm>
          <a:prstGeom prst="ellipse">
            <a:avLst/>
          </a:prstGeom>
          <a:solidFill>
            <a:srgbClr val="3333FF"/>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1600"/>
              <a:t>1</a:t>
            </a:r>
            <a:endParaRPr/>
          </a:p>
          <a:p>
            <a:pPr algn="ctr">
              <a:defRPr/>
            </a:pPr>
            <a:r>
              <a:rPr lang="en-US" sz="1600"/>
              <a:t>01/03/2026</a:t>
            </a:r>
            <a:endParaRPr lang="en-US" sz="1600"/>
          </a:p>
        </p:txBody>
      </p:sp>
      <p:sp>
        <p:nvSpPr>
          <p:cNvPr id="383762285" name="TextBox 2"/>
          <p:cNvSpPr txBox="1">
            <a:spLocks noChangeArrowheads="1"/>
          </p:cNvSpPr>
          <p:nvPr/>
        </p:nvSpPr>
        <p:spPr bwMode="auto">
          <a:xfrm>
            <a:off x="9296400" y="228600"/>
            <a:ext cx="3547766" cy="8156079"/>
          </a:xfrm>
          <a:prstGeom prst="rect">
            <a:avLst/>
          </a:prstGeom>
          <a:noFill/>
          <a:ln>
            <a:noFill/>
          </a:ln>
        </p:spPr>
        <p:txBody>
          <a:bodyPr wrap="none">
            <a:spAutoFit/>
          </a:bodyPr>
          <a:lstStyle>
            <a:lvl1pPr>
              <a:defRPr sz="2400">
                <a:solidFill>
                  <a:schemeClr val="tx1"/>
                </a:solidFill>
                <a:latin typeface="Arial"/>
              </a:defRPr>
            </a:lvl1pPr>
            <a:lvl2pPr marL="742950" indent="-285750">
              <a:defRPr sz="2400">
                <a:solidFill>
                  <a:schemeClr val="tx1"/>
                </a:solidFill>
                <a:latin typeface="Arial"/>
              </a:defRPr>
            </a:lvl2pPr>
            <a:lvl3pPr marL="1143000" indent="-228600">
              <a:defRPr sz="2400">
                <a:solidFill>
                  <a:schemeClr val="tx1"/>
                </a:solidFill>
                <a:latin typeface="Arial"/>
              </a:defRPr>
            </a:lvl3pPr>
            <a:lvl4pPr marL="1600200" indent="-228600">
              <a:defRPr sz="2400">
                <a:solidFill>
                  <a:schemeClr val="tx1"/>
                </a:solidFill>
                <a:latin typeface="Arial"/>
              </a:defRPr>
            </a:lvl4pPr>
            <a:lvl5pPr marL="2057400" indent="-228600">
              <a:defRPr sz="2400">
                <a:solidFill>
                  <a:schemeClr val="tx1"/>
                </a:solidFill>
                <a:latin typeface="Arial"/>
              </a:defRPr>
            </a:lvl5pPr>
            <a:lvl6pPr marL="2514600" indent="-228600">
              <a:spcBef>
                <a:spcPts val="0"/>
              </a:spcBef>
              <a:spcAft>
                <a:spcPts val="0"/>
              </a:spcAft>
              <a:defRPr sz="2400">
                <a:solidFill>
                  <a:schemeClr val="tx1"/>
                </a:solidFill>
                <a:latin typeface="Arial"/>
              </a:defRPr>
            </a:lvl6pPr>
            <a:lvl7pPr marL="2971800" indent="-228600">
              <a:spcBef>
                <a:spcPts val="0"/>
              </a:spcBef>
              <a:spcAft>
                <a:spcPts val="0"/>
              </a:spcAft>
              <a:defRPr sz="2400">
                <a:solidFill>
                  <a:schemeClr val="tx1"/>
                </a:solidFill>
                <a:latin typeface="Arial"/>
              </a:defRPr>
            </a:lvl7pPr>
            <a:lvl8pPr marL="3429000" indent="-228600">
              <a:spcBef>
                <a:spcPts val="0"/>
              </a:spcBef>
              <a:spcAft>
                <a:spcPts val="0"/>
              </a:spcAft>
              <a:defRPr sz="2400">
                <a:solidFill>
                  <a:schemeClr val="tx1"/>
                </a:solidFill>
                <a:latin typeface="Arial"/>
              </a:defRPr>
            </a:lvl8pPr>
            <a:lvl9pPr marL="3886200" indent="-228600">
              <a:spcBef>
                <a:spcPts val="0"/>
              </a:spcBef>
              <a:spcAft>
                <a:spcPts val="0"/>
              </a:spcAft>
              <a:defRPr sz="2400">
                <a:solidFill>
                  <a:schemeClr val="tx1"/>
                </a:solidFill>
                <a:latin typeface="Arial"/>
              </a:defRPr>
            </a:lvl9pPr>
          </a:lstStyle>
          <a:p>
            <a:pPr>
              <a:defRPr/>
            </a:pPr>
            <a:r>
              <a:rPr lang="en-US" sz="2000">
                <a:solidFill>
                  <a:srgbClr val="FFFF00"/>
                </a:solidFill>
              </a:rPr>
              <a:t>Artificial Intelligence</a:t>
            </a:r>
            <a:endParaRPr/>
          </a:p>
          <a:p>
            <a:pPr>
              <a:defRPr/>
            </a:pPr>
            <a:r>
              <a:rPr lang="en-US" sz="2000">
                <a:solidFill>
                  <a:srgbClr val="FFFF00"/>
                </a:solidFill>
              </a:rPr>
              <a:t>     Intelligent systems</a:t>
            </a:r>
            <a:endParaRPr/>
          </a:p>
          <a:p>
            <a:pPr>
              <a:defRPr/>
            </a:pPr>
            <a:r>
              <a:rPr lang="en-US" sz="2000">
                <a:solidFill>
                  <a:srgbClr val="FFFF00"/>
                </a:solidFill>
              </a:rPr>
              <a:t>     Computational intelligence</a:t>
            </a:r>
            <a:endParaRPr/>
          </a:p>
          <a:p>
            <a:pPr>
              <a:defRPr/>
            </a:pPr>
            <a:endParaRPr lang="en-US" sz="2000">
              <a:solidFill>
                <a:srgbClr val="FFFF00"/>
              </a:solidFill>
            </a:endParaRPr>
          </a:p>
          <a:p>
            <a:pPr>
              <a:defRPr/>
            </a:pPr>
            <a:r>
              <a:rPr lang="en-US" sz="2000">
                <a:solidFill>
                  <a:srgbClr val="FFFF00"/>
                </a:solidFill>
              </a:rPr>
              <a:t>Artificial Cognitive System</a:t>
            </a:r>
            <a:endParaRPr/>
          </a:p>
          <a:p>
            <a:pPr>
              <a:defRPr/>
            </a:pPr>
            <a:r>
              <a:rPr lang="en-US" sz="2000">
                <a:solidFill>
                  <a:srgbClr val="FFFF00"/>
                </a:solidFill>
              </a:rPr>
              <a:t>     Machine Cognition?</a:t>
            </a:r>
            <a:endParaRPr/>
          </a:p>
          <a:p>
            <a:pPr>
              <a:defRPr/>
            </a:pPr>
            <a:endParaRPr lang="en-US" sz="2000">
              <a:solidFill>
                <a:srgbClr val="FFFF00"/>
              </a:solidFill>
            </a:endParaRPr>
          </a:p>
          <a:p>
            <a:pPr>
              <a:defRPr/>
            </a:pPr>
            <a:r>
              <a:rPr lang="en-US" sz="2000">
                <a:solidFill>
                  <a:srgbClr val="FFFF00"/>
                </a:solidFill>
              </a:rPr>
              <a:t>Artificial Neural Networks</a:t>
            </a:r>
            <a:endParaRPr/>
          </a:p>
          <a:p>
            <a:pPr>
              <a:defRPr/>
            </a:pPr>
            <a:r>
              <a:rPr lang="en-US" sz="2000">
                <a:solidFill>
                  <a:srgbClr val="FFFF00"/>
                </a:solidFill>
              </a:rPr>
              <a:t>        Machine Learning</a:t>
            </a:r>
            <a:endParaRPr/>
          </a:p>
          <a:p>
            <a:pPr>
              <a:defRPr/>
            </a:pPr>
            <a:endParaRPr lang="en-US" sz="2000">
              <a:solidFill>
                <a:srgbClr val="FFFF00"/>
              </a:solidFill>
            </a:endParaRPr>
          </a:p>
          <a:p>
            <a:pPr>
              <a:defRPr/>
            </a:pPr>
            <a:r>
              <a:rPr lang="en-US" sz="2000">
                <a:solidFill>
                  <a:srgbClr val="FFFF00"/>
                </a:solidFill>
              </a:rPr>
              <a:t>Is education in a mess?</a:t>
            </a:r>
            <a:endParaRPr/>
          </a:p>
          <a:p>
            <a:pPr>
              <a:defRPr/>
            </a:pPr>
            <a:r>
              <a:rPr lang="en-US" sz="2000">
                <a:solidFill>
                  <a:srgbClr val="FFFF00"/>
                </a:solidFill>
              </a:rPr>
              <a:t>    Reading comprehension</a:t>
            </a:r>
            <a:endParaRPr/>
          </a:p>
          <a:p>
            <a:pPr>
              <a:defRPr/>
            </a:pPr>
            <a:r>
              <a:rPr lang="en-US" sz="2000">
                <a:solidFill>
                  <a:srgbClr val="FFFF00"/>
                </a:solidFill>
                <a:highlight>
                  <a:srgbClr val="FF00FF"/>
                </a:highlight>
              </a:rPr>
              <a:t>     Note-taking</a:t>
            </a:r>
            <a:endParaRPr/>
          </a:p>
          <a:p>
            <a:pPr>
              <a:defRPr/>
            </a:pPr>
            <a:endParaRPr lang="en-US" sz="2000">
              <a:solidFill>
                <a:srgbClr val="FFFF00"/>
              </a:solidFill>
            </a:endParaRPr>
          </a:p>
          <a:p>
            <a:pPr>
              <a:defRPr/>
            </a:pPr>
            <a:r>
              <a:rPr lang="en-US" sz="2000">
                <a:solidFill>
                  <a:srgbClr val="FFFF00"/>
                </a:solidFill>
              </a:rPr>
              <a:t>13x2    training</a:t>
            </a:r>
            <a:endParaRPr/>
          </a:p>
          <a:p>
            <a:pPr>
              <a:defRPr/>
            </a:pPr>
            <a:r>
              <a:rPr lang="en-US" sz="2000">
                <a:solidFill>
                  <a:srgbClr val="FFFF00"/>
                </a:solidFill>
              </a:rPr>
              <a:t>13x39  thinking</a:t>
            </a:r>
            <a:endParaRPr/>
          </a:p>
          <a:p>
            <a:pPr>
              <a:defRPr/>
            </a:pPr>
            <a:endParaRPr lang="en-US" sz="2000">
              <a:solidFill>
                <a:srgbClr val="FFFF00"/>
              </a:solidFill>
            </a:endParaRPr>
          </a:p>
          <a:p>
            <a:pPr>
              <a:defRPr/>
            </a:pPr>
            <a:r>
              <a:rPr lang="en-US" sz="2000">
                <a:solidFill>
                  <a:srgbClr val="FFFF00"/>
                </a:solidFill>
              </a:rPr>
              <a:t>13x239 </a:t>
            </a:r>
            <a:r>
              <a:rPr lang="en-US" sz="2000">
                <a:solidFill>
                  <a:srgbClr val="FFFF00"/>
                </a:solidFill>
                <a:highlight>
                  <a:srgbClr val="FF00FF"/>
                </a:highlight>
              </a:rPr>
              <a:t>write</a:t>
            </a:r>
            <a:r>
              <a:rPr lang="en-US" sz="2000">
                <a:solidFill>
                  <a:srgbClr val="FFFF00"/>
                </a:solidFill>
              </a:rPr>
              <a:t> on paper</a:t>
            </a:r>
            <a:endParaRPr/>
          </a:p>
          <a:p>
            <a:pPr>
              <a:defRPr/>
            </a:pPr>
            <a:r>
              <a:rPr lang="en-US" sz="2000">
                <a:solidFill>
                  <a:srgbClr val="FFFF00"/>
                </a:solidFill>
              </a:rPr>
              <a:t>(cognitive device to wake up</a:t>
            </a:r>
            <a:endParaRPr/>
          </a:p>
          <a:p>
            <a:pPr>
              <a:defRPr/>
            </a:pPr>
            <a:r>
              <a:rPr lang="en-US">
                <a:solidFill>
                  <a:srgbClr val="FFFF00"/>
                </a:solidFill>
              </a:rPr>
              <a:t> left and right brain </a:t>
            </a:r>
            <a:endParaRPr/>
          </a:p>
          <a:p>
            <a:pPr>
              <a:defRPr/>
            </a:pPr>
            <a:endParaRPr lang="en-US">
              <a:solidFill>
                <a:srgbClr val="FFFF00"/>
              </a:solidFill>
            </a:endParaRPr>
          </a:p>
          <a:p>
            <a:pPr>
              <a:defRPr/>
            </a:pPr>
            <a:r>
              <a:rPr lang="en-US">
                <a:solidFill>
                  <a:srgbClr val="FFFF00"/>
                </a:solidFill>
              </a:rPr>
              <a:t> </a:t>
            </a:r>
            <a:endParaRPr/>
          </a:p>
          <a:p>
            <a:pPr>
              <a:defRPr/>
            </a:pPr>
            <a:endParaRPr lang="en-US">
              <a:solidFill>
                <a:srgbClr val="FFFF00"/>
              </a:solidFill>
            </a:endParaRPr>
          </a:p>
          <a:p>
            <a:pPr>
              <a:defRPr/>
            </a:pPr>
            <a:endParaRPr lang="en-US">
              <a:solidFill>
                <a:srgbClr val="FFFF00"/>
              </a:solidFill>
            </a:endParaRPr>
          </a:p>
          <a:p>
            <a:pPr>
              <a:defRPr/>
            </a:pPr>
            <a:endParaRPr lang="en-US"/>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060743629" name="Title 1"/>
          <p:cNvSpPr>
            <a:spLocks noChangeArrowheads="1" noGrp="1"/>
          </p:cNvSpPr>
          <p:nvPr>
            <p:ph type="title"/>
          </p:nvPr>
        </p:nvSpPr>
        <p:spPr bwMode="auto">
          <a:xfrm>
            <a:off x="401638" y="252413"/>
            <a:ext cx="8229600" cy="585787"/>
          </a:xfrm>
        </p:spPr>
        <p:txBody>
          <a:bodyPr/>
          <a:lstStyle/>
          <a:p>
            <a:pPr>
              <a:defRPr/>
            </a:pPr>
            <a:r>
              <a:rPr lang="en-US" b="1">
                <a:solidFill>
                  <a:srgbClr val="00B050"/>
                </a:solidFill>
              </a:rPr>
              <a:t>Preamble</a:t>
            </a:r>
            <a:endParaRPr/>
          </a:p>
        </p:txBody>
      </p:sp>
      <p:sp>
        <p:nvSpPr>
          <p:cNvPr id="1775024552" name="Content Placeholder 2"/>
          <p:cNvSpPr>
            <a:spLocks noChangeArrowheads="1" noGrp="1"/>
          </p:cNvSpPr>
          <p:nvPr>
            <p:ph idx="1"/>
          </p:nvPr>
        </p:nvSpPr>
        <p:spPr bwMode="auto">
          <a:xfrm>
            <a:off x="381000" y="863599"/>
            <a:ext cx="8229600" cy="4530725"/>
          </a:xfrm>
        </p:spPr>
        <p:txBody>
          <a:bodyPr/>
          <a:lstStyle/>
          <a:p>
            <a:pPr>
              <a:defRPr/>
            </a:pPr>
            <a:r>
              <a:rPr lang="en-US"/>
              <a:t> </a:t>
            </a:r>
            <a:r>
              <a:rPr lang="en-US">
                <a:solidFill>
                  <a:srgbClr val="FF0000"/>
                </a:solidFill>
              </a:rPr>
              <a:t>AI contents in different degrees</a:t>
            </a:r>
            <a:endParaRPr/>
          </a:p>
          <a:p>
            <a:pPr lvl="1">
              <a:defRPr/>
            </a:pPr>
            <a:r>
              <a:rPr lang="en-US">
                <a:solidFill>
                  <a:srgbClr val="0070C0"/>
                </a:solidFill>
              </a:rPr>
              <a:t>BSc Hons AI (4)</a:t>
            </a:r>
            <a:endParaRPr/>
          </a:p>
          <a:p>
            <a:pPr lvl="1">
              <a:defRPr/>
            </a:pPr>
            <a:r>
              <a:rPr lang="en-US">
                <a:solidFill>
                  <a:srgbClr val="0070C0"/>
                </a:solidFill>
              </a:rPr>
              <a:t>MSc in AI (2)</a:t>
            </a:r>
            <a:endParaRPr/>
          </a:p>
          <a:p>
            <a:pPr lvl="1">
              <a:defRPr/>
            </a:pPr>
            <a:r>
              <a:rPr lang="en-US">
                <a:solidFill>
                  <a:srgbClr val="0070C0"/>
                </a:solidFill>
              </a:rPr>
              <a:t>CS/IT/SE with AI (&lt;2)</a:t>
            </a:r>
            <a:endParaRPr/>
          </a:p>
          <a:p>
            <a:pPr lvl="1">
              <a:defRPr/>
            </a:pPr>
            <a:r>
              <a:rPr lang="en-US">
                <a:solidFill>
                  <a:srgbClr val="0070C0"/>
                </a:solidFill>
              </a:rPr>
              <a:t>MSc DS &amp; AI (&lt;1)</a:t>
            </a:r>
            <a:endParaRPr/>
          </a:p>
          <a:p>
            <a:pPr lvl="1">
              <a:defRPr/>
            </a:pPr>
            <a:r>
              <a:rPr lang="en-US">
                <a:solidFill>
                  <a:srgbClr val="0070C0"/>
                </a:solidFill>
              </a:rPr>
              <a:t>MSc XX with AI &lt; MSc in AI</a:t>
            </a:r>
            <a:endParaRPr/>
          </a:p>
          <a:p>
            <a:pPr>
              <a:defRPr/>
            </a:pPr>
            <a:r>
              <a:rPr lang="en-US">
                <a:solidFill>
                  <a:srgbClr val="FF0000"/>
                </a:solidFill>
              </a:rPr>
              <a:t>Three levels of recruitment</a:t>
            </a:r>
            <a:endParaRPr/>
          </a:p>
          <a:p>
            <a:pPr lvl="1">
              <a:defRPr/>
            </a:pPr>
            <a:r>
              <a:rPr lang="en-US">
                <a:solidFill>
                  <a:srgbClr val="0070C0"/>
                </a:solidFill>
              </a:rPr>
              <a:t>Academia/Researchers (academia)</a:t>
            </a:r>
            <a:endParaRPr/>
          </a:p>
          <a:p>
            <a:pPr lvl="1">
              <a:defRPr/>
            </a:pPr>
            <a:r>
              <a:rPr lang="en-US">
                <a:solidFill>
                  <a:srgbClr val="0070C0"/>
                </a:solidFill>
              </a:rPr>
              <a:t>Professionals/Researchers (Industry)</a:t>
            </a:r>
            <a:endParaRPr/>
          </a:p>
          <a:p>
            <a:pPr lvl="1">
              <a:defRPr/>
            </a:pPr>
            <a:r>
              <a:rPr lang="en-US">
                <a:solidFill>
                  <a:srgbClr val="0070C0"/>
                </a:solidFill>
              </a:rPr>
              <a:t>Workforce </a:t>
            </a:r>
            <a:endParaRPr/>
          </a:p>
          <a:p>
            <a:pPr>
              <a:defRPr/>
            </a:pPr>
            <a:r>
              <a:rPr lang="en-US">
                <a:solidFill>
                  <a:srgbClr val="FF0000"/>
                </a:solidFill>
              </a:rPr>
              <a:t>Only capable people will survive</a:t>
            </a:r>
            <a:endParaRPr/>
          </a:p>
          <a:p>
            <a:pPr lvl="1">
              <a:defRPr/>
            </a:pPr>
            <a:endParaRPr lang="en-US"/>
          </a:p>
          <a:p>
            <a:pPr>
              <a:defRPr/>
            </a:pPr>
            <a:endParaRPr lang="en-US"/>
          </a:p>
        </p:txBody>
      </p:sp>
      <p:sp>
        <p:nvSpPr>
          <p:cNvPr id="1558926299" name="TextBox 1"/>
          <p:cNvSpPr txBox="1"/>
          <p:nvPr/>
        </p:nvSpPr>
        <p:spPr bwMode="auto">
          <a:xfrm>
            <a:off x="9448799" y="2209800"/>
            <a:ext cx="2935419" cy="1631216"/>
          </a:xfrm>
          <a:prstGeom prst="rect">
            <a:avLst/>
          </a:prstGeom>
          <a:noFill/>
        </p:spPr>
        <p:txBody>
          <a:bodyPr wrap="none" rtlCol="0">
            <a:spAutoFit/>
          </a:bodyPr>
          <a:lstStyle/>
          <a:p>
            <a:pPr>
              <a:defRPr/>
            </a:pPr>
            <a:r>
              <a:rPr lang="en-US" sz="2000">
                <a:solidFill>
                  <a:srgbClr val="FFFF00"/>
                </a:solidFill>
              </a:rPr>
              <a:t>Intelligence of Machines</a:t>
            </a:r>
            <a:endParaRPr/>
          </a:p>
          <a:p>
            <a:pPr>
              <a:defRPr/>
            </a:pPr>
            <a:r>
              <a:rPr lang="en-US" sz="2000">
                <a:solidFill>
                  <a:srgbClr val="FFFF00"/>
                </a:solidFill>
              </a:rPr>
              <a:t>Intelligence of humans</a:t>
            </a:r>
            <a:endParaRPr/>
          </a:p>
          <a:p>
            <a:pPr>
              <a:defRPr/>
            </a:pPr>
            <a:endParaRPr lang="en-US" sz="2000">
              <a:solidFill>
                <a:srgbClr val="FFFF00"/>
              </a:solidFill>
            </a:endParaRPr>
          </a:p>
          <a:p>
            <a:pPr>
              <a:defRPr/>
            </a:pPr>
            <a:r>
              <a:rPr lang="en-US" sz="2000">
                <a:solidFill>
                  <a:srgbClr val="FFFF00"/>
                </a:solidFill>
              </a:rPr>
              <a:t>        </a:t>
            </a:r>
            <a:r>
              <a:rPr lang="en-US" sz="2000">
                <a:solidFill>
                  <a:srgbClr val="FFFF00"/>
                </a:solidFill>
              </a:rPr>
              <a:t>BrainHQ</a:t>
            </a:r>
            <a:endParaRPr lang="en-US" sz="2000">
              <a:solidFill>
                <a:srgbClr val="FFFF00"/>
              </a:solidFill>
            </a:endParaRPr>
          </a:p>
          <a:p>
            <a:pPr>
              <a:defRPr/>
            </a:pPr>
            <a:r>
              <a:rPr lang="en-US" sz="2000">
                <a:solidFill>
                  <a:srgbClr val="FFFF00"/>
                </a:solidFill>
              </a:rPr>
              <a:t>        Tai Chai</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054663052" name="Title 1"/>
          <p:cNvSpPr>
            <a:spLocks noChangeArrowheads="1" noGrp="1"/>
          </p:cNvSpPr>
          <p:nvPr>
            <p:ph type="title"/>
          </p:nvPr>
        </p:nvSpPr>
        <p:spPr bwMode="auto">
          <a:xfrm>
            <a:off x="381000" y="228600"/>
            <a:ext cx="8229600" cy="1139825"/>
          </a:xfrm>
        </p:spPr>
        <p:txBody>
          <a:bodyPr/>
          <a:lstStyle/>
          <a:p>
            <a:pPr>
              <a:defRPr/>
            </a:pPr>
            <a:r>
              <a:rPr lang="en-US" b="1">
                <a:solidFill>
                  <a:srgbClr val="00B050"/>
                </a:solidFill>
              </a:rPr>
              <a:t>Preamble</a:t>
            </a:r>
            <a:endParaRPr/>
          </a:p>
        </p:txBody>
      </p:sp>
      <p:sp>
        <p:nvSpPr>
          <p:cNvPr id="715721362" name="Content Placeholder 2"/>
          <p:cNvSpPr>
            <a:spLocks noChangeArrowheads="1" noGrp="1"/>
          </p:cNvSpPr>
          <p:nvPr>
            <p:ph idx="1"/>
          </p:nvPr>
        </p:nvSpPr>
        <p:spPr bwMode="auto">
          <a:xfrm>
            <a:off x="152400" y="1219200"/>
            <a:ext cx="8839200" cy="4911725"/>
          </a:xfrm>
        </p:spPr>
        <p:txBody>
          <a:bodyPr/>
          <a:lstStyle/>
          <a:p>
            <a:pPr>
              <a:buFont typeface="Wingdings"/>
              <a:buChar char="§"/>
              <a:defRPr/>
            </a:pPr>
            <a:r>
              <a:rPr lang="en-US">
                <a:solidFill>
                  <a:srgbClr val="FF0000"/>
                </a:solidFill>
              </a:rPr>
              <a:t>AI community talks of </a:t>
            </a:r>
            <a:r>
              <a:rPr lang="en-US">
                <a:solidFill>
                  <a:srgbClr val="FF0000"/>
                </a:solidFill>
                <a:highlight>
                  <a:srgbClr val="FFFF00"/>
                </a:highlight>
              </a:rPr>
              <a:t>Artificial Cognitive systems </a:t>
            </a:r>
            <a:r>
              <a:rPr lang="en-US">
                <a:solidFill>
                  <a:srgbClr val="FF0000"/>
                </a:solidFill>
              </a:rPr>
              <a:t>under </a:t>
            </a:r>
            <a:r>
              <a:rPr lang="en-US">
                <a:solidFill>
                  <a:srgbClr val="FF0000"/>
                </a:solidFill>
                <a:highlight>
                  <a:srgbClr val="FFFF00"/>
                </a:highlight>
              </a:rPr>
              <a:t>symbolic-AI</a:t>
            </a:r>
            <a:endParaRPr/>
          </a:p>
          <a:p>
            <a:pPr>
              <a:defRPr/>
            </a:pPr>
            <a:r>
              <a:rPr lang="en-US">
                <a:solidFill>
                  <a:srgbClr val="0070C0"/>
                </a:solidFill>
              </a:rPr>
              <a:t>Humanity has become more </a:t>
            </a:r>
            <a:r>
              <a:rPr lang="en-US">
                <a:solidFill>
                  <a:srgbClr val="0070C0"/>
                </a:solidFill>
                <a:highlight>
                  <a:srgbClr val="FFFF00"/>
                </a:highlight>
              </a:rPr>
              <a:t>intelligent</a:t>
            </a:r>
            <a:r>
              <a:rPr lang="en-US">
                <a:solidFill>
                  <a:srgbClr val="0070C0"/>
                </a:solidFill>
              </a:rPr>
              <a:t> due to the use of </a:t>
            </a:r>
            <a:r>
              <a:rPr lang="en-US">
                <a:solidFill>
                  <a:srgbClr val="0070C0"/>
                </a:solidFill>
                <a:highlight>
                  <a:srgbClr val="FFFF00"/>
                </a:highlight>
              </a:rPr>
              <a:t>symbolic languages</a:t>
            </a:r>
            <a:r>
              <a:rPr lang="en-US">
                <a:solidFill>
                  <a:srgbClr val="0070C0"/>
                </a:solidFill>
              </a:rPr>
              <a:t> for communication</a:t>
            </a:r>
            <a:endParaRPr/>
          </a:p>
          <a:p>
            <a:pPr>
              <a:defRPr/>
            </a:pPr>
            <a:r>
              <a:rPr lang="en-US">
                <a:solidFill>
                  <a:srgbClr val="FF0000"/>
                </a:solidFill>
              </a:rPr>
              <a:t>Symbolic manipulation aids the </a:t>
            </a:r>
            <a:r>
              <a:rPr lang="en-US">
                <a:solidFill>
                  <a:srgbClr val="FF0000"/>
                </a:solidFill>
                <a:highlight>
                  <a:srgbClr val="FFFF00"/>
                </a:highlight>
              </a:rPr>
              <a:t>thinking</a:t>
            </a:r>
            <a:r>
              <a:rPr lang="en-US">
                <a:solidFill>
                  <a:srgbClr val="FF0000"/>
                </a:solidFill>
              </a:rPr>
              <a:t> capacity</a:t>
            </a:r>
            <a:endParaRPr/>
          </a:p>
          <a:p>
            <a:pPr>
              <a:defRPr/>
            </a:pPr>
            <a:r>
              <a:rPr lang="en-US" sz="3200">
                <a:solidFill>
                  <a:srgbClr val="0070C0"/>
                </a:solidFill>
                <a:ea typeface="Calibri"/>
                <a:cs typeface="Latha"/>
              </a:rPr>
              <a:t>Recall - Education is not the learning of facts, but the training of students’ minds to think</a:t>
            </a:r>
            <a:endParaRPr/>
          </a:p>
          <a:p>
            <a:pPr>
              <a:defRPr/>
            </a:pPr>
            <a:r>
              <a:rPr lang="en-US" sz="3200">
                <a:solidFill>
                  <a:srgbClr val="FF0000"/>
                </a:solidFill>
                <a:latin typeface="Calibri"/>
                <a:ea typeface="Calibri"/>
                <a:cs typeface="Latha"/>
              </a:rPr>
              <a:t>Thinking is fundamental to </a:t>
            </a:r>
            <a:r>
              <a:rPr lang="en-US" sz="3200">
                <a:solidFill>
                  <a:srgbClr val="FF0000"/>
                </a:solidFill>
                <a:highlight>
                  <a:srgbClr val="FFFF00"/>
                </a:highlight>
                <a:latin typeface="Calibri"/>
                <a:ea typeface="Calibri"/>
                <a:cs typeface="Latha"/>
              </a:rPr>
              <a:t>all cognitive features</a:t>
            </a:r>
            <a:endParaRPr/>
          </a:p>
          <a:p>
            <a:pPr>
              <a:defRPr/>
            </a:pPr>
            <a:endParaRPr lang="en-US" sz="3200">
              <a:solidFill>
                <a:srgbClr val="FF0000"/>
              </a:solidFill>
              <a:latin typeface="Calibri"/>
              <a:ea typeface="Calibri"/>
              <a:cs typeface="Latha"/>
            </a:endParaRPr>
          </a:p>
          <a:p>
            <a:pPr marL="0" indent="0">
              <a:buFont typeface="Wingdings"/>
              <a:buNone/>
              <a:defRPr/>
            </a:pPr>
            <a:endParaRPr lang="en-US" sz="3200">
              <a:solidFill>
                <a:srgbClr val="FF0000"/>
              </a:solidFill>
              <a:latin typeface="Calibri"/>
              <a:ea typeface="Calibri"/>
              <a:cs typeface="Latha"/>
            </a:endParaRPr>
          </a:p>
          <a:p>
            <a:pPr>
              <a:defRPr/>
            </a:pPr>
            <a:endParaRPr lang="en-US"/>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438955138" name="Title 1"/>
          <p:cNvSpPr>
            <a:spLocks noChangeArrowheads="1" noGrp="1"/>
          </p:cNvSpPr>
          <p:nvPr>
            <p:ph type="title"/>
          </p:nvPr>
        </p:nvSpPr>
        <p:spPr bwMode="auto">
          <a:xfrm>
            <a:off x="381000" y="301625"/>
            <a:ext cx="8229600" cy="688975"/>
          </a:xfrm>
        </p:spPr>
        <p:txBody>
          <a:bodyPr/>
          <a:lstStyle/>
          <a:p>
            <a:pPr>
              <a:defRPr/>
            </a:pPr>
            <a:r>
              <a:rPr lang="en-US" b="1">
                <a:solidFill>
                  <a:srgbClr val="00B050"/>
                </a:solidFill>
              </a:rPr>
              <a:t>Preamble</a:t>
            </a:r>
            <a:endParaRPr/>
          </a:p>
        </p:txBody>
      </p:sp>
      <p:sp>
        <p:nvSpPr>
          <p:cNvPr id="1261180171" name="Content Placeholder 2"/>
          <p:cNvSpPr>
            <a:spLocks noGrp="1"/>
          </p:cNvSpPr>
          <p:nvPr>
            <p:ph idx="1"/>
          </p:nvPr>
        </p:nvSpPr>
        <p:spPr bwMode="auto">
          <a:xfrm>
            <a:off x="76200" y="960120"/>
            <a:ext cx="8991600" cy="5974080"/>
          </a:xfrm>
        </p:spPr>
        <p:txBody>
          <a:bodyPr/>
          <a:lstStyle/>
          <a:p>
            <a:pPr>
              <a:defRPr/>
            </a:pPr>
            <a:r>
              <a:rPr lang="en-US" sz="2300">
                <a:solidFill>
                  <a:srgbClr val="0070C0"/>
                </a:solidFill>
              </a:rPr>
              <a:t>Understanding = new knowledge + </a:t>
            </a:r>
            <a:r>
              <a:rPr lang="en-US" sz="2300">
                <a:solidFill>
                  <a:srgbClr val="0070C0"/>
                </a:solidFill>
                <a:highlight>
                  <a:srgbClr val="FFFF00"/>
                </a:highlight>
              </a:rPr>
              <a:t>thinking</a:t>
            </a:r>
            <a:r>
              <a:rPr lang="en-US" sz="2300">
                <a:solidFill>
                  <a:srgbClr val="0070C0"/>
                </a:solidFill>
              </a:rPr>
              <a:t> + past knowledge</a:t>
            </a:r>
            <a:endParaRPr lang="en-US" sz="2300">
              <a:solidFill>
                <a:srgbClr val="0070C0"/>
              </a:solidFill>
              <a:highlight>
                <a:srgbClr val="FFFF00"/>
              </a:highlight>
            </a:endParaRPr>
          </a:p>
          <a:p>
            <a:pPr>
              <a:defRPr/>
            </a:pPr>
            <a:r>
              <a:rPr lang="en-US" sz="2300">
                <a:solidFill>
                  <a:srgbClr val="FF0000"/>
                </a:solidFill>
              </a:rPr>
              <a:t>People/animals always get </a:t>
            </a:r>
            <a:r>
              <a:rPr lang="en-US" sz="2300">
                <a:solidFill>
                  <a:srgbClr val="FF0000"/>
                </a:solidFill>
                <a:highlight>
                  <a:srgbClr val="FFFF00"/>
                </a:highlight>
              </a:rPr>
              <a:t>thoughts</a:t>
            </a:r>
            <a:r>
              <a:rPr lang="en-US" sz="2300">
                <a:solidFill>
                  <a:srgbClr val="FF0000"/>
                </a:solidFill>
              </a:rPr>
              <a:t>. But only people can </a:t>
            </a:r>
            <a:r>
              <a:rPr lang="en-US" sz="2300">
                <a:solidFill>
                  <a:srgbClr val="FF0000"/>
                </a:solidFill>
                <a:highlight>
                  <a:srgbClr val="FFFF00"/>
                </a:highlight>
              </a:rPr>
              <a:t>generate thoughts</a:t>
            </a:r>
            <a:r>
              <a:rPr lang="en-US" sz="2300">
                <a:solidFill>
                  <a:srgbClr val="FF0000"/>
                </a:solidFill>
              </a:rPr>
              <a:t> or think in a desired direction</a:t>
            </a:r>
            <a:r>
              <a:rPr lang="si-LK" sz="2300">
                <a:solidFill>
                  <a:srgbClr val="FF0000"/>
                </a:solidFill>
              </a:rPr>
              <a:t>   (හිතනෙවා, හිතනවා)</a:t>
            </a:r>
            <a:endParaRPr lang="en-US" sz="2300">
              <a:solidFill>
                <a:srgbClr val="FF0000"/>
              </a:solidFill>
            </a:endParaRPr>
          </a:p>
          <a:p>
            <a:pPr>
              <a:defRPr/>
            </a:pPr>
            <a:r>
              <a:rPr lang="en-US" sz="2300">
                <a:solidFill>
                  <a:srgbClr val="0070C0"/>
                </a:solidFill>
              </a:rPr>
              <a:t>What are the main subjects that require </a:t>
            </a:r>
            <a:r>
              <a:rPr lang="en-US" sz="2300">
                <a:solidFill>
                  <a:srgbClr val="0070C0"/>
                </a:solidFill>
                <a:highlight>
                  <a:srgbClr val="FFFF00"/>
                </a:highlight>
              </a:rPr>
              <a:t>thinking</a:t>
            </a:r>
            <a:r>
              <a:rPr lang="en-US" sz="2300">
                <a:solidFill>
                  <a:srgbClr val="0070C0"/>
                </a:solidFill>
              </a:rPr>
              <a:t>?</a:t>
            </a:r>
            <a:endParaRPr/>
          </a:p>
          <a:p>
            <a:pPr lvl="1">
              <a:defRPr/>
            </a:pPr>
            <a:r>
              <a:rPr lang="en-US" sz="2300">
                <a:solidFill>
                  <a:srgbClr val="0070C0"/>
                </a:solidFill>
              </a:rPr>
              <a:t>Mathematics</a:t>
            </a:r>
            <a:r>
              <a:rPr lang="si-LK" sz="2300">
                <a:solidFill>
                  <a:srgbClr val="0070C0"/>
                </a:solidFill>
              </a:rPr>
              <a:t> (පිළිවෙල)</a:t>
            </a:r>
            <a:endParaRPr lang="en-US" sz="2300">
              <a:solidFill>
                <a:srgbClr val="0070C0"/>
              </a:solidFill>
            </a:endParaRPr>
          </a:p>
          <a:p>
            <a:pPr lvl="1">
              <a:defRPr/>
            </a:pPr>
            <a:r>
              <a:rPr lang="en-US" sz="2300">
                <a:solidFill>
                  <a:srgbClr val="0070C0"/>
                </a:solidFill>
              </a:rPr>
              <a:t>Programming (algorithm)</a:t>
            </a:r>
            <a:endParaRPr/>
          </a:p>
          <a:p>
            <a:pPr lvl="1">
              <a:defRPr/>
            </a:pPr>
            <a:r>
              <a:rPr lang="en-US" sz="2300">
                <a:solidFill>
                  <a:srgbClr val="0070C0"/>
                </a:solidFill>
              </a:rPr>
              <a:t>Language</a:t>
            </a:r>
            <a:endParaRPr lang="si-LK" sz="2300">
              <a:solidFill>
                <a:srgbClr val="0070C0"/>
              </a:solidFill>
            </a:endParaRPr>
          </a:p>
          <a:p>
            <a:pPr lvl="1">
              <a:defRPr/>
            </a:pPr>
            <a:r>
              <a:rPr lang="en-US" sz="2300">
                <a:solidFill>
                  <a:srgbClr val="0070C0"/>
                </a:solidFill>
              </a:rPr>
              <a:t>Philosophy</a:t>
            </a:r>
            <a:endParaRPr/>
          </a:p>
          <a:p>
            <a:pPr lvl="1">
              <a:defRPr/>
            </a:pPr>
            <a:r>
              <a:rPr lang="en-US" sz="2300">
                <a:solidFill>
                  <a:srgbClr val="0070C0"/>
                </a:solidFill>
              </a:rPr>
              <a:t>Gaming</a:t>
            </a:r>
            <a:endParaRPr lang="si-LK" sz="2300">
              <a:solidFill>
                <a:srgbClr val="0070C0"/>
              </a:solidFill>
            </a:endParaRPr>
          </a:p>
          <a:p>
            <a:pPr>
              <a:defRPr/>
            </a:pPr>
            <a:r>
              <a:rPr lang="en-US" sz="2300">
                <a:solidFill>
                  <a:srgbClr val="FF0000"/>
                </a:solidFill>
                <a:highlight>
                  <a:srgbClr val="FFFF00"/>
                </a:highlight>
              </a:rPr>
              <a:t>Doing things systematically </a:t>
            </a:r>
            <a:r>
              <a:rPr lang="si-LK" sz="2300">
                <a:solidFill>
                  <a:srgbClr val="0070C0"/>
                </a:solidFill>
              </a:rPr>
              <a:t>(පිළිවෙල/විධිමත්)</a:t>
            </a:r>
            <a:r>
              <a:rPr lang="en-US" sz="2300">
                <a:solidFill>
                  <a:srgbClr val="FF0000"/>
                </a:solidFill>
              </a:rPr>
              <a:t> is the secret of building the capacity to think</a:t>
            </a:r>
            <a:endParaRPr/>
          </a:p>
          <a:p>
            <a:pPr>
              <a:defRPr/>
            </a:pPr>
            <a:r>
              <a:rPr lang="en-US" sz="2300">
                <a:solidFill>
                  <a:srgbClr val="0070C0"/>
                </a:solidFill>
              </a:rPr>
              <a:t>How can a lecturer wake up students’ thinking ability?</a:t>
            </a:r>
            <a:endParaRPr/>
          </a:p>
          <a:p>
            <a:pPr lvl="1">
              <a:defRPr/>
            </a:pPr>
            <a:r>
              <a:rPr lang="en-US" sz="2300">
                <a:solidFill>
                  <a:srgbClr val="0070C0"/>
                </a:solidFill>
              </a:rPr>
              <a:t>Asking the question </a:t>
            </a:r>
            <a:endParaRPr/>
          </a:p>
          <a:p>
            <a:pPr lvl="1">
              <a:defRPr/>
            </a:pPr>
            <a:endParaRPr lang="en-US" sz="2300"/>
          </a:p>
          <a:p>
            <a:pPr>
              <a:defRPr/>
            </a:pPr>
            <a:endParaRPr lang="en-US"/>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842690212" name="Rectangle 2"/>
          <p:cNvSpPr>
            <a:spLocks noChangeArrowheads="1" noGrp="1"/>
          </p:cNvSpPr>
          <p:nvPr>
            <p:ph type="title"/>
          </p:nvPr>
        </p:nvSpPr>
        <p:spPr bwMode="auto"/>
        <p:txBody>
          <a:bodyPr/>
          <a:lstStyle/>
          <a:p>
            <a:pPr>
              <a:defRPr/>
            </a:pPr>
            <a:r>
              <a:rPr lang="en-US" b="1">
                <a:solidFill>
                  <a:srgbClr val="00B050"/>
                </a:solidFill>
              </a:rPr>
              <a:t>Overview</a:t>
            </a:r>
            <a:endParaRPr/>
          </a:p>
        </p:txBody>
      </p:sp>
      <p:sp>
        <p:nvSpPr>
          <p:cNvPr id="1382524059" name="Rectangle 3"/>
          <p:cNvSpPr>
            <a:spLocks noChangeArrowheads="1" noGrp="1"/>
          </p:cNvSpPr>
          <p:nvPr>
            <p:ph type="body" idx="1"/>
          </p:nvPr>
        </p:nvSpPr>
        <p:spPr bwMode="auto">
          <a:xfrm>
            <a:off x="381000" y="990600"/>
            <a:ext cx="8229600" cy="5334000"/>
          </a:xfrm>
        </p:spPr>
        <p:txBody>
          <a:bodyPr/>
          <a:lstStyle/>
          <a:p>
            <a:pPr>
              <a:defRPr/>
            </a:pPr>
            <a:r>
              <a:rPr lang="en-US">
                <a:solidFill>
                  <a:srgbClr val="FF0000"/>
                </a:solidFill>
              </a:rPr>
              <a:t>Introduction to </a:t>
            </a:r>
            <a:r>
              <a:rPr lang="en-US">
                <a:solidFill>
                  <a:srgbClr val="FF0000"/>
                </a:solidFill>
                <a:highlight>
                  <a:srgbClr val="FFFF00"/>
                </a:highlight>
              </a:rPr>
              <a:t>Artificial Cognitive Systems</a:t>
            </a:r>
            <a:endParaRPr/>
          </a:p>
          <a:p>
            <a:pPr>
              <a:defRPr/>
            </a:pPr>
            <a:r>
              <a:rPr lang="en-US">
                <a:solidFill>
                  <a:srgbClr val="3333FF"/>
                </a:solidFill>
              </a:rPr>
              <a:t>Neuroscience of the Brain</a:t>
            </a:r>
            <a:endParaRPr/>
          </a:p>
          <a:p>
            <a:pPr>
              <a:defRPr/>
            </a:pPr>
            <a:r>
              <a:rPr lang="en-US">
                <a:solidFill>
                  <a:srgbClr val="FF0000"/>
                </a:solidFill>
              </a:rPr>
              <a:t>Mindfulness</a:t>
            </a:r>
            <a:endParaRPr/>
          </a:p>
          <a:p>
            <a:pPr>
              <a:defRPr/>
            </a:pPr>
            <a:r>
              <a:rPr lang="en-US">
                <a:solidFill>
                  <a:srgbClr val="3333FF"/>
                </a:solidFill>
              </a:rPr>
              <a:t>Cognitive Systems</a:t>
            </a:r>
            <a:endParaRPr/>
          </a:p>
          <a:p>
            <a:pPr>
              <a:defRPr/>
            </a:pPr>
            <a:r>
              <a:rPr lang="en-US">
                <a:solidFill>
                  <a:srgbClr val="FF0000"/>
                </a:solidFill>
              </a:rPr>
              <a:t>Anatomy of Expert Systems</a:t>
            </a:r>
            <a:endParaRPr/>
          </a:p>
          <a:p>
            <a:pPr>
              <a:defRPr/>
            </a:pPr>
            <a:r>
              <a:rPr lang="en-US">
                <a:solidFill>
                  <a:srgbClr val="0066FF"/>
                </a:solidFill>
              </a:rPr>
              <a:t>Production Systems</a:t>
            </a:r>
            <a:endParaRPr/>
          </a:p>
          <a:p>
            <a:pPr>
              <a:defRPr/>
            </a:pPr>
            <a:r>
              <a:rPr lang="en-US">
                <a:solidFill>
                  <a:srgbClr val="FF0000"/>
                </a:solidFill>
              </a:rPr>
              <a:t>Classical Examples of ES</a:t>
            </a:r>
            <a:endParaRPr/>
          </a:p>
          <a:p>
            <a:pPr>
              <a:defRPr/>
            </a:pPr>
            <a:r>
              <a:rPr lang="en-US">
                <a:solidFill>
                  <a:srgbClr val="0066FF"/>
                </a:solidFill>
              </a:rPr>
              <a:t>Design and Development of </a:t>
            </a:r>
            <a:r>
              <a:rPr lang="en-US">
                <a:solidFill>
                  <a:srgbClr val="0066FF"/>
                </a:solidFill>
                <a:highlight>
                  <a:srgbClr val="FFFF00"/>
                </a:highlight>
              </a:rPr>
              <a:t>Expert Systems</a:t>
            </a:r>
            <a:endParaRPr lang="en-US" sz="2900">
              <a:solidFill>
                <a:srgbClr val="0066FF"/>
              </a:solidFill>
            </a:endParaRPr>
          </a:p>
          <a:p>
            <a:pPr marL="0" indent="0">
              <a:buNone/>
              <a:defRPr/>
            </a:pPr>
            <a:endParaRPr lang="en-US" sz="2900">
              <a:solidFill>
                <a:srgbClr val="CC3300"/>
              </a:solidFill>
            </a:endParaRPr>
          </a:p>
        </p:txBody>
      </p:sp>
      <p:sp>
        <p:nvSpPr>
          <p:cNvPr id="600198383" name="TextBox 1"/>
          <p:cNvSpPr txBox="1"/>
          <p:nvPr/>
        </p:nvSpPr>
        <p:spPr bwMode="auto">
          <a:xfrm>
            <a:off x="9372600" y="428178"/>
            <a:ext cx="3581400" cy="6001643"/>
          </a:xfrm>
          <a:prstGeom prst="rect">
            <a:avLst/>
          </a:prstGeom>
          <a:noFill/>
        </p:spPr>
        <p:txBody>
          <a:bodyPr>
            <a:spAutoFit/>
          </a:bodyPr>
          <a:lstStyle/>
          <a:p>
            <a:pPr>
              <a:defRPr/>
            </a:pPr>
            <a:r>
              <a:rPr lang="en-US" sz="2000">
                <a:solidFill>
                  <a:srgbClr val="FFFF00"/>
                </a:solidFill>
              </a:rPr>
              <a:t>Symbolic-AI </a:t>
            </a:r>
            <a:endParaRPr/>
          </a:p>
          <a:p>
            <a:pPr marL="342900" indent="-342900">
              <a:buFont typeface="Arial"/>
              <a:buChar char="•"/>
              <a:defRPr/>
            </a:pPr>
            <a:r>
              <a:rPr lang="en-US" sz="2000">
                <a:solidFill>
                  <a:srgbClr val="FFFF00"/>
                </a:solidFill>
              </a:rPr>
              <a:t>Mathematics/Logic</a:t>
            </a:r>
            <a:endParaRPr/>
          </a:p>
          <a:p>
            <a:pPr marL="342900" indent="-342900">
              <a:buFont typeface="Arial"/>
              <a:buChar char="•"/>
              <a:defRPr/>
            </a:pPr>
            <a:r>
              <a:rPr lang="en-US" sz="2000">
                <a:solidFill>
                  <a:srgbClr val="FFFF00"/>
                </a:solidFill>
              </a:rPr>
              <a:t>Rules/Theories</a:t>
            </a:r>
            <a:endParaRPr/>
          </a:p>
          <a:p>
            <a:pPr marL="342900" indent="-342900">
              <a:buFont typeface="Arial"/>
              <a:buChar char="•"/>
              <a:defRPr/>
            </a:pPr>
            <a:r>
              <a:rPr lang="en-US" sz="2000">
                <a:solidFill>
                  <a:srgbClr val="FFFF00"/>
                </a:solidFill>
              </a:rPr>
              <a:t>Programming</a:t>
            </a:r>
            <a:endParaRPr/>
          </a:p>
          <a:p>
            <a:pPr>
              <a:defRPr/>
            </a:pPr>
            <a:r>
              <a:rPr lang="en-US" sz="2000">
                <a:solidFill>
                  <a:srgbClr val="FFFF00"/>
                </a:solidFill>
              </a:rPr>
              <a:t>Early developments</a:t>
            </a:r>
            <a:endParaRPr/>
          </a:p>
          <a:p>
            <a:pPr marL="342900" indent="-342900">
              <a:buFont typeface="Arial"/>
              <a:buChar char="•"/>
              <a:defRPr/>
            </a:pPr>
            <a:r>
              <a:rPr lang="en-US" sz="2000">
                <a:solidFill>
                  <a:srgbClr val="FFFF00"/>
                </a:solidFill>
              </a:rPr>
              <a:t>McCarthy – Stanford  (ES)</a:t>
            </a:r>
            <a:endParaRPr/>
          </a:p>
          <a:p>
            <a:pPr marL="342900" indent="-342900">
              <a:buFont typeface="Arial"/>
              <a:buChar char="•"/>
              <a:defRPr/>
            </a:pPr>
            <a:r>
              <a:rPr lang="en-US" sz="2000">
                <a:solidFill>
                  <a:srgbClr val="FFFF00"/>
                </a:solidFill>
              </a:rPr>
              <a:t>Minsky – MIT (NLP)</a:t>
            </a:r>
            <a:endParaRPr/>
          </a:p>
          <a:p>
            <a:pPr marL="342900" indent="-342900">
              <a:buFont typeface="Arial"/>
              <a:buChar char="•"/>
              <a:defRPr/>
            </a:pPr>
            <a:r>
              <a:rPr lang="en-US" sz="2000">
                <a:solidFill>
                  <a:srgbClr val="FFFF00"/>
                </a:solidFill>
              </a:rPr>
              <a:t>CMU – (Game/ES)</a:t>
            </a:r>
            <a:endParaRPr/>
          </a:p>
          <a:p>
            <a:pPr marL="342900" indent="-342900">
              <a:buFont typeface="Arial"/>
              <a:buChar char="•"/>
              <a:defRPr/>
            </a:pPr>
            <a:endParaRPr lang="en-US" sz="2000">
              <a:solidFill>
                <a:srgbClr val="FFFF00"/>
              </a:solidFill>
            </a:endParaRPr>
          </a:p>
          <a:p>
            <a:pPr marL="342900" indent="-342900">
              <a:buFont typeface="Arial"/>
              <a:buChar char="•"/>
              <a:defRPr/>
            </a:pPr>
            <a:endParaRPr lang="en-US" sz="2000">
              <a:solidFill>
                <a:srgbClr val="FFFF00"/>
              </a:solidFill>
            </a:endParaRPr>
          </a:p>
          <a:p>
            <a:pPr>
              <a:defRPr/>
            </a:pPr>
            <a:r>
              <a:rPr lang="en-US" sz="2000">
                <a:solidFill>
                  <a:srgbClr val="FFFF00"/>
                </a:solidFill>
              </a:rPr>
              <a:t>2 = 1.414….. (algebra)</a:t>
            </a:r>
            <a:endParaRPr/>
          </a:p>
          <a:p>
            <a:pPr>
              <a:defRPr/>
            </a:pPr>
            <a:r>
              <a:rPr lang="en-US" sz="2000">
                <a:solidFill>
                  <a:srgbClr val="FFFF00"/>
                </a:solidFill>
              </a:rPr>
              <a:t>         building with equal sides</a:t>
            </a:r>
            <a:endParaRPr/>
          </a:p>
          <a:p>
            <a:pPr>
              <a:defRPr/>
            </a:pPr>
            <a:endParaRPr lang="en-US" sz="2000">
              <a:solidFill>
                <a:srgbClr val="FFFF00"/>
              </a:solidFill>
            </a:endParaRPr>
          </a:p>
          <a:p>
            <a:pPr>
              <a:defRPr/>
            </a:pPr>
            <a:r>
              <a:rPr lang="en-US" sz="2000">
                <a:solidFill>
                  <a:srgbClr val="FFFF00"/>
                </a:solidFill>
              </a:rPr>
              <a:t>1/3 = 0.3333333</a:t>
            </a:r>
            <a:endParaRPr/>
          </a:p>
          <a:p>
            <a:pPr>
              <a:defRPr/>
            </a:pPr>
            <a:r>
              <a:rPr lang="en-US" sz="2000">
                <a:solidFill>
                  <a:srgbClr val="FFFF00"/>
                </a:solidFill>
              </a:rPr>
              <a:t>0/0 = 1   </a:t>
            </a:r>
            <a:r>
              <a:rPr lang="en-US" sz="2000">
                <a:solidFill>
                  <a:srgbClr val="FFFF00"/>
                </a:solidFill>
              </a:rPr>
              <a:t> 1x0 = 2x0  1=2</a:t>
            </a:r>
            <a:endParaRPr/>
          </a:p>
          <a:p>
            <a:pPr>
              <a:defRPr/>
            </a:pPr>
            <a:r>
              <a:rPr lang="en-US" sz="2000">
                <a:solidFill>
                  <a:srgbClr val="FFFF00"/>
                </a:solidFill>
              </a:rPr>
              <a:t>0/0 define limits, then calculus</a:t>
            </a:r>
            <a:endParaRPr/>
          </a:p>
          <a:p>
            <a:pPr>
              <a:defRPr/>
            </a:pPr>
            <a:endParaRPr lang="en-US" sz="2000">
              <a:solidFill>
                <a:srgbClr val="FFFF00"/>
              </a:solidFill>
            </a:endParaRPr>
          </a:p>
          <a:p>
            <a:pPr>
              <a:defRPr/>
            </a:pPr>
            <a:r>
              <a:rPr lang="en-US" sz="2000">
                <a:solidFill>
                  <a:srgbClr val="FFFF00"/>
                </a:solidFill>
              </a:rPr>
              <a:t>-1 </a:t>
            </a:r>
            <a:r>
              <a:rPr lang="en-US" sz="2000">
                <a:solidFill>
                  <a:srgbClr val="FFFF00"/>
                </a:solidFill>
              </a:rPr>
              <a:t> Complex numbers</a:t>
            </a:r>
            <a:endParaRPr lang="en-US" sz="2000"/>
          </a:p>
          <a:p>
            <a:pPr>
              <a:defRPr/>
            </a:pPr>
            <a:endParaRPr lang="en-US"/>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369408322" name="Title 1"/>
          <p:cNvSpPr>
            <a:spLocks noChangeArrowheads="1" noGrp="1"/>
          </p:cNvSpPr>
          <p:nvPr>
            <p:ph type="title"/>
          </p:nvPr>
        </p:nvSpPr>
        <p:spPr bwMode="auto"/>
        <p:txBody>
          <a:bodyPr/>
          <a:lstStyle/>
          <a:p>
            <a:pPr>
              <a:defRPr/>
            </a:pPr>
            <a:r>
              <a:rPr lang="en-US" b="1">
                <a:solidFill>
                  <a:srgbClr val="00B050"/>
                </a:solidFill>
              </a:rPr>
              <a:t>Assignment</a:t>
            </a:r>
            <a:endParaRPr/>
          </a:p>
        </p:txBody>
      </p:sp>
      <p:sp>
        <p:nvSpPr>
          <p:cNvPr id="1374844755" name="Content Placeholder 2"/>
          <p:cNvSpPr>
            <a:spLocks noChangeArrowheads="1" noGrp="1"/>
          </p:cNvSpPr>
          <p:nvPr>
            <p:ph idx="1"/>
          </p:nvPr>
        </p:nvSpPr>
        <p:spPr bwMode="auto">
          <a:xfrm>
            <a:off x="457200" y="1600200"/>
            <a:ext cx="8534400" cy="4530725"/>
          </a:xfrm>
        </p:spPr>
        <p:txBody>
          <a:bodyPr/>
          <a:lstStyle/>
          <a:p>
            <a:pPr>
              <a:defRPr/>
            </a:pPr>
            <a:r>
              <a:rPr lang="en-US">
                <a:solidFill>
                  <a:srgbClr val="3333FF"/>
                </a:solidFill>
              </a:rPr>
              <a:t>Develop an Expert System for a Local Application (health care, career guidance, legal advisory system, agriculture, transport,..)</a:t>
            </a:r>
            <a:endParaRPr/>
          </a:p>
          <a:p>
            <a:pPr lvl="1">
              <a:defRPr/>
            </a:pPr>
            <a:r>
              <a:rPr lang="en-US">
                <a:solidFill>
                  <a:srgbClr val="FF0000"/>
                </a:solidFill>
              </a:rPr>
              <a:t>Study applications of ES (Examples)</a:t>
            </a:r>
            <a:endParaRPr/>
          </a:p>
          <a:p>
            <a:pPr lvl="1">
              <a:defRPr/>
            </a:pPr>
            <a:r>
              <a:rPr lang="en-US">
                <a:solidFill>
                  <a:srgbClr val="FF0000"/>
                </a:solidFill>
              </a:rPr>
              <a:t>Tools for developing ES</a:t>
            </a:r>
            <a:endParaRPr/>
          </a:p>
          <a:p>
            <a:pPr>
              <a:defRPr/>
            </a:pPr>
            <a:endParaRPr lang="en-US"/>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848602832" name="Rectangle 2"/>
          <p:cNvSpPr>
            <a:spLocks noChangeArrowheads="1" noGrp="1"/>
          </p:cNvSpPr>
          <p:nvPr>
            <p:ph type="title"/>
          </p:nvPr>
        </p:nvSpPr>
        <p:spPr bwMode="auto"/>
        <p:txBody>
          <a:bodyPr/>
          <a:lstStyle/>
          <a:p>
            <a:pPr>
              <a:defRPr/>
            </a:pPr>
            <a:r>
              <a:rPr lang="en-US" sz="4400" b="1">
                <a:solidFill>
                  <a:srgbClr val="00B050"/>
                </a:solidFill>
              </a:rPr>
              <a:t>What are cognitive systems?</a:t>
            </a:r>
            <a:br>
              <a:rPr lang="en-US" sz="4400" b="1">
                <a:solidFill>
                  <a:srgbClr val="00B050"/>
                </a:solidFill>
              </a:rPr>
            </a:br>
            <a:endParaRPr lang="en-US" sz="4400" b="1">
              <a:solidFill>
                <a:srgbClr val="00B050"/>
              </a:solidFill>
            </a:endParaRPr>
          </a:p>
        </p:txBody>
      </p:sp>
      <p:sp>
        <p:nvSpPr>
          <p:cNvPr id="878998089" name="Rectangle 3"/>
          <p:cNvSpPr>
            <a:spLocks noChangeArrowheads="1" noGrp="1"/>
          </p:cNvSpPr>
          <p:nvPr>
            <p:ph type="body" idx="1"/>
          </p:nvPr>
        </p:nvSpPr>
        <p:spPr bwMode="auto">
          <a:xfrm>
            <a:off x="76200" y="1143000"/>
            <a:ext cx="9144000" cy="5181600"/>
          </a:xfrm>
        </p:spPr>
        <p:txBody>
          <a:bodyPr/>
          <a:lstStyle/>
          <a:p>
            <a:pPr>
              <a:defRPr/>
            </a:pPr>
            <a:r>
              <a:rPr lang="en-US" sz="2400">
                <a:solidFill>
                  <a:srgbClr val="0070C0"/>
                </a:solidFill>
              </a:rPr>
              <a:t>What does </a:t>
            </a:r>
            <a:r>
              <a:rPr lang="en-US" sz="2400">
                <a:solidFill>
                  <a:srgbClr val="0070C0"/>
                </a:solidFill>
                <a:highlight>
                  <a:srgbClr val="FFFF00"/>
                </a:highlight>
              </a:rPr>
              <a:t>Cognitive Science </a:t>
            </a:r>
            <a:r>
              <a:rPr lang="en-US" sz="2400">
                <a:solidFill>
                  <a:srgbClr val="0070C0"/>
                </a:solidFill>
              </a:rPr>
              <a:t>(CS) do?</a:t>
            </a:r>
            <a:endParaRPr/>
          </a:p>
          <a:p>
            <a:pPr>
              <a:defRPr/>
            </a:pPr>
            <a:r>
              <a:rPr lang="en-US" sz="2400">
                <a:solidFill>
                  <a:srgbClr val="FF0000"/>
                </a:solidFill>
              </a:rPr>
              <a:t>In simple terms, it is about the </a:t>
            </a:r>
            <a:r>
              <a:rPr lang="en-US" sz="2400">
                <a:solidFill>
                  <a:srgbClr val="FF0000"/>
                </a:solidFill>
                <a:highlight>
                  <a:srgbClr val="FFFF00"/>
                </a:highlight>
              </a:rPr>
              <a:t>study of the mind/brain</a:t>
            </a:r>
            <a:endParaRPr/>
          </a:p>
          <a:p>
            <a:pPr lvl="1">
              <a:defRPr/>
            </a:pPr>
            <a:r>
              <a:rPr lang="en-US" sz="2300">
                <a:solidFill>
                  <a:srgbClr val="0070C0"/>
                </a:solidFill>
              </a:rPr>
              <a:t>learning, thinking, perceiving, understanding, imagination, communication, problem-solving, creativity, intelligence, memory, walking, see, hear </a:t>
            </a:r>
            <a:endParaRPr lang="en-US" sz="2300">
              <a:solidFill>
                <a:srgbClr val="FF0000"/>
              </a:solidFill>
            </a:endParaRPr>
          </a:p>
          <a:p>
            <a:pPr>
              <a:defRPr/>
            </a:pPr>
            <a:r>
              <a:rPr lang="en-US" sz="2400">
                <a:solidFill>
                  <a:srgbClr val="FF0000"/>
                </a:solidFill>
              </a:rPr>
              <a:t>CS is </a:t>
            </a:r>
            <a:r>
              <a:rPr lang="en-US" sz="2400">
                <a:solidFill>
                  <a:srgbClr val="FF0000"/>
                </a:solidFill>
                <a:highlight>
                  <a:srgbClr val="FFFF00"/>
                </a:highlight>
              </a:rPr>
              <a:t>influenced by many subject areas</a:t>
            </a:r>
            <a:r>
              <a:rPr lang="en-US" sz="2400">
                <a:solidFill>
                  <a:srgbClr val="FF0000"/>
                </a:solidFill>
              </a:rPr>
              <a:t>:</a:t>
            </a:r>
            <a:endParaRPr lang="en-US" sz="2400">
              <a:solidFill>
                <a:srgbClr val="0066FF"/>
              </a:solidFill>
            </a:endParaRPr>
          </a:p>
          <a:p>
            <a:pPr lvl="1">
              <a:defRPr/>
            </a:pPr>
            <a:r>
              <a:rPr lang="en-US" sz="2300">
                <a:solidFill>
                  <a:srgbClr val="0070C0"/>
                </a:solidFill>
              </a:rPr>
              <a:t>Biology: study the </a:t>
            </a:r>
            <a:r>
              <a:rPr lang="en-US" sz="2300">
                <a:solidFill>
                  <a:srgbClr val="0070C0"/>
                </a:solidFill>
                <a:highlight>
                  <a:srgbClr val="FFFF00"/>
                </a:highlight>
              </a:rPr>
              <a:t>structure/function of the brain</a:t>
            </a:r>
            <a:endParaRPr/>
          </a:p>
          <a:p>
            <a:pPr lvl="1">
              <a:defRPr/>
            </a:pPr>
            <a:r>
              <a:rPr lang="en-US" sz="2300">
                <a:solidFill>
                  <a:srgbClr val="0070C0"/>
                </a:solidFill>
              </a:rPr>
              <a:t>Psychology: </a:t>
            </a:r>
            <a:r>
              <a:rPr lang="en-US" sz="2300">
                <a:solidFill>
                  <a:srgbClr val="0070C0"/>
                </a:solidFill>
                <a:highlight>
                  <a:srgbClr val="FFFF00"/>
                </a:highlight>
              </a:rPr>
              <a:t>behavior of people</a:t>
            </a:r>
            <a:r>
              <a:rPr lang="en-US" sz="2300">
                <a:solidFill>
                  <a:srgbClr val="0070C0"/>
                </a:solidFill>
              </a:rPr>
              <a:t>, anxiety, depression, </a:t>
            </a:r>
            <a:endParaRPr/>
          </a:p>
          <a:p>
            <a:pPr lvl="1">
              <a:defRPr/>
            </a:pPr>
            <a:r>
              <a:rPr lang="en-US" sz="2300">
                <a:solidFill>
                  <a:srgbClr val="0070C0"/>
                </a:solidFill>
              </a:rPr>
              <a:t>Artificial Intelligence: </a:t>
            </a:r>
            <a:r>
              <a:rPr lang="en-US" sz="2300">
                <a:solidFill>
                  <a:srgbClr val="0070C0"/>
                </a:solidFill>
                <a:highlight>
                  <a:srgbClr val="FFFF00"/>
                </a:highlight>
              </a:rPr>
              <a:t>to simulate cognition </a:t>
            </a:r>
            <a:r>
              <a:rPr lang="en-US" sz="2300">
                <a:solidFill>
                  <a:srgbClr val="0070C0"/>
                </a:solidFill>
              </a:rPr>
              <a:t>and to study</a:t>
            </a:r>
            <a:endParaRPr/>
          </a:p>
          <a:p>
            <a:pPr lvl="1">
              <a:defRPr/>
            </a:pPr>
            <a:r>
              <a:rPr lang="en-US" sz="2300">
                <a:solidFill>
                  <a:srgbClr val="0070C0"/>
                </a:solidFill>
              </a:rPr>
              <a:t>Philosophy: </a:t>
            </a:r>
            <a:r>
              <a:rPr lang="en-US" sz="2300">
                <a:solidFill>
                  <a:srgbClr val="0070C0"/>
                </a:solidFill>
                <a:highlight>
                  <a:srgbClr val="FFFF00"/>
                </a:highlight>
              </a:rPr>
              <a:t>identify cognitive features </a:t>
            </a:r>
            <a:r>
              <a:rPr lang="en-US" sz="2300">
                <a:solidFill>
                  <a:srgbClr val="0070C0"/>
                </a:solidFill>
              </a:rPr>
              <a:t>-cognition, learning, perception, mind/brain, memory, thinking, simulation, real </a:t>
            </a:r>
            <a:endParaRPr/>
          </a:p>
          <a:p>
            <a:pPr lvl="1">
              <a:defRPr/>
            </a:pPr>
            <a:r>
              <a:rPr lang="en-US" sz="2300">
                <a:solidFill>
                  <a:srgbClr val="0070C0"/>
                </a:solidFill>
              </a:rPr>
              <a:t>Neuroscience: </a:t>
            </a:r>
            <a:r>
              <a:rPr lang="en-US" sz="2300">
                <a:solidFill>
                  <a:srgbClr val="0070C0"/>
                </a:solidFill>
                <a:highlight>
                  <a:srgbClr val="FFFF00"/>
                </a:highlight>
              </a:rPr>
              <a:t>classify intelligence</a:t>
            </a:r>
            <a:r>
              <a:rPr lang="en-US" sz="2300">
                <a:solidFill>
                  <a:srgbClr val="0070C0"/>
                </a:solidFill>
              </a:rPr>
              <a:t> based on the left/right brains</a:t>
            </a:r>
            <a:endParaRPr/>
          </a:p>
          <a:p>
            <a:pPr lvl="1">
              <a:defRPr/>
            </a:pPr>
            <a:r>
              <a:rPr lang="en-US" sz="2300">
                <a:solidFill>
                  <a:srgbClr val="0070C0"/>
                </a:solidFill>
              </a:rPr>
              <a:t>Linguistics: </a:t>
            </a:r>
            <a:r>
              <a:rPr lang="en-US" sz="2300">
                <a:solidFill>
                  <a:srgbClr val="0070C0"/>
                </a:solidFill>
                <a:highlight>
                  <a:srgbClr val="FFFF00"/>
                </a:highlight>
              </a:rPr>
              <a:t>communication</a:t>
            </a:r>
            <a:r>
              <a:rPr lang="en-US" sz="2300">
                <a:solidFill>
                  <a:srgbClr val="0070C0"/>
                </a:solidFill>
              </a:rPr>
              <a:t>: human-human, human-machine, machine-machine, man-plants/animals</a:t>
            </a:r>
            <a:endParaRPr/>
          </a:p>
          <a:p>
            <a:pPr marL="0" indent="0">
              <a:buFont typeface="Wingdings"/>
              <a:buNone/>
              <a:defRPr/>
            </a:pPr>
            <a:endParaRPr lang="en-US" sz="2500">
              <a:solidFill>
                <a:srgbClr val="0070C0"/>
              </a:solidFill>
              <a:highlight>
                <a:srgbClr val="FFFF00"/>
              </a:highlight>
            </a:endParaRPr>
          </a:p>
          <a:p>
            <a:pPr marL="0" indent="0">
              <a:buFont typeface="Wingdings"/>
              <a:buNone/>
              <a:defRPr/>
            </a:pPr>
            <a:endParaRPr lang="en-US">
              <a:solidFill>
                <a:srgbClr val="0070C0"/>
              </a:solidFill>
            </a:endParaRPr>
          </a:p>
          <a:p>
            <a:pPr>
              <a:defRPr/>
            </a:pPr>
            <a:endParaRPr lang="en-US">
              <a:solidFill>
                <a:srgbClr val="0070C0"/>
              </a:solidFill>
            </a:endParaRPr>
          </a:p>
          <a:p>
            <a:pPr>
              <a:defRPr/>
            </a:pPr>
            <a:endParaRPr lang="en-US">
              <a:solidFill>
                <a:srgbClr val="993300"/>
              </a:solidFill>
            </a:endParaRPr>
          </a:p>
          <a:p>
            <a:pPr>
              <a:defRPr/>
            </a:pPr>
            <a:endParaRPr lang="en-US"/>
          </a:p>
          <a:p>
            <a:pPr>
              <a:defRPr/>
            </a:pPr>
            <a:endParaRPr lang="en-US"/>
          </a:p>
          <a:p>
            <a:pPr>
              <a:defRPr/>
            </a:pPr>
            <a:endParaRPr lang="en-US"/>
          </a:p>
        </p:txBody>
      </p:sp>
      <p:sp>
        <p:nvSpPr>
          <p:cNvPr id="51162281" name="TextBox 1"/>
          <p:cNvSpPr txBox="1">
            <a:spLocks noChangeArrowheads="1"/>
          </p:cNvSpPr>
          <p:nvPr/>
        </p:nvSpPr>
        <p:spPr bwMode="auto">
          <a:xfrm>
            <a:off x="9601200" y="533400"/>
            <a:ext cx="184731" cy="800219"/>
          </a:xfrm>
          <a:prstGeom prst="rect">
            <a:avLst/>
          </a:prstGeom>
          <a:noFill/>
          <a:ln>
            <a:noFill/>
          </a:ln>
        </p:spPr>
        <p:txBody>
          <a:bodyPr wrap="none">
            <a:spAutoFit/>
          </a:bodyPr>
          <a:lstStyle>
            <a:lvl1pPr>
              <a:defRPr sz="2400">
                <a:solidFill>
                  <a:schemeClr val="tx1"/>
                </a:solidFill>
                <a:latin typeface="Arial"/>
              </a:defRPr>
            </a:lvl1pPr>
            <a:lvl2pPr marL="742950" indent="-285750">
              <a:defRPr sz="2400">
                <a:solidFill>
                  <a:schemeClr val="tx1"/>
                </a:solidFill>
                <a:latin typeface="Arial"/>
              </a:defRPr>
            </a:lvl2pPr>
            <a:lvl3pPr marL="1143000" indent="-228600">
              <a:defRPr sz="2400">
                <a:solidFill>
                  <a:schemeClr val="tx1"/>
                </a:solidFill>
                <a:latin typeface="Arial"/>
              </a:defRPr>
            </a:lvl3pPr>
            <a:lvl4pPr marL="1600200" indent="-228600">
              <a:defRPr sz="2400">
                <a:solidFill>
                  <a:schemeClr val="tx1"/>
                </a:solidFill>
                <a:latin typeface="Arial"/>
              </a:defRPr>
            </a:lvl4pPr>
            <a:lvl5pPr marL="2057400" indent="-228600">
              <a:defRPr sz="2400">
                <a:solidFill>
                  <a:schemeClr val="tx1"/>
                </a:solidFill>
                <a:latin typeface="Arial"/>
              </a:defRPr>
            </a:lvl5pPr>
            <a:lvl6pPr marL="2514600" indent="-228600">
              <a:spcBef>
                <a:spcPts val="0"/>
              </a:spcBef>
              <a:spcAft>
                <a:spcPts val="0"/>
              </a:spcAft>
              <a:defRPr sz="2400">
                <a:solidFill>
                  <a:schemeClr val="tx1"/>
                </a:solidFill>
                <a:latin typeface="Arial"/>
              </a:defRPr>
            </a:lvl6pPr>
            <a:lvl7pPr marL="2971800" indent="-228600">
              <a:spcBef>
                <a:spcPts val="0"/>
              </a:spcBef>
              <a:spcAft>
                <a:spcPts val="0"/>
              </a:spcAft>
              <a:defRPr sz="2400">
                <a:solidFill>
                  <a:schemeClr val="tx1"/>
                </a:solidFill>
                <a:latin typeface="Arial"/>
              </a:defRPr>
            </a:lvl7pPr>
            <a:lvl8pPr marL="3429000" indent="-228600">
              <a:spcBef>
                <a:spcPts val="0"/>
              </a:spcBef>
              <a:spcAft>
                <a:spcPts val="0"/>
              </a:spcAft>
              <a:defRPr sz="2400">
                <a:solidFill>
                  <a:schemeClr val="tx1"/>
                </a:solidFill>
                <a:latin typeface="Arial"/>
              </a:defRPr>
            </a:lvl8pPr>
            <a:lvl9pPr marL="3886200" indent="-228600">
              <a:spcBef>
                <a:spcPts val="0"/>
              </a:spcBef>
              <a:spcAft>
                <a:spcPts val="0"/>
              </a:spcAft>
              <a:defRPr sz="2400">
                <a:solidFill>
                  <a:schemeClr val="tx1"/>
                </a:solidFill>
                <a:latin typeface="Arial"/>
              </a:defRPr>
            </a:lvl9pPr>
          </a:lstStyle>
          <a:p>
            <a:pPr>
              <a:defRPr/>
            </a:pPr>
            <a:endParaRPr lang="en-US" sz="2200">
              <a:solidFill>
                <a:srgbClr val="FFFF00"/>
              </a:solidFill>
            </a:endParaRPr>
          </a:p>
          <a:p>
            <a:pPr>
              <a:defRPr/>
            </a:pPr>
            <a:endParaRPr lang="en-US"/>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963621510" name="Title 1"/>
          <p:cNvSpPr>
            <a:spLocks noChangeArrowheads="1" noGrp="1"/>
          </p:cNvSpPr>
          <p:nvPr>
            <p:ph type="title"/>
          </p:nvPr>
        </p:nvSpPr>
        <p:spPr bwMode="auto"/>
        <p:txBody>
          <a:bodyPr/>
          <a:lstStyle/>
          <a:p>
            <a:pPr>
              <a:defRPr/>
            </a:pPr>
            <a:r>
              <a:rPr lang="en-US" b="1">
                <a:solidFill>
                  <a:srgbClr val="00B050"/>
                </a:solidFill>
              </a:rPr>
              <a:t>Exercise 1</a:t>
            </a:r>
            <a:endParaRPr/>
          </a:p>
        </p:txBody>
      </p:sp>
      <p:sp>
        <p:nvSpPr>
          <p:cNvPr id="950714462" name="Content Placeholder 2"/>
          <p:cNvSpPr>
            <a:spLocks noChangeArrowheads="1" noGrp="1"/>
          </p:cNvSpPr>
          <p:nvPr>
            <p:ph idx="1"/>
          </p:nvPr>
        </p:nvSpPr>
        <p:spPr bwMode="auto">
          <a:xfrm>
            <a:off x="457200" y="1600200"/>
            <a:ext cx="8534400" cy="4530725"/>
          </a:xfrm>
        </p:spPr>
        <p:txBody>
          <a:bodyPr/>
          <a:lstStyle/>
          <a:p>
            <a:pPr>
              <a:defRPr/>
            </a:pPr>
            <a:r>
              <a:rPr lang="en-US">
                <a:solidFill>
                  <a:srgbClr val="3333FF"/>
                </a:solidFill>
              </a:rPr>
              <a:t>Would that be fair to say that cognitive science can be confined to symbolic-AI? Justify</a:t>
            </a:r>
            <a:endParaRPr/>
          </a:p>
          <a:p>
            <a:pPr lvl="1" algn="just">
              <a:defRPr/>
            </a:pPr>
            <a:r>
              <a:rPr lang="en-US">
                <a:solidFill>
                  <a:srgbClr val="3333FF"/>
                </a:solidFill>
              </a:rPr>
              <a:t>NO – Symbolic AI is limited to the cognitive. Performance of the left brain. But human cognition operates in both the left (symbolic) and right (training) brain. Some cognitive features (problem-solving, games, communication) operate in both brains</a:t>
            </a:r>
            <a:endParaRPr/>
          </a:p>
          <a:p>
            <a:pPr lvl="1">
              <a:defRPr/>
            </a:pPr>
            <a:endParaRPr lang="en-US">
              <a:solidFill>
                <a:srgbClr val="3333FF"/>
              </a:solidFill>
            </a:endParaRPr>
          </a:p>
          <a:p>
            <a:pPr lvl="1">
              <a:defRPr/>
            </a:pPr>
            <a:endParaRPr lang="en-US">
              <a:solidFill>
                <a:srgbClr val="3333FF"/>
              </a:solidFill>
            </a:endParaRPr>
          </a:p>
          <a:p>
            <a:pPr>
              <a:defRPr/>
            </a:pPr>
            <a:endParaRPr lang="en-US">
              <a:solidFill>
                <a:srgbClr val="3333FF"/>
              </a:solidFil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327122645" name="Title 1"/>
          <p:cNvSpPr>
            <a:spLocks noChangeArrowheads="1" noGrp="1"/>
          </p:cNvSpPr>
          <p:nvPr>
            <p:ph type="title"/>
          </p:nvPr>
        </p:nvSpPr>
        <p:spPr bwMode="auto">
          <a:xfrm>
            <a:off x="457200" y="228600"/>
            <a:ext cx="8763000" cy="609600"/>
          </a:xfrm>
        </p:spPr>
        <p:txBody>
          <a:bodyPr/>
          <a:lstStyle/>
          <a:p>
            <a:pPr>
              <a:defRPr/>
            </a:pPr>
            <a:r>
              <a:rPr lang="en-US" sz="3800" b="1">
                <a:solidFill>
                  <a:srgbClr val="00B050"/>
                </a:solidFill>
              </a:rPr>
              <a:t>What are Cognitive (Intelligent) Tasks?</a:t>
            </a:r>
            <a:endParaRPr/>
          </a:p>
        </p:txBody>
      </p:sp>
      <p:sp>
        <p:nvSpPr>
          <p:cNvPr id="1872956827" name="Content Placeholder 2"/>
          <p:cNvSpPr>
            <a:spLocks noChangeArrowheads="1" noGrp="1"/>
          </p:cNvSpPr>
          <p:nvPr>
            <p:ph idx="1"/>
          </p:nvPr>
        </p:nvSpPr>
        <p:spPr bwMode="auto">
          <a:xfrm>
            <a:off x="0" y="1066800"/>
            <a:ext cx="9220200" cy="5084763"/>
          </a:xfrm>
        </p:spPr>
        <p:txBody>
          <a:bodyPr/>
          <a:lstStyle/>
          <a:p>
            <a:pPr>
              <a:defRPr/>
            </a:pPr>
            <a:r>
              <a:rPr lang="en-US" sz="2300">
                <a:solidFill>
                  <a:srgbClr val="FF0000"/>
                </a:solidFill>
              </a:rPr>
              <a:t>Learning (non-symbolic?)</a:t>
            </a:r>
            <a:endParaRPr/>
          </a:p>
          <a:p>
            <a:pPr>
              <a:defRPr/>
            </a:pPr>
            <a:r>
              <a:rPr lang="en-US" sz="2300">
                <a:solidFill>
                  <a:srgbClr val="3333FF"/>
                </a:solidFill>
              </a:rPr>
              <a:t>Thinking (past, present, future)                        </a:t>
            </a:r>
            <a:endParaRPr/>
          </a:p>
          <a:p>
            <a:pPr>
              <a:defRPr/>
            </a:pPr>
            <a:r>
              <a:rPr lang="en-US" sz="2300">
                <a:solidFill>
                  <a:srgbClr val="FF0000"/>
                </a:solidFill>
              </a:rPr>
              <a:t> Problem-solving </a:t>
            </a:r>
            <a:endParaRPr/>
          </a:p>
          <a:p>
            <a:pPr>
              <a:defRPr/>
            </a:pPr>
            <a:r>
              <a:rPr lang="en-US" sz="2300">
                <a:solidFill>
                  <a:srgbClr val="3333FF"/>
                </a:solidFill>
              </a:rPr>
              <a:t>Retention (memory – basis for understanding as well)</a:t>
            </a:r>
            <a:endParaRPr/>
          </a:p>
          <a:p>
            <a:pPr>
              <a:defRPr/>
            </a:pPr>
            <a:r>
              <a:rPr lang="en-US" sz="2300">
                <a:solidFill>
                  <a:srgbClr val="FF0000"/>
                </a:solidFill>
              </a:rPr>
              <a:t>Attention (locating the contact)</a:t>
            </a:r>
            <a:endParaRPr/>
          </a:p>
          <a:p>
            <a:pPr>
              <a:defRPr/>
            </a:pPr>
            <a:r>
              <a:rPr lang="en-US" sz="2300">
                <a:solidFill>
                  <a:srgbClr val="3333FF"/>
                </a:solidFill>
                <a:highlight>
                  <a:srgbClr val="FFFF00"/>
                </a:highlight>
              </a:rPr>
              <a:t>Mindfulness</a:t>
            </a:r>
            <a:r>
              <a:rPr lang="en-US" sz="2300">
                <a:solidFill>
                  <a:srgbClr val="3333FF"/>
                </a:solidFill>
              </a:rPr>
              <a:t> (</a:t>
            </a:r>
            <a:r>
              <a:rPr lang="en-US" sz="2300" u="sng">
                <a:solidFill>
                  <a:srgbClr val="3333FF"/>
                </a:solidFill>
                <a:highlight>
                  <a:srgbClr val="FFFF00"/>
                </a:highlight>
              </a:rPr>
              <a:t>Awareness - </a:t>
            </a:r>
            <a:r>
              <a:rPr lang="si-LK" sz="2300" u="sng">
                <a:solidFill>
                  <a:srgbClr val="3333FF"/>
                </a:solidFill>
                <a:highlight>
                  <a:srgbClr val="FFFF00"/>
                </a:highlight>
              </a:rPr>
              <a:t>දැනුවත් බව)</a:t>
            </a:r>
            <a:endParaRPr lang="en-US" sz="2300">
              <a:solidFill>
                <a:srgbClr val="3333FF"/>
              </a:solidFill>
            </a:endParaRPr>
          </a:p>
          <a:p>
            <a:pPr>
              <a:defRPr/>
            </a:pPr>
            <a:r>
              <a:rPr lang="en-US" sz="2300">
                <a:solidFill>
                  <a:srgbClr val="FF0000"/>
                </a:solidFill>
              </a:rPr>
              <a:t>Imagination (power for research)</a:t>
            </a:r>
            <a:endParaRPr/>
          </a:p>
          <a:p>
            <a:pPr>
              <a:defRPr/>
            </a:pPr>
            <a:r>
              <a:rPr lang="en-US" sz="2300">
                <a:solidFill>
                  <a:srgbClr val="0070C0"/>
                </a:solidFill>
                <a:highlight>
                  <a:srgbClr val="FFFF00"/>
                </a:highlight>
              </a:rPr>
              <a:t>Understanding</a:t>
            </a:r>
            <a:r>
              <a:rPr lang="en-US" sz="2300">
                <a:solidFill>
                  <a:srgbClr val="0070C0"/>
                </a:solidFill>
              </a:rPr>
              <a:t> (listening/reading/observation/doing/thinking)</a:t>
            </a:r>
            <a:endParaRPr/>
          </a:p>
          <a:p>
            <a:pPr>
              <a:defRPr/>
            </a:pPr>
            <a:r>
              <a:rPr lang="en-US" sz="2300">
                <a:solidFill>
                  <a:srgbClr val="FF0000"/>
                </a:solidFill>
              </a:rPr>
              <a:t>Perception</a:t>
            </a:r>
            <a:endParaRPr/>
          </a:p>
          <a:p>
            <a:pPr>
              <a:defRPr/>
            </a:pPr>
            <a:r>
              <a:rPr lang="en-US" sz="2300">
                <a:solidFill>
                  <a:srgbClr val="0070C0"/>
                </a:solidFill>
              </a:rPr>
              <a:t>Communication</a:t>
            </a:r>
            <a:r>
              <a:rPr lang="en-US" sz="2300">
                <a:solidFill>
                  <a:srgbClr val="FF0000"/>
                </a:solidFill>
              </a:rPr>
              <a:t> </a:t>
            </a:r>
            <a:endParaRPr/>
          </a:p>
          <a:p>
            <a:pPr>
              <a:defRPr/>
            </a:pPr>
            <a:r>
              <a:rPr lang="en-US" sz="2300">
                <a:solidFill>
                  <a:srgbClr val="FF0000"/>
                </a:solidFill>
              </a:rPr>
              <a:t>Ray Kurzweil has predicted new </a:t>
            </a:r>
            <a:r>
              <a:rPr lang="en-US" sz="2300">
                <a:solidFill>
                  <a:srgbClr val="FF0000"/>
                </a:solidFill>
                <a:highlight>
                  <a:srgbClr val="FFFF00"/>
                </a:highlight>
              </a:rPr>
              <a:t>cognitive features</a:t>
            </a:r>
            <a:r>
              <a:rPr lang="en-US" sz="2300">
                <a:solidFill>
                  <a:srgbClr val="FF0000"/>
                </a:solidFill>
              </a:rPr>
              <a:t> (</a:t>
            </a:r>
            <a:r>
              <a:rPr lang="si-LK" sz="2300">
                <a:solidFill>
                  <a:srgbClr val="FF0000"/>
                </a:solidFill>
                <a:highlight>
                  <a:srgbClr val="FFFF00"/>
                </a:highlight>
              </a:rPr>
              <a:t>ධ්‍යාන</a:t>
            </a:r>
            <a:r>
              <a:rPr lang="si-LK" sz="2300">
                <a:solidFill>
                  <a:srgbClr val="FF0000"/>
                </a:solidFill>
              </a:rPr>
              <a:t>)</a:t>
            </a:r>
            <a:r>
              <a:rPr lang="en-US" sz="2300">
                <a:solidFill>
                  <a:srgbClr val="FF0000"/>
                </a:solidFill>
              </a:rPr>
              <a:t> and their operational areas in the brain will be identified in 2045</a:t>
            </a:r>
            <a:endParaRPr lang="si-LK" sz="2300">
              <a:solidFill>
                <a:srgbClr val="FF0000"/>
              </a:solidFill>
            </a:endParaRPr>
          </a:p>
          <a:p>
            <a:pPr>
              <a:defRPr/>
            </a:pPr>
            <a:r>
              <a:rPr lang="en-US" sz="2300">
                <a:solidFill>
                  <a:srgbClr val="0070C0"/>
                </a:solidFill>
              </a:rPr>
              <a:t>Historicallt</a:t>
            </a:r>
            <a:r>
              <a:rPr lang="en-US" sz="2300">
                <a:solidFill>
                  <a:srgbClr val="0070C0"/>
                </a:solidFill>
              </a:rPr>
              <a:t> people use </a:t>
            </a:r>
            <a:r>
              <a:rPr lang="si-LK" sz="2300">
                <a:solidFill>
                  <a:srgbClr val="0070C0"/>
                </a:solidFill>
              </a:rPr>
              <a:t>ධ්‍යාන </a:t>
            </a:r>
            <a:r>
              <a:rPr lang="en-US" sz="2300">
                <a:solidFill>
                  <a:srgbClr val="0070C0"/>
                </a:solidFill>
              </a:rPr>
              <a:t>to solve problems. Those who cannot do so (No </a:t>
            </a:r>
            <a:r>
              <a:rPr lang="si-LK" sz="2300">
                <a:solidFill>
                  <a:srgbClr val="0070C0"/>
                </a:solidFill>
              </a:rPr>
              <a:t>ධ්‍යාන</a:t>
            </a:r>
            <a:r>
              <a:rPr lang="en-US" sz="2300">
                <a:solidFill>
                  <a:srgbClr val="0070C0"/>
                </a:solidFill>
              </a:rPr>
              <a:t>) introduce (</a:t>
            </a:r>
            <a:r>
              <a:rPr lang="si-LK" sz="2300">
                <a:solidFill>
                  <a:srgbClr val="0070C0"/>
                </a:solidFill>
                <a:highlight>
                  <a:srgbClr val="FFFF00"/>
                </a:highlight>
              </a:rPr>
              <a:t>අධ්‍යාපනය</a:t>
            </a:r>
            <a:r>
              <a:rPr lang="si-LK" sz="2300">
                <a:solidFill>
                  <a:srgbClr val="0070C0"/>
                </a:solidFill>
              </a:rPr>
              <a:t>)</a:t>
            </a:r>
            <a:endParaRPr lang="en-US" sz="2300">
              <a:solidFill>
                <a:srgbClr val="0070C0"/>
              </a:solidFill>
            </a:endParaRPr>
          </a:p>
          <a:p>
            <a:pPr>
              <a:defRPr/>
            </a:pPr>
            <a:endParaRPr lang="en-US" sz="2300">
              <a:solidFill>
                <a:srgbClr val="FF0000"/>
              </a:solidFill>
            </a:endParaRPr>
          </a:p>
          <a:p>
            <a:pPr marL="0" indent="0">
              <a:buFont typeface="Wingdings"/>
              <a:buNone/>
              <a:defRPr/>
            </a:pPr>
            <a:endParaRPr lang="en-US"/>
          </a:p>
        </p:txBody>
      </p:sp>
      <p:sp>
        <p:nvSpPr>
          <p:cNvPr id="475472347" name="TextBox 1"/>
          <p:cNvSpPr txBox="1">
            <a:spLocks noChangeArrowheads="1"/>
          </p:cNvSpPr>
          <p:nvPr/>
        </p:nvSpPr>
        <p:spPr bwMode="auto">
          <a:xfrm>
            <a:off x="9448799" y="1676400"/>
            <a:ext cx="3823483" cy="3477875"/>
          </a:xfrm>
          <a:prstGeom prst="rect">
            <a:avLst/>
          </a:prstGeom>
          <a:noFill/>
          <a:ln>
            <a:noFill/>
          </a:ln>
        </p:spPr>
        <p:txBody>
          <a:bodyPr wrap="none">
            <a:spAutoFit/>
          </a:bodyPr>
          <a:lstStyle>
            <a:lvl1pPr>
              <a:defRPr sz="2400">
                <a:solidFill>
                  <a:schemeClr val="tx1"/>
                </a:solidFill>
                <a:latin typeface="Arial"/>
              </a:defRPr>
            </a:lvl1pPr>
            <a:lvl2pPr marL="742950" indent="-285750">
              <a:defRPr sz="2400">
                <a:solidFill>
                  <a:schemeClr val="tx1"/>
                </a:solidFill>
                <a:latin typeface="Arial"/>
              </a:defRPr>
            </a:lvl2pPr>
            <a:lvl3pPr marL="1143000" indent="-228600">
              <a:defRPr sz="2400">
                <a:solidFill>
                  <a:schemeClr val="tx1"/>
                </a:solidFill>
                <a:latin typeface="Arial"/>
              </a:defRPr>
            </a:lvl3pPr>
            <a:lvl4pPr marL="1600200" indent="-228600">
              <a:defRPr sz="2400">
                <a:solidFill>
                  <a:schemeClr val="tx1"/>
                </a:solidFill>
                <a:latin typeface="Arial"/>
              </a:defRPr>
            </a:lvl4pPr>
            <a:lvl5pPr marL="2057400" indent="-228600">
              <a:defRPr sz="2400">
                <a:solidFill>
                  <a:schemeClr val="tx1"/>
                </a:solidFill>
                <a:latin typeface="Arial"/>
              </a:defRPr>
            </a:lvl5pPr>
            <a:lvl6pPr marL="2514600" indent="-228600">
              <a:spcBef>
                <a:spcPts val="0"/>
              </a:spcBef>
              <a:spcAft>
                <a:spcPts val="0"/>
              </a:spcAft>
              <a:defRPr sz="2400">
                <a:solidFill>
                  <a:schemeClr val="tx1"/>
                </a:solidFill>
                <a:latin typeface="Arial"/>
              </a:defRPr>
            </a:lvl6pPr>
            <a:lvl7pPr marL="2971800" indent="-228600">
              <a:spcBef>
                <a:spcPts val="0"/>
              </a:spcBef>
              <a:spcAft>
                <a:spcPts val="0"/>
              </a:spcAft>
              <a:defRPr sz="2400">
                <a:solidFill>
                  <a:schemeClr val="tx1"/>
                </a:solidFill>
                <a:latin typeface="Arial"/>
              </a:defRPr>
            </a:lvl7pPr>
            <a:lvl8pPr marL="3429000" indent="-228600">
              <a:spcBef>
                <a:spcPts val="0"/>
              </a:spcBef>
              <a:spcAft>
                <a:spcPts val="0"/>
              </a:spcAft>
              <a:defRPr sz="2400">
                <a:solidFill>
                  <a:schemeClr val="tx1"/>
                </a:solidFill>
                <a:latin typeface="Arial"/>
              </a:defRPr>
            </a:lvl8pPr>
            <a:lvl9pPr marL="3886200" indent="-228600">
              <a:spcBef>
                <a:spcPts val="0"/>
              </a:spcBef>
              <a:spcAft>
                <a:spcPts val="0"/>
              </a:spcAft>
              <a:defRPr sz="2400">
                <a:solidFill>
                  <a:schemeClr val="tx1"/>
                </a:solidFill>
                <a:latin typeface="Arial"/>
              </a:defRPr>
            </a:lvl9pPr>
          </a:lstStyle>
          <a:p>
            <a:pPr>
              <a:defRPr/>
            </a:pPr>
            <a:r>
              <a:rPr lang="en-US" sz="2000">
                <a:solidFill>
                  <a:srgbClr val="FFFF00"/>
                </a:solidFill>
              </a:rPr>
              <a:t>Western education</a:t>
            </a:r>
            <a:endParaRPr/>
          </a:p>
          <a:p>
            <a:pPr>
              <a:defRPr/>
            </a:pPr>
            <a:r>
              <a:rPr lang="en-US" sz="2000">
                <a:solidFill>
                  <a:srgbClr val="FFFF00"/>
                </a:solidFill>
              </a:rPr>
              <a:t>   -prepare the student for </a:t>
            </a:r>
            <a:endParaRPr/>
          </a:p>
          <a:p>
            <a:pPr>
              <a:defRPr/>
            </a:pPr>
            <a:r>
              <a:rPr lang="en-US" sz="2000">
                <a:solidFill>
                  <a:srgbClr val="FFFF00"/>
                </a:solidFill>
              </a:rPr>
              <a:t>    the set of questions</a:t>
            </a:r>
            <a:endParaRPr/>
          </a:p>
          <a:p>
            <a:pPr>
              <a:defRPr/>
            </a:pPr>
            <a:endParaRPr lang="en-US" sz="2000">
              <a:solidFill>
                <a:srgbClr val="FFFF00"/>
              </a:solidFill>
            </a:endParaRPr>
          </a:p>
          <a:p>
            <a:pPr>
              <a:defRPr/>
            </a:pPr>
            <a:r>
              <a:rPr lang="en-US" sz="2000">
                <a:solidFill>
                  <a:srgbClr val="FFFF00"/>
                </a:solidFill>
              </a:rPr>
              <a:t>Norway, Sweden, Finland, </a:t>
            </a:r>
            <a:endParaRPr/>
          </a:p>
          <a:p>
            <a:pPr>
              <a:defRPr/>
            </a:pPr>
            <a:r>
              <a:rPr lang="en-US" sz="2000">
                <a:solidFill>
                  <a:srgbClr val="FFFF00"/>
                </a:solidFill>
              </a:rPr>
              <a:t>Netherlands, Israel education</a:t>
            </a:r>
            <a:endParaRPr/>
          </a:p>
          <a:p>
            <a:pPr>
              <a:defRPr/>
            </a:pPr>
            <a:r>
              <a:rPr lang="en-US" sz="2000">
                <a:solidFill>
                  <a:srgbClr val="FFFF00"/>
                </a:solidFill>
              </a:rPr>
              <a:t>    build students with</a:t>
            </a:r>
            <a:endParaRPr/>
          </a:p>
          <a:p>
            <a:pPr>
              <a:defRPr/>
            </a:pPr>
            <a:r>
              <a:rPr lang="en-US" sz="2000">
                <a:solidFill>
                  <a:srgbClr val="FFFF00"/>
                </a:solidFill>
              </a:rPr>
              <a:t>   the capacity to solve problems</a:t>
            </a:r>
            <a:endParaRPr/>
          </a:p>
          <a:p>
            <a:pPr>
              <a:defRPr/>
            </a:pPr>
            <a:endParaRPr lang="en-US" sz="2000">
              <a:solidFill>
                <a:srgbClr val="FFFF00"/>
              </a:solidFill>
            </a:endParaRPr>
          </a:p>
          <a:p>
            <a:pPr>
              <a:defRPr/>
            </a:pPr>
            <a:endParaRPr lang="en-US" sz="2000">
              <a:solidFill>
                <a:srgbClr val="FFFF00"/>
              </a:solidFill>
            </a:endParaRPr>
          </a:p>
          <a:p>
            <a:pPr>
              <a:defRPr/>
            </a:pPr>
            <a:r>
              <a:rPr lang="en-US" sz="2000">
                <a:solidFill>
                  <a:srgbClr val="FFFF00"/>
                </a:solidFill>
              </a:rPr>
              <a:t>10^3 + 9^3 = 1729 = 12^3 +1^3 </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098684064" name="Title 1"/>
          <p:cNvSpPr>
            <a:spLocks noChangeArrowheads="1" noGrp="1"/>
          </p:cNvSpPr>
          <p:nvPr>
            <p:ph type="title"/>
          </p:nvPr>
        </p:nvSpPr>
        <p:spPr bwMode="auto">
          <a:xfrm>
            <a:off x="457200" y="268288"/>
            <a:ext cx="8229600" cy="1139825"/>
          </a:xfrm>
        </p:spPr>
        <p:txBody>
          <a:bodyPr/>
          <a:lstStyle/>
          <a:p>
            <a:pPr>
              <a:defRPr/>
            </a:pPr>
            <a:r>
              <a:rPr lang="en-US" b="1">
                <a:solidFill>
                  <a:srgbClr val="00B050"/>
                </a:solidFill>
              </a:rPr>
              <a:t>Neuroscience of the Brain</a:t>
            </a:r>
            <a:endParaRPr/>
          </a:p>
        </p:txBody>
      </p:sp>
      <p:sp>
        <p:nvSpPr>
          <p:cNvPr id="1105060508" name="Content Placeholder 2"/>
          <p:cNvSpPr>
            <a:spLocks noChangeArrowheads="1" noGrp="1"/>
          </p:cNvSpPr>
          <p:nvPr>
            <p:ph idx="1"/>
          </p:nvPr>
        </p:nvSpPr>
        <p:spPr bwMode="auto">
          <a:xfrm>
            <a:off x="0" y="1143000"/>
            <a:ext cx="8991600" cy="4953000"/>
          </a:xfrm>
        </p:spPr>
        <p:txBody>
          <a:bodyPr/>
          <a:lstStyle/>
          <a:p>
            <a:pPr>
              <a:defRPr/>
            </a:pPr>
            <a:r>
              <a:rPr lang="en-US" sz="2600">
                <a:solidFill>
                  <a:srgbClr val="FF0000"/>
                </a:solidFill>
              </a:rPr>
              <a:t>AI community appreciates NS very much because NS allows identifying basic </a:t>
            </a:r>
            <a:r>
              <a:rPr lang="en-US" sz="2600">
                <a:solidFill>
                  <a:srgbClr val="FF0000"/>
                </a:solidFill>
                <a:highlight>
                  <a:srgbClr val="FFFF00"/>
                </a:highlight>
              </a:rPr>
              <a:t>forms of intelligence </a:t>
            </a:r>
            <a:r>
              <a:rPr lang="en-US" sz="2600">
                <a:solidFill>
                  <a:srgbClr val="FF0000"/>
                </a:solidFill>
              </a:rPr>
              <a:t>(logic/rule-based, training-based intelligence) </a:t>
            </a:r>
            <a:endParaRPr/>
          </a:p>
          <a:p>
            <a:pPr>
              <a:defRPr/>
            </a:pPr>
            <a:r>
              <a:rPr lang="en-US" sz="2600">
                <a:solidFill>
                  <a:srgbClr val="0070C0"/>
                </a:solidFill>
              </a:rPr>
              <a:t>NS discovered that Neurons in a functioning </a:t>
            </a:r>
            <a:r>
              <a:rPr lang="en-US" sz="2600">
                <a:solidFill>
                  <a:srgbClr val="0070C0"/>
                </a:solidFill>
                <a:highlight>
                  <a:srgbClr val="FFFF00"/>
                </a:highlight>
              </a:rPr>
              <a:t>brain emit electrical signals</a:t>
            </a:r>
            <a:r>
              <a:rPr lang="en-US" sz="2600">
                <a:solidFill>
                  <a:srgbClr val="0070C0"/>
                </a:solidFill>
              </a:rPr>
              <a:t>(Richard, 1875), EEG</a:t>
            </a:r>
            <a:endParaRPr lang="si-LK" sz="2600">
              <a:solidFill>
                <a:srgbClr val="0070C0"/>
              </a:solidFill>
            </a:endParaRPr>
          </a:p>
          <a:p>
            <a:pPr>
              <a:defRPr/>
            </a:pPr>
            <a:r>
              <a:rPr lang="en-US" sz="2600">
                <a:solidFill>
                  <a:srgbClr val="0070C0"/>
                </a:solidFill>
              </a:rPr>
              <a:t> Nowadays, it is found that the brain areas can be externally stimulated by electrical signals to wake up certain cognitive skills</a:t>
            </a:r>
            <a:endParaRPr/>
          </a:p>
          <a:p>
            <a:pPr>
              <a:defRPr/>
            </a:pPr>
            <a:r>
              <a:rPr lang="en-US" sz="2600">
                <a:solidFill>
                  <a:srgbClr val="0070C0"/>
                </a:solidFill>
              </a:rPr>
              <a:t>Later, NS discovered that Neurons in other organs, hands, lungs, and legs also emit electrical signals when they function</a:t>
            </a:r>
            <a:endParaRPr/>
          </a:p>
          <a:p>
            <a:pPr>
              <a:defRPr/>
            </a:pPr>
            <a:r>
              <a:rPr lang="en-US" sz="2600">
                <a:solidFill>
                  <a:srgbClr val="FF0000"/>
                </a:solidFill>
              </a:rPr>
              <a:t>Different locations of the brain are responsible for emitting electrical signals for different tasks</a:t>
            </a:r>
            <a:endParaRPr/>
          </a:p>
          <a:p>
            <a:pPr>
              <a:buFont typeface="Arial"/>
              <a:buNone/>
              <a:defRPr/>
            </a:pPr>
            <a:endParaRPr lang="en-US" sz="2800"/>
          </a:p>
          <a:p>
            <a:pPr>
              <a:defRPr/>
            </a:pPr>
            <a:endParaRPr lang="en-US" sz="2800"/>
          </a:p>
          <a:p>
            <a:pPr>
              <a:defRPr/>
            </a:pPr>
            <a:endParaRPr lang="en-US"/>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518315582" name="Title 1"/>
          <p:cNvSpPr>
            <a:spLocks noChangeArrowheads="1" noGrp="1"/>
          </p:cNvSpPr>
          <p:nvPr>
            <p:ph type="title"/>
          </p:nvPr>
        </p:nvSpPr>
        <p:spPr bwMode="auto"/>
        <p:txBody>
          <a:bodyPr/>
          <a:lstStyle/>
          <a:p>
            <a:pPr>
              <a:defRPr/>
            </a:pPr>
            <a:r>
              <a:rPr lang="en-US" b="1">
                <a:solidFill>
                  <a:srgbClr val="00B050"/>
                </a:solidFill>
              </a:rPr>
              <a:t>Major Areas of the Brain</a:t>
            </a:r>
            <a:endParaRPr/>
          </a:p>
        </p:txBody>
      </p:sp>
      <p:pic>
        <p:nvPicPr>
          <p:cNvPr id="1485575585" name="Content Placeholder 4" descr="Diagram&#10;&#10;Description automatically generated"/>
          <p:cNvPicPr>
            <a:picLocks noChangeAspect="1" noChangeArrowheads="1" noGrp="1"/>
          </p:cNvPicPr>
          <p:nvPr>
            <p:ph idx="1"/>
          </p:nvPr>
        </p:nvPicPr>
        <p:blipFill>
          <a:blip r:embed="rId3"/>
          <a:stretch/>
        </p:blipFill>
        <p:spPr bwMode="auto">
          <a:xfrm>
            <a:off x="1066800" y="990600"/>
            <a:ext cx="5910263" cy="5240338"/>
          </a:xfr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33674748" name="Oval 1"/>
          <p:cNvSpPr/>
          <p:nvPr/>
        </p:nvSpPr>
        <p:spPr bwMode="auto">
          <a:xfrm>
            <a:off x="2514600" y="1641475"/>
            <a:ext cx="1447800" cy="415925"/>
          </a:xfrm>
          <a:prstGeom prst="ellipse">
            <a:avLst/>
          </a:prstGeom>
          <a:solidFill>
            <a:schemeClr val="bg1"/>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1500581963" name="Title 1"/>
          <p:cNvSpPr>
            <a:spLocks noChangeArrowheads="1" noGrp="1"/>
          </p:cNvSpPr>
          <p:nvPr>
            <p:ph type="title"/>
          </p:nvPr>
        </p:nvSpPr>
        <p:spPr bwMode="auto"/>
        <p:txBody>
          <a:bodyPr/>
          <a:lstStyle/>
          <a:p>
            <a:pPr>
              <a:defRPr/>
            </a:pPr>
            <a:r>
              <a:rPr lang="en-US" b="1">
                <a:solidFill>
                  <a:srgbClr val="00B050"/>
                </a:solidFill>
              </a:rPr>
              <a:t>Brain Task Map</a:t>
            </a:r>
            <a:endParaRPr/>
          </a:p>
        </p:txBody>
      </p:sp>
      <p:pic>
        <p:nvPicPr>
          <p:cNvPr id="1189720483" name="Content Placeholder 4" descr="braintaskmap.jpg"/>
          <p:cNvPicPr>
            <a:picLocks noChangeAspect="1" noChangeArrowheads="1" noGrp="1"/>
          </p:cNvPicPr>
          <p:nvPr>
            <p:ph idx="1"/>
          </p:nvPr>
        </p:nvPicPr>
        <p:blipFill>
          <a:blip r:embed="rId3"/>
          <a:stretch/>
        </p:blipFill>
        <p:spPr bwMode="auto">
          <a:xfrm>
            <a:off x="914400" y="958850"/>
            <a:ext cx="7467600" cy="5173663"/>
          </a:xfrm>
        </p:spPr>
      </p:pic>
      <p:sp>
        <p:nvSpPr>
          <p:cNvPr id="976998980" name="Oval 3"/>
          <p:cNvSpPr/>
          <p:nvPr/>
        </p:nvSpPr>
        <p:spPr bwMode="auto">
          <a:xfrm>
            <a:off x="3844925" y="2098675"/>
            <a:ext cx="477838" cy="468313"/>
          </a:xfrm>
          <a:prstGeom prst="ellipse">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defRPr/>
            </a:pPr>
            <a:endParaRPr lang="en-US"/>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072469401" name="Title 1"/>
          <p:cNvSpPr>
            <a:spLocks noChangeArrowheads="1" noGrp="1"/>
          </p:cNvSpPr>
          <p:nvPr>
            <p:ph type="title"/>
          </p:nvPr>
        </p:nvSpPr>
        <p:spPr bwMode="auto"/>
        <p:txBody>
          <a:bodyPr/>
          <a:lstStyle/>
          <a:p>
            <a:pPr>
              <a:defRPr/>
            </a:pPr>
            <a:r>
              <a:rPr lang="en-US" b="1">
                <a:solidFill>
                  <a:srgbClr val="00B050"/>
                </a:solidFill>
              </a:rPr>
              <a:t>Exercise 2</a:t>
            </a:r>
            <a:endParaRPr/>
          </a:p>
        </p:txBody>
      </p:sp>
      <p:sp>
        <p:nvSpPr>
          <p:cNvPr id="1621321886" name="Content Placeholder 2"/>
          <p:cNvSpPr>
            <a:spLocks noChangeArrowheads="1" noGrp="1"/>
          </p:cNvSpPr>
          <p:nvPr>
            <p:ph idx="1"/>
          </p:nvPr>
        </p:nvSpPr>
        <p:spPr bwMode="auto">
          <a:xfrm>
            <a:off x="431799" y="1066800"/>
            <a:ext cx="8229600" cy="4530725"/>
          </a:xfrm>
        </p:spPr>
        <p:txBody>
          <a:bodyPr/>
          <a:lstStyle/>
          <a:p>
            <a:pPr>
              <a:defRPr/>
            </a:pPr>
            <a:r>
              <a:rPr lang="en-US">
                <a:solidFill>
                  <a:srgbClr val="0070C0"/>
                </a:solidFill>
              </a:rPr>
              <a:t>Do you consider the brain an active and fully utilized organ? Justify your answer. </a:t>
            </a:r>
            <a:endParaRPr/>
          </a:p>
          <a:p>
            <a:pPr lvl="1">
              <a:defRPr/>
            </a:pPr>
            <a:r>
              <a:rPr lang="en-US"/>
              <a:t>Bain </a:t>
            </a:r>
            <a:r>
              <a:rPr lang="en-US">
                <a:highlight>
                  <a:srgbClr val="FFFF00"/>
                </a:highlight>
              </a:rPr>
              <a:t>prefers practice/training </a:t>
            </a:r>
            <a:r>
              <a:rPr lang="en-US"/>
              <a:t>to think</a:t>
            </a:r>
            <a:endParaRPr/>
          </a:p>
          <a:p>
            <a:pPr lvl="2">
              <a:defRPr/>
            </a:pPr>
            <a:r>
              <a:rPr lang="en-US"/>
              <a:t>Prefer sleeping,  when doing calculations by the left, we still use the multiplication table from the right brain, we walk without thinking, </a:t>
            </a:r>
            <a:endParaRPr/>
          </a:p>
          <a:p>
            <a:pPr lvl="1">
              <a:defRPr/>
            </a:pPr>
            <a:r>
              <a:rPr lang="en-US"/>
              <a:t>Percentage of </a:t>
            </a:r>
            <a:r>
              <a:rPr lang="en-US">
                <a:highlight>
                  <a:srgbClr val="FFFF00"/>
                </a:highlight>
              </a:rPr>
              <a:t>usage</a:t>
            </a:r>
            <a:endParaRPr/>
          </a:p>
          <a:p>
            <a:pPr lvl="2">
              <a:defRPr/>
            </a:pPr>
            <a:r>
              <a:rPr lang="en-US"/>
              <a:t> The brain has 100B neurons, but only 20% is used</a:t>
            </a:r>
            <a:endParaRPr/>
          </a:p>
          <a:p>
            <a:pPr lvl="2">
              <a:defRPr/>
            </a:pPr>
            <a:r>
              <a:rPr lang="en-US"/>
              <a:t> The brain is underutilized; you may outsource the brain</a:t>
            </a:r>
            <a:endParaRPr/>
          </a:p>
          <a:p>
            <a:pPr lvl="1">
              <a:defRPr/>
            </a:pPr>
            <a:r>
              <a:rPr lang="en-US">
                <a:highlight>
                  <a:srgbClr val="FFFF00"/>
                </a:highlight>
              </a:rPr>
              <a:t>Delegation</a:t>
            </a:r>
            <a:r>
              <a:rPr lang="en-US"/>
              <a:t> of tasks</a:t>
            </a:r>
            <a:endParaRPr/>
          </a:p>
          <a:p>
            <a:pPr lvl="2">
              <a:defRPr/>
            </a:pPr>
            <a:r>
              <a:rPr lang="en-US"/>
              <a:t>Brain tries to delegate tasks to hand, legs like peripheral organs as much as possible</a:t>
            </a:r>
            <a:endParaRPr/>
          </a:p>
          <a:p>
            <a:pPr lvl="1">
              <a:defRPr/>
            </a:pPr>
            <a:r>
              <a:rPr lang="en-US"/>
              <a:t>There is lot to explore the nature of the brain.</a:t>
            </a:r>
            <a:endParaRPr/>
          </a:p>
          <a:p>
            <a:pPr lvl="1">
              <a:defRPr/>
            </a:pPr>
            <a:endParaRPr lang="en-US"/>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849215712" name="Title 1"/>
          <p:cNvSpPr>
            <a:spLocks noChangeArrowheads="1" noGrp="1"/>
          </p:cNvSpPr>
          <p:nvPr>
            <p:ph type="title"/>
          </p:nvPr>
        </p:nvSpPr>
        <p:spPr bwMode="auto">
          <a:xfrm>
            <a:off x="457200" y="323850"/>
            <a:ext cx="8229600" cy="1139825"/>
          </a:xfrm>
        </p:spPr>
        <p:txBody>
          <a:bodyPr/>
          <a:lstStyle/>
          <a:p>
            <a:pPr>
              <a:defRPr/>
            </a:pPr>
            <a:r>
              <a:rPr lang="en-US" sz="4000" b="1">
                <a:solidFill>
                  <a:srgbClr val="00B050"/>
                </a:solidFill>
              </a:rPr>
              <a:t>Inspirations for nature of intelligence</a:t>
            </a:r>
            <a:endParaRPr lang="en-US" sz="4000" b="1" u="sng">
              <a:solidFill>
                <a:srgbClr val="00B050"/>
              </a:solidFill>
            </a:endParaRPr>
          </a:p>
        </p:txBody>
      </p:sp>
      <p:sp>
        <p:nvSpPr>
          <p:cNvPr id="880158465" name="Slide Number Placeholder 3"/>
          <p:cNvSpPr>
            <a:spLocks noChangeArrowheads="1" noGrp="1"/>
          </p:cNvSpPr>
          <p:nvPr>
            <p:ph type="sldNum" sz="quarter" idx="12"/>
          </p:nvPr>
        </p:nvSpPr>
        <p:spPr bwMode="auto">
          <a:prstGeom prst="rect">
            <a:avLst/>
          </a:prstGeom>
          <a:noFill/>
          <a:ln/>
        </p:spPr>
        <p:txBody>
          <a:bodyPr/>
          <a:lstStyle>
            <a:lvl1pPr>
              <a:defRPr sz="2400">
                <a:solidFill>
                  <a:schemeClr val="tx1"/>
                </a:solidFill>
                <a:latin typeface="Arial"/>
              </a:defRPr>
            </a:lvl1pPr>
            <a:lvl2pPr marL="742950" indent="-285750">
              <a:defRPr sz="2400">
                <a:solidFill>
                  <a:schemeClr val="tx1"/>
                </a:solidFill>
                <a:latin typeface="Arial"/>
              </a:defRPr>
            </a:lvl2pPr>
            <a:lvl3pPr marL="1143000" indent="-228600">
              <a:defRPr sz="2400">
                <a:solidFill>
                  <a:schemeClr val="tx1"/>
                </a:solidFill>
                <a:latin typeface="Arial"/>
              </a:defRPr>
            </a:lvl3pPr>
            <a:lvl4pPr marL="1600200" indent="-228600">
              <a:defRPr sz="2400">
                <a:solidFill>
                  <a:schemeClr val="tx1"/>
                </a:solidFill>
                <a:latin typeface="Arial"/>
              </a:defRPr>
            </a:lvl4pPr>
            <a:lvl5pPr marL="2057400" indent="-228600">
              <a:defRPr sz="2400">
                <a:solidFill>
                  <a:schemeClr val="tx1"/>
                </a:solidFill>
                <a:latin typeface="Arial"/>
              </a:defRPr>
            </a:lvl5pPr>
            <a:lvl6pPr marL="2514600" indent="-228600">
              <a:spcBef>
                <a:spcPts val="0"/>
              </a:spcBef>
              <a:spcAft>
                <a:spcPts val="0"/>
              </a:spcAft>
              <a:defRPr sz="2400">
                <a:solidFill>
                  <a:schemeClr val="tx1"/>
                </a:solidFill>
                <a:latin typeface="Arial"/>
              </a:defRPr>
            </a:lvl6pPr>
            <a:lvl7pPr marL="2971800" indent="-228600">
              <a:spcBef>
                <a:spcPts val="0"/>
              </a:spcBef>
              <a:spcAft>
                <a:spcPts val="0"/>
              </a:spcAft>
              <a:defRPr sz="2400">
                <a:solidFill>
                  <a:schemeClr val="tx1"/>
                </a:solidFill>
                <a:latin typeface="Arial"/>
              </a:defRPr>
            </a:lvl7pPr>
            <a:lvl8pPr marL="3429000" indent="-228600">
              <a:spcBef>
                <a:spcPts val="0"/>
              </a:spcBef>
              <a:spcAft>
                <a:spcPts val="0"/>
              </a:spcAft>
              <a:defRPr sz="2400">
                <a:solidFill>
                  <a:schemeClr val="tx1"/>
                </a:solidFill>
                <a:latin typeface="Arial"/>
              </a:defRPr>
            </a:lvl8pPr>
            <a:lvl9pPr marL="3886200" indent="-228600">
              <a:spcBef>
                <a:spcPts val="0"/>
              </a:spcBef>
              <a:spcAft>
                <a:spcPts val="0"/>
              </a:spcAft>
              <a:defRPr sz="2400">
                <a:solidFill>
                  <a:schemeClr val="tx1"/>
                </a:solidFill>
                <a:latin typeface="Arial"/>
              </a:defRPr>
            </a:lvl9pPr>
          </a:lstStyle>
          <a:p>
            <a:pPr>
              <a:defRPr/>
            </a:pPr>
            <a:fld id="{0D49C405-58B4-4070-808B-852BBA7BF5AF}" type="slidenum">
              <a:rPr lang="en-US" sz="1200">
                <a:latin typeface="Garamond"/>
                <a:cs typeface="Arial"/>
              </a:rPr>
              <a:t>14</a:t>
            </a:fld>
            <a:endParaRPr lang="en-US" sz="1200">
              <a:latin typeface="Garamond"/>
              <a:cs typeface="Arial"/>
            </a:endParaRPr>
          </a:p>
        </p:txBody>
      </p:sp>
      <p:pic>
        <p:nvPicPr>
          <p:cNvPr id="779554564" name="Content Placeholder 3" descr="Diagram&#10;&#10;Description automatically generated"/>
          <p:cNvPicPr>
            <a:picLocks noChangeAspect="1" noChangeArrowheads="1" noGrp="1"/>
          </p:cNvPicPr>
          <p:nvPr>
            <p:ph idx="1"/>
          </p:nvPr>
        </p:nvPicPr>
        <p:blipFill>
          <a:blip r:embed="rId3"/>
          <a:stretch/>
        </p:blipFill>
        <p:spPr bwMode="auto">
          <a:xfrm>
            <a:off x="1324729" y="801589"/>
            <a:ext cx="6115050" cy="4692650"/>
          </a:xfrm>
        </p:spPr>
      </p:pic>
      <p:sp>
        <p:nvSpPr>
          <p:cNvPr id="372050496" name="TextBox 1"/>
          <p:cNvSpPr txBox="1">
            <a:spLocks noChangeArrowheads="1"/>
          </p:cNvSpPr>
          <p:nvPr/>
        </p:nvSpPr>
        <p:spPr bwMode="auto">
          <a:xfrm>
            <a:off x="-76200" y="2251075"/>
            <a:ext cx="9829800" cy="2308324"/>
          </a:xfrm>
          <a:prstGeom prst="rect">
            <a:avLst/>
          </a:prstGeom>
          <a:noFill/>
          <a:ln>
            <a:noFill/>
          </a:ln>
        </p:spPr>
        <p:txBody>
          <a:bodyPr>
            <a:spAutoFit/>
          </a:bodyPr>
          <a:lstStyle>
            <a:lvl1pPr>
              <a:defRPr sz="2400">
                <a:solidFill>
                  <a:schemeClr val="tx1"/>
                </a:solidFill>
                <a:latin typeface="Arial"/>
              </a:defRPr>
            </a:lvl1pPr>
            <a:lvl2pPr marL="742950" indent="-285750">
              <a:defRPr sz="2400">
                <a:solidFill>
                  <a:schemeClr val="tx1"/>
                </a:solidFill>
                <a:latin typeface="Arial"/>
              </a:defRPr>
            </a:lvl2pPr>
            <a:lvl3pPr marL="1143000" indent="-228600">
              <a:defRPr sz="2400">
                <a:solidFill>
                  <a:schemeClr val="tx1"/>
                </a:solidFill>
                <a:latin typeface="Arial"/>
              </a:defRPr>
            </a:lvl3pPr>
            <a:lvl4pPr marL="1600200" indent="-228600">
              <a:defRPr sz="2400">
                <a:solidFill>
                  <a:schemeClr val="tx1"/>
                </a:solidFill>
                <a:latin typeface="Arial"/>
              </a:defRPr>
            </a:lvl4pPr>
            <a:lvl5pPr marL="2057400" indent="-228600">
              <a:defRPr sz="2400">
                <a:solidFill>
                  <a:schemeClr val="tx1"/>
                </a:solidFill>
                <a:latin typeface="Arial"/>
              </a:defRPr>
            </a:lvl5pPr>
            <a:lvl6pPr marL="2514600" indent="-228600">
              <a:spcBef>
                <a:spcPts val="0"/>
              </a:spcBef>
              <a:spcAft>
                <a:spcPts val="0"/>
              </a:spcAft>
              <a:defRPr sz="2400">
                <a:solidFill>
                  <a:schemeClr val="tx1"/>
                </a:solidFill>
                <a:latin typeface="Arial"/>
              </a:defRPr>
            </a:lvl6pPr>
            <a:lvl7pPr marL="2971800" indent="-228600">
              <a:spcBef>
                <a:spcPts val="0"/>
              </a:spcBef>
              <a:spcAft>
                <a:spcPts val="0"/>
              </a:spcAft>
              <a:defRPr sz="2400">
                <a:solidFill>
                  <a:schemeClr val="tx1"/>
                </a:solidFill>
                <a:latin typeface="Arial"/>
              </a:defRPr>
            </a:lvl7pPr>
            <a:lvl8pPr marL="3429000" indent="-228600">
              <a:spcBef>
                <a:spcPts val="0"/>
              </a:spcBef>
              <a:spcAft>
                <a:spcPts val="0"/>
              </a:spcAft>
              <a:defRPr sz="2400">
                <a:solidFill>
                  <a:schemeClr val="tx1"/>
                </a:solidFill>
                <a:latin typeface="Arial"/>
              </a:defRPr>
            </a:lvl8pPr>
            <a:lvl9pPr marL="3886200" indent="-228600">
              <a:spcBef>
                <a:spcPts val="0"/>
              </a:spcBef>
              <a:spcAft>
                <a:spcPts val="0"/>
              </a:spcAft>
              <a:defRPr sz="2400">
                <a:solidFill>
                  <a:schemeClr val="tx1"/>
                </a:solidFill>
                <a:latin typeface="Arial"/>
              </a:defRPr>
            </a:lvl9pPr>
          </a:lstStyle>
          <a:p>
            <a:pPr>
              <a:defRPr/>
            </a:pPr>
            <a:r>
              <a:rPr lang="en-US" sz="1800">
                <a:solidFill>
                  <a:srgbClr val="FF0000"/>
                </a:solidFill>
                <a:highlight>
                  <a:srgbClr val="FFFF00"/>
                </a:highlight>
              </a:rPr>
              <a:t>Knowledge</a:t>
            </a:r>
            <a:r>
              <a:rPr lang="en-US" sz="1800">
                <a:solidFill>
                  <a:srgbClr val="FF0000"/>
                </a:solidFill>
              </a:rPr>
              <a:t>                                                                                                 </a:t>
            </a:r>
            <a:r>
              <a:rPr lang="en-US" sz="1800">
                <a:solidFill>
                  <a:srgbClr val="FF0000"/>
                </a:solidFill>
                <a:highlight>
                  <a:srgbClr val="FFFF00"/>
                </a:highlight>
              </a:rPr>
              <a:t>Data</a:t>
            </a:r>
            <a:r>
              <a:rPr lang="en-US" sz="1800">
                <a:solidFill>
                  <a:srgbClr val="FF0000"/>
                </a:solidFill>
              </a:rPr>
              <a:t>                                                                             </a:t>
            </a:r>
            <a:endParaRPr/>
          </a:p>
          <a:p>
            <a:pPr>
              <a:defRPr/>
            </a:pPr>
            <a:r>
              <a:rPr lang="en-US" sz="1800">
                <a:solidFill>
                  <a:srgbClr val="FF0000"/>
                </a:solidFill>
              </a:rPr>
              <a:t>symbolic AI</a:t>
            </a:r>
            <a:endParaRPr/>
          </a:p>
          <a:p>
            <a:pPr>
              <a:defRPr/>
            </a:pPr>
            <a:r>
              <a:rPr lang="en-US" sz="1800">
                <a:solidFill>
                  <a:srgbClr val="FF0000"/>
                </a:solidFill>
              </a:rPr>
              <a:t>Algorithmic                                                                                                   Non-algorithmic</a:t>
            </a:r>
            <a:endParaRPr/>
          </a:p>
          <a:p>
            <a:pPr>
              <a:defRPr/>
            </a:pPr>
            <a:r>
              <a:rPr lang="en-US" sz="1800">
                <a:solidFill>
                  <a:srgbClr val="FF0000"/>
                </a:solidFill>
              </a:rPr>
              <a:t>Logical/analytical                                                                                        Training</a:t>
            </a:r>
            <a:endParaRPr/>
          </a:p>
          <a:p>
            <a:pPr>
              <a:defRPr/>
            </a:pPr>
            <a:r>
              <a:rPr lang="en-US" sz="1800">
                <a:solidFill>
                  <a:srgbClr val="FF0000"/>
                </a:solidFill>
              </a:rPr>
              <a:t>ES/XCON, DART                                                                                        ES/Watson    </a:t>
            </a:r>
            <a:endParaRPr/>
          </a:p>
          <a:p>
            <a:pPr>
              <a:defRPr/>
            </a:pPr>
            <a:r>
              <a:rPr lang="en-US" sz="1800">
                <a:solidFill>
                  <a:srgbClr val="FF0000"/>
                </a:solidFill>
              </a:rPr>
              <a:t>ACS                                                                                                             ML                                                       </a:t>
            </a:r>
            <a:endParaRPr/>
          </a:p>
          <a:p>
            <a:pPr>
              <a:defRPr/>
            </a:pPr>
            <a:r>
              <a:rPr lang="en-US" sz="1800">
                <a:solidFill>
                  <a:srgbClr val="FF0000"/>
                </a:solidFill>
              </a:rPr>
              <a:t>                                                                                                                    Learning</a:t>
            </a:r>
            <a:endParaRPr/>
          </a:p>
          <a:p>
            <a:pPr>
              <a:defRPr/>
            </a:pPr>
            <a:r>
              <a:rPr lang="en-US" sz="1800">
                <a:solidFill>
                  <a:srgbClr val="FF0000"/>
                </a:solidFill>
                <a:highlight>
                  <a:srgbClr val="FFFF00"/>
                </a:highlight>
              </a:rPr>
              <a:t>Logic</a:t>
            </a:r>
            <a:r>
              <a:rPr lang="en-US" sz="1800">
                <a:solidFill>
                  <a:srgbClr val="FF0000"/>
                </a:solidFill>
              </a:rPr>
              <a:t>                                                                                                            </a:t>
            </a:r>
            <a:r>
              <a:rPr lang="en-US" sz="1800">
                <a:solidFill>
                  <a:srgbClr val="FF0000"/>
                </a:solidFill>
                <a:highlight>
                  <a:srgbClr val="FFFF00"/>
                </a:highlight>
              </a:rPr>
              <a:t>Antilogic</a:t>
            </a:r>
            <a:endParaRPr/>
          </a:p>
        </p:txBody>
      </p:sp>
      <p:sp>
        <p:nvSpPr>
          <p:cNvPr id="1808891661" name="TextBox 1"/>
          <p:cNvSpPr txBox="1">
            <a:spLocks noChangeArrowheads="1"/>
          </p:cNvSpPr>
          <p:nvPr/>
        </p:nvSpPr>
        <p:spPr bwMode="auto">
          <a:xfrm>
            <a:off x="990600" y="5426075"/>
            <a:ext cx="6479659" cy="830997"/>
          </a:xfrm>
          <a:prstGeom prst="rect">
            <a:avLst/>
          </a:prstGeom>
          <a:noFill/>
          <a:ln>
            <a:noFill/>
          </a:ln>
        </p:spPr>
        <p:txBody>
          <a:bodyPr wrap="none">
            <a:spAutoFit/>
          </a:bodyPr>
          <a:lstStyle>
            <a:lvl1pPr>
              <a:defRPr sz="2400">
                <a:solidFill>
                  <a:schemeClr val="tx1"/>
                </a:solidFill>
                <a:latin typeface="Arial"/>
              </a:defRPr>
            </a:lvl1pPr>
            <a:lvl2pPr marL="742950" indent="-285750">
              <a:defRPr sz="2400">
                <a:solidFill>
                  <a:schemeClr val="tx1"/>
                </a:solidFill>
                <a:latin typeface="Arial"/>
              </a:defRPr>
            </a:lvl2pPr>
            <a:lvl3pPr marL="1143000" indent="-228600">
              <a:defRPr sz="2400">
                <a:solidFill>
                  <a:schemeClr val="tx1"/>
                </a:solidFill>
                <a:latin typeface="Arial"/>
              </a:defRPr>
            </a:lvl3pPr>
            <a:lvl4pPr marL="1600200" indent="-228600">
              <a:defRPr sz="2400">
                <a:solidFill>
                  <a:schemeClr val="tx1"/>
                </a:solidFill>
                <a:latin typeface="Arial"/>
              </a:defRPr>
            </a:lvl4pPr>
            <a:lvl5pPr marL="2057400" indent="-228600">
              <a:defRPr sz="2400">
                <a:solidFill>
                  <a:schemeClr val="tx1"/>
                </a:solidFill>
                <a:latin typeface="Arial"/>
              </a:defRPr>
            </a:lvl5pPr>
            <a:lvl6pPr marL="2514600" indent="-228600">
              <a:spcBef>
                <a:spcPts val="0"/>
              </a:spcBef>
              <a:spcAft>
                <a:spcPts val="0"/>
              </a:spcAft>
              <a:defRPr sz="2400">
                <a:solidFill>
                  <a:schemeClr val="tx1"/>
                </a:solidFill>
                <a:latin typeface="Arial"/>
              </a:defRPr>
            </a:lvl6pPr>
            <a:lvl7pPr marL="2971800" indent="-228600">
              <a:spcBef>
                <a:spcPts val="0"/>
              </a:spcBef>
              <a:spcAft>
                <a:spcPts val="0"/>
              </a:spcAft>
              <a:defRPr sz="2400">
                <a:solidFill>
                  <a:schemeClr val="tx1"/>
                </a:solidFill>
                <a:latin typeface="Arial"/>
              </a:defRPr>
            </a:lvl7pPr>
            <a:lvl8pPr marL="3429000" indent="-228600">
              <a:spcBef>
                <a:spcPts val="0"/>
              </a:spcBef>
              <a:spcAft>
                <a:spcPts val="0"/>
              </a:spcAft>
              <a:defRPr sz="2400">
                <a:solidFill>
                  <a:schemeClr val="tx1"/>
                </a:solidFill>
                <a:latin typeface="Arial"/>
              </a:defRPr>
            </a:lvl8pPr>
            <a:lvl9pPr marL="3886200" indent="-228600">
              <a:spcBef>
                <a:spcPts val="0"/>
              </a:spcBef>
              <a:spcAft>
                <a:spcPts val="0"/>
              </a:spcAft>
              <a:defRPr sz="2400">
                <a:solidFill>
                  <a:schemeClr val="tx1"/>
                </a:solidFill>
                <a:latin typeface="Arial"/>
              </a:defRPr>
            </a:lvl9pPr>
          </a:lstStyle>
          <a:p>
            <a:pPr>
              <a:defRPr/>
            </a:pPr>
            <a:r>
              <a:rPr lang="en-US">
                <a:solidFill>
                  <a:srgbClr val="0070C0"/>
                </a:solidFill>
              </a:rPr>
              <a:t>Data</a:t>
            </a:r>
            <a:r>
              <a:rPr lang="en-US">
                <a:solidFill>
                  <a:srgbClr val="0070C0"/>
                </a:solidFill>
              </a:rPr>
              <a:t> Knowledge (F=ma) work of scientists</a:t>
            </a:r>
            <a:endParaRPr/>
          </a:p>
          <a:p>
            <a:pPr>
              <a:defRPr/>
            </a:pPr>
            <a:r>
              <a:rPr lang="en-US">
                <a:solidFill>
                  <a:srgbClr val="0070C0"/>
                </a:solidFill>
              </a:rPr>
              <a:t>Knowledge  Data   done by ordinary people </a:t>
            </a:r>
            <a:endParaRPr lang="en-US">
              <a:solidFill>
                <a:srgbClr val="0070C0"/>
              </a:solidFil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753054103" name="Title 1"/>
          <p:cNvSpPr>
            <a:spLocks noChangeArrowheads="1" noGrp="1"/>
          </p:cNvSpPr>
          <p:nvPr>
            <p:ph type="title"/>
          </p:nvPr>
        </p:nvSpPr>
        <p:spPr bwMode="auto">
          <a:xfrm>
            <a:off x="457200" y="142875"/>
            <a:ext cx="8229600" cy="1139825"/>
          </a:xfrm>
        </p:spPr>
        <p:txBody>
          <a:bodyPr/>
          <a:lstStyle/>
          <a:p>
            <a:pPr>
              <a:defRPr/>
            </a:pPr>
            <a:r>
              <a:rPr lang="en-US" b="1">
                <a:solidFill>
                  <a:srgbClr val="00B050"/>
                </a:solidFill>
              </a:rPr>
              <a:t>Both sides are important</a:t>
            </a:r>
            <a:endParaRPr/>
          </a:p>
        </p:txBody>
      </p:sp>
      <p:sp>
        <p:nvSpPr>
          <p:cNvPr id="1755370114" name="Slide Number Placeholder 3"/>
          <p:cNvSpPr>
            <a:spLocks noChangeArrowheads="1" noGrp="1"/>
          </p:cNvSpPr>
          <p:nvPr>
            <p:ph type="sldNum" sz="quarter" idx="12"/>
          </p:nvPr>
        </p:nvSpPr>
        <p:spPr bwMode="auto">
          <a:prstGeom prst="rect">
            <a:avLst/>
          </a:prstGeom>
          <a:noFill/>
          <a:ln/>
        </p:spPr>
        <p:txBody>
          <a:bodyPr/>
          <a:lstStyle>
            <a:lvl1pPr>
              <a:defRPr sz="2400">
                <a:solidFill>
                  <a:schemeClr val="tx1"/>
                </a:solidFill>
                <a:latin typeface="Arial"/>
              </a:defRPr>
            </a:lvl1pPr>
            <a:lvl2pPr marL="557213" indent="-214313">
              <a:defRPr sz="2400">
                <a:solidFill>
                  <a:schemeClr val="tx1"/>
                </a:solidFill>
                <a:latin typeface="Arial"/>
              </a:defRPr>
            </a:lvl2pPr>
            <a:lvl3pPr marL="857250" indent="-171450">
              <a:defRPr sz="2400">
                <a:solidFill>
                  <a:schemeClr val="tx1"/>
                </a:solidFill>
                <a:latin typeface="Arial"/>
              </a:defRPr>
            </a:lvl3pPr>
            <a:lvl4pPr marL="1200150" indent="-171450">
              <a:defRPr sz="2400">
                <a:solidFill>
                  <a:schemeClr val="tx1"/>
                </a:solidFill>
                <a:latin typeface="Arial"/>
              </a:defRPr>
            </a:lvl4pPr>
            <a:lvl5pPr marL="1543050" indent="-171450">
              <a:defRPr sz="2400">
                <a:solidFill>
                  <a:schemeClr val="tx1"/>
                </a:solidFill>
                <a:latin typeface="Arial"/>
              </a:defRPr>
            </a:lvl5pPr>
            <a:lvl6pPr marL="2000250" indent="-171450">
              <a:spcBef>
                <a:spcPts val="0"/>
              </a:spcBef>
              <a:spcAft>
                <a:spcPts val="0"/>
              </a:spcAft>
              <a:defRPr sz="2400">
                <a:solidFill>
                  <a:schemeClr val="tx1"/>
                </a:solidFill>
                <a:latin typeface="Arial"/>
              </a:defRPr>
            </a:lvl6pPr>
            <a:lvl7pPr marL="2457450" indent="-171450">
              <a:spcBef>
                <a:spcPts val="0"/>
              </a:spcBef>
              <a:spcAft>
                <a:spcPts val="0"/>
              </a:spcAft>
              <a:defRPr sz="2400">
                <a:solidFill>
                  <a:schemeClr val="tx1"/>
                </a:solidFill>
                <a:latin typeface="Arial"/>
              </a:defRPr>
            </a:lvl7pPr>
            <a:lvl8pPr marL="2914650" indent="-171450">
              <a:spcBef>
                <a:spcPts val="0"/>
              </a:spcBef>
              <a:spcAft>
                <a:spcPts val="0"/>
              </a:spcAft>
              <a:defRPr sz="2400">
                <a:solidFill>
                  <a:schemeClr val="tx1"/>
                </a:solidFill>
                <a:latin typeface="Arial"/>
              </a:defRPr>
            </a:lvl8pPr>
            <a:lvl9pPr marL="3371850" indent="-171450">
              <a:spcBef>
                <a:spcPts val="0"/>
              </a:spcBef>
              <a:spcAft>
                <a:spcPts val="0"/>
              </a:spcAft>
              <a:defRPr sz="2400">
                <a:solidFill>
                  <a:schemeClr val="tx1"/>
                </a:solidFill>
                <a:latin typeface="Arial"/>
              </a:defRPr>
            </a:lvl9pPr>
          </a:lstStyle>
          <a:p>
            <a:pPr>
              <a:defRPr/>
            </a:pPr>
            <a:fld id="{04FBEE63-7469-4167-97E1-601C8C86D82C}" type="slidenum">
              <a:rPr lang="en-US" sz="1200">
                <a:latin typeface="Garamond"/>
                <a:cs typeface="Arial"/>
              </a:rPr>
              <a:t>15</a:t>
            </a:fld>
            <a:endParaRPr lang="en-US" sz="1200">
              <a:latin typeface="Garamond"/>
              <a:cs typeface="Arial"/>
            </a:endParaRPr>
          </a:p>
        </p:txBody>
      </p:sp>
      <p:pic>
        <p:nvPicPr>
          <p:cNvPr id="134998681" name="Picture 4" descr="Right, Left, Right, Wrong! - Handedness and the Brain"/>
          <p:cNvPicPr>
            <a:picLocks noChangeAspect="1" noChangeArrowheads="1" noGrp="1"/>
          </p:cNvPicPr>
          <p:nvPr>
            <p:ph idx="1"/>
          </p:nvPr>
        </p:nvPicPr>
        <p:blipFill>
          <a:blip r:embed="rId3"/>
          <a:stretch/>
        </p:blipFill>
        <p:spPr bwMode="auto">
          <a:xfrm>
            <a:off x="628650" y="1104900"/>
            <a:ext cx="7372350" cy="5372100"/>
          </a:xfrm>
        </p:spPr>
      </p:pic>
      <p:sp>
        <p:nvSpPr>
          <p:cNvPr id="1907760346" name="Footer Placeholder 1"/>
          <p:cNvSpPr>
            <a:spLocks noGrp="1"/>
          </p:cNvSpPr>
          <p:nvPr>
            <p:ph type="ftr" sz="quarter" idx="11"/>
          </p:nvPr>
        </p:nvSpPr>
        <p:spPr bwMode="auto"/>
        <p:txBody>
          <a:bodyPr/>
          <a:lstStyle/>
          <a:p>
            <a:pPr>
              <a:defRPr/>
            </a:pPr>
            <a:endParaRPr lang="en-US"/>
          </a:p>
        </p:txBody>
      </p:sp>
      <p:grpSp>
        <p:nvGrpSpPr>
          <p:cNvPr id="2014994864" name="Group 6"/>
          <p:cNvGrpSpPr/>
          <p:nvPr/>
        </p:nvGrpSpPr>
        <p:grpSpPr bwMode="auto">
          <a:xfrm>
            <a:off x="5103813" y="2795588"/>
            <a:ext cx="19050" cy="26987"/>
            <a:chOff x="5104213" y="2796148"/>
            <a:chExt cx="18360" cy="27000"/>
          </a:xfrm>
        </p:grpSpPr>
        <p:pic>
          <p:nvPicPr>
            <p:cNvPr id="4" name="Ink 3"/>
            <p:cNvPicPr/>
            <p:nvPr/>
          </p:nvPicPr>
          <p:blipFill>
            <a:blip r:embed="rId4"/>
            <a:stretch/>
          </p:blipFill>
          <p:spPr bwMode="auto">
            <a:xfrm>
              <a:off x="5113213" y="2813788"/>
              <a:ext cx="18000" cy="18000"/>
            </a:xfrm>
            <a:prstGeom prst="rect">
              <a:avLst/>
            </a:prstGeom>
          </p:spPr>
        </p:pic>
        <p:pic>
          <p:nvPicPr>
            <p:cNvPr id="5" name="Ink 4"/>
            <p:cNvPicPr/>
            <p:nvPr/>
          </p:nvPicPr>
          <p:blipFill>
            <a:blip r:embed="rId4"/>
            <a:stretch/>
          </p:blipFill>
          <p:spPr bwMode="auto">
            <a:xfrm>
              <a:off x="5095213" y="2787148"/>
              <a:ext cx="18000" cy="18000"/>
            </a:xfrm>
            <a:prstGeom prst="rect">
              <a:avLst/>
            </a:prstGeom>
          </p:spPr>
        </p:pic>
      </p:grpSp>
      <p:pic>
        <p:nvPicPr>
          <p:cNvPr id="668255271" name="Ink 5"/>
          <p:cNvPicPr/>
          <p:nvPr/>
        </p:nvPicPr>
        <p:blipFill>
          <a:blip r:embed="rId4"/>
          <a:stretch/>
        </p:blipFill>
        <p:spPr bwMode="auto">
          <a:xfrm>
            <a:off x="5095213" y="2920348"/>
            <a:ext cx="18000" cy="18000"/>
          </a:xfrm>
          <a:prstGeom prst="rect">
            <a:avLst/>
          </a:prstGeom>
        </p:spPr>
      </p:pic>
      <p:pic>
        <p:nvPicPr>
          <p:cNvPr id="405825755" name="Ink 7"/>
          <p:cNvPicPr/>
          <p:nvPr/>
        </p:nvPicPr>
        <p:blipFill>
          <a:blip r:embed="rId4"/>
          <a:stretch/>
        </p:blipFill>
        <p:spPr bwMode="auto">
          <a:xfrm>
            <a:off x="5086213" y="2991268"/>
            <a:ext cx="18000" cy="18000"/>
          </a:xfrm>
          <a:prstGeom prst="rect">
            <a:avLst/>
          </a:prstGeom>
        </p:spPr>
      </p:pic>
      <p:pic>
        <p:nvPicPr>
          <p:cNvPr id="1622352900" name="Ink 8"/>
          <p:cNvPicPr/>
          <p:nvPr/>
        </p:nvPicPr>
        <p:blipFill>
          <a:blip r:embed="rId4"/>
          <a:stretch/>
        </p:blipFill>
        <p:spPr bwMode="auto">
          <a:xfrm>
            <a:off x="5086213" y="3062548"/>
            <a:ext cx="18000" cy="18000"/>
          </a:xfrm>
          <a:prstGeom prst="rect">
            <a:avLst/>
          </a:prstGeom>
        </p:spPr>
      </p:pic>
      <p:pic>
        <p:nvPicPr>
          <p:cNvPr id="1344660604" name="Ink 9"/>
          <p:cNvPicPr/>
          <p:nvPr/>
        </p:nvPicPr>
        <p:blipFill>
          <a:blip r:embed="rId4"/>
          <a:stretch/>
        </p:blipFill>
        <p:spPr bwMode="auto">
          <a:xfrm>
            <a:off x="5184133" y="3124468"/>
            <a:ext cx="18000" cy="18000"/>
          </a:xfrm>
          <a:prstGeom prst="rect">
            <a:avLst/>
          </a:prstGeom>
        </p:spPr>
      </p:pic>
      <p:pic>
        <p:nvPicPr>
          <p:cNvPr id="1762354271" name="Ink 10"/>
          <p:cNvPicPr/>
          <p:nvPr/>
        </p:nvPicPr>
        <p:blipFill>
          <a:blip r:embed="rId4"/>
          <a:stretch/>
        </p:blipFill>
        <p:spPr bwMode="auto">
          <a:xfrm>
            <a:off x="5317333" y="3062548"/>
            <a:ext cx="18000" cy="18000"/>
          </a:xfrm>
          <a:prstGeom prst="rect">
            <a:avLst/>
          </a:prstGeom>
        </p:spPr>
      </p:pic>
      <p:pic>
        <p:nvPicPr>
          <p:cNvPr id="341629309" name="Ink 11"/>
          <p:cNvPicPr/>
          <p:nvPr/>
        </p:nvPicPr>
        <p:blipFill>
          <a:blip r:embed="rId4"/>
          <a:stretch/>
        </p:blipFill>
        <p:spPr bwMode="auto">
          <a:xfrm>
            <a:off x="5370613" y="2946988"/>
            <a:ext cx="18000" cy="18000"/>
          </a:xfrm>
          <a:prstGeom prst="rect">
            <a:avLst/>
          </a:prstGeom>
        </p:spPr>
      </p:pic>
      <p:pic>
        <p:nvPicPr>
          <p:cNvPr id="2134559177" name="Ink 12"/>
          <p:cNvPicPr/>
          <p:nvPr/>
        </p:nvPicPr>
        <p:blipFill>
          <a:blip r:embed="rId4"/>
          <a:stretch/>
        </p:blipFill>
        <p:spPr bwMode="auto">
          <a:xfrm>
            <a:off x="5423893" y="2911348"/>
            <a:ext cx="18000" cy="18000"/>
          </a:xfrm>
          <a:prstGeom prst="rect">
            <a:avLst/>
          </a:prstGeom>
        </p:spPr>
      </p:pic>
      <p:pic>
        <p:nvPicPr>
          <p:cNvPr id="1929006611" name="Ink 13"/>
          <p:cNvPicPr/>
          <p:nvPr/>
        </p:nvPicPr>
        <p:blipFill>
          <a:blip r:embed="rId4"/>
          <a:stretch/>
        </p:blipFill>
        <p:spPr bwMode="auto">
          <a:xfrm>
            <a:off x="5157493" y="2707228"/>
            <a:ext cx="18000" cy="18000"/>
          </a:xfrm>
          <a:prstGeom prst="rect">
            <a:avLst/>
          </a:prstGeom>
        </p:spPr>
      </p:pic>
      <p:pic>
        <p:nvPicPr>
          <p:cNvPr id="1784904274" name="Ink 14"/>
          <p:cNvPicPr/>
          <p:nvPr/>
        </p:nvPicPr>
        <p:blipFill>
          <a:blip r:embed="rId4"/>
          <a:stretch/>
        </p:blipFill>
        <p:spPr bwMode="auto">
          <a:xfrm>
            <a:off x="5264053" y="2680588"/>
            <a:ext cx="18000" cy="18000"/>
          </a:xfrm>
          <a:prstGeom prst="rect">
            <a:avLst/>
          </a:prstGeom>
        </p:spPr>
      </p:pic>
      <p:sp>
        <p:nvSpPr>
          <p:cNvPr id="1824514440" name="TextBox 2"/>
          <p:cNvSpPr txBox="1">
            <a:spLocks noChangeArrowheads="1"/>
          </p:cNvSpPr>
          <p:nvPr/>
        </p:nvSpPr>
        <p:spPr bwMode="auto">
          <a:xfrm>
            <a:off x="0" y="763588"/>
            <a:ext cx="9144000" cy="738187"/>
          </a:xfrm>
          <a:prstGeom prst="rect">
            <a:avLst/>
          </a:prstGeom>
          <a:noFill/>
          <a:ln>
            <a:noFill/>
          </a:ln>
        </p:spPr>
        <p:txBody>
          <a:bodyPr>
            <a:spAutoFit/>
          </a:bodyPr>
          <a:lstStyle>
            <a:lvl1pPr>
              <a:defRPr sz="2400">
                <a:solidFill>
                  <a:schemeClr val="tx1"/>
                </a:solidFill>
                <a:latin typeface="Arial"/>
              </a:defRPr>
            </a:lvl1pPr>
            <a:lvl2pPr marL="742950" indent="-285750">
              <a:defRPr sz="2400">
                <a:solidFill>
                  <a:schemeClr val="tx1"/>
                </a:solidFill>
                <a:latin typeface="Arial"/>
              </a:defRPr>
            </a:lvl2pPr>
            <a:lvl3pPr marL="1143000" indent="-228600">
              <a:defRPr sz="2400">
                <a:solidFill>
                  <a:schemeClr val="tx1"/>
                </a:solidFill>
                <a:latin typeface="Arial"/>
              </a:defRPr>
            </a:lvl3pPr>
            <a:lvl4pPr marL="1600200" indent="-228600">
              <a:defRPr sz="2400">
                <a:solidFill>
                  <a:schemeClr val="tx1"/>
                </a:solidFill>
                <a:latin typeface="Arial"/>
              </a:defRPr>
            </a:lvl4pPr>
            <a:lvl5pPr marL="2057400" indent="-228600">
              <a:defRPr sz="2400">
                <a:solidFill>
                  <a:schemeClr val="tx1"/>
                </a:solidFill>
                <a:latin typeface="Arial"/>
              </a:defRPr>
            </a:lvl5pPr>
            <a:lvl6pPr marL="2514600" indent="-228600">
              <a:spcBef>
                <a:spcPts val="0"/>
              </a:spcBef>
              <a:spcAft>
                <a:spcPts val="0"/>
              </a:spcAft>
              <a:defRPr sz="2400">
                <a:solidFill>
                  <a:schemeClr val="tx1"/>
                </a:solidFill>
                <a:latin typeface="Arial"/>
              </a:defRPr>
            </a:lvl6pPr>
            <a:lvl7pPr marL="2971800" indent="-228600">
              <a:spcBef>
                <a:spcPts val="0"/>
              </a:spcBef>
              <a:spcAft>
                <a:spcPts val="0"/>
              </a:spcAft>
              <a:defRPr sz="2400">
                <a:solidFill>
                  <a:schemeClr val="tx1"/>
                </a:solidFill>
                <a:latin typeface="Arial"/>
              </a:defRPr>
            </a:lvl7pPr>
            <a:lvl8pPr marL="3429000" indent="-228600">
              <a:spcBef>
                <a:spcPts val="0"/>
              </a:spcBef>
              <a:spcAft>
                <a:spcPts val="0"/>
              </a:spcAft>
              <a:defRPr sz="2400">
                <a:solidFill>
                  <a:schemeClr val="tx1"/>
                </a:solidFill>
                <a:latin typeface="Arial"/>
              </a:defRPr>
            </a:lvl8pPr>
            <a:lvl9pPr marL="3886200" indent="-228600">
              <a:spcBef>
                <a:spcPts val="0"/>
              </a:spcBef>
              <a:spcAft>
                <a:spcPts val="0"/>
              </a:spcAft>
              <a:defRPr sz="2400">
                <a:solidFill>
                  <a:schemeClr val="tx1"/>
                </a:solidFill>
                <a:latin typeface="Arial"/>
              </a:defRPr>
            </a:lvl9pPr>
          </a:lstStyle>
          <a:p>
            <a:pPr>
              <a:defRPr/>
            </a:pPr>
            <a:r>
              <a:rPr lang="en-US" sz="2100">
                <a:solidFill>
                  <a:srgbClr val="FF0000"/>
                </a:solidFill>
              </a:rPr>
              <a:t>The higher the cross-connection (corpus callosum) stronger the intelligence</a:t>
            </a:r>
            <a:endParaRPr/>
          </a:p>
          <a:p>
            <a:pPr>
              <a:defRPr/>
            </a:pPr>
            <a:r>
              <a:rPr lang="en-US" sz="2100">
                <a:solidFill>
                  <a:srgbClr val="FF0000"/>
                </a:solidFill>
              </a:rPr>
              <a:t>Mindful walking build the cross-connection </a:t>
            </a:r>
            <a:endParaRPr/>
          </a:p>
        </p:txBody>
      </p:sp>
      <p:sp>
        <p:nvSpPr>
          <p:cNvPr id="912004012" name="TextBox 2"/>
          <p:cNvSpPr txBox="1"/>
          <p:nvPr/>
        </p:nvSpPr>
        <p:spPr bwMode="auto">
          <a:xfrm>
            <a:off x="9525000" y="1501775"/>
            <a:ext cx="3818674" cy="3785652"/>
          </a:xfrm>
          <a:prstGeom prst="rect">
            <a:avLst/>
          </a:prstGeom>
          <a:noFill/>
        </p:spPr>
        <p:txBody>
          <a:bodyPr wrap="none" rtlCol="0">
            <a:spAutoFit/>
          </a:bodyPr>
          <a:lstStyle/>
          <a:p>
            <a:pPr>
              <a:defRPr/>
            </a:pPr>
            <a:r>
              <a:rPr lang="en-US">
                <a:solidFill>
                  <a:srgbClr val="FFFF00"/>
                </a:solidFill>
              </a:rPr>
              <a:t>How does walking </a:t>
            </a:r>
            <a:endParaRPr/>
          </a:p>
          <a:p>
            <a:pPr>
              <a:defRPr/>
            </a:pPr>
            <a:r>
              <a:rPr lang="en-US">
                <a:solidFill>
                  <a:srgbClr val="FFFF00"/>
                </a:solidFill>
              </a:rPr>
              <a:t>meditation</a:t>
            </a:r>
            <a:endParaRPr/>
          </a:p>
          <a:p>
            <a:pPr>
              <a:defRPr/>
            </a:pPr>
            <a:r>
              <a:rPr lang="en-US">
                <a:solidFill>
                  <a:srgbClr val="FFFF00"/>
                </a:solidFill>
              </a:rPr>
              <a:t>Form corpus callosum</a:t>
            </a:r>
            <a:endParaRPr/>
          </a:p>
          <a:p>
            <a:pPr>
              <a:defRPr/>
            </a:pPr>
            <a:endParaRPr lang="en-US">
              <a:solidFill>
                <a:srgbClr val="FFFF00"/>
              </a:solidFill>
            </a:endParaRPr>
          </a:p>
          <a:p>
            <a:pPr marL="342900" indent="-342900">
              <a:buFont typeface="Arial"/>
              <a:buChar char="•"/>
              <a:defRPr/>
            </a:pPr>
            <a:r>
              <a:rPr lang="en-US">
                <a:solidFill>
                  <a:srgbClr val="FFFF00"/>
                </a:solidFill>
              </a:rPr>
              <a:t>Distinguishing Left/right </a:t>
            </a:r>
            <a:endParaRPr/>
          </a:p>
          <a:p>
            <a:pPr>
              <a:defRPr/>
            </a:pPr>
            <a:r>
              <a:rPr lang="en-US">
                <a:solidFill>
                  <a:srgbClr val="FFFF00"/>
                </a:solidFill>
              </a:rPr>
              <a:t>    Legs -  left brain activity</a:t>
            </a:r>
            <a:endParaRPr/>
          </a:p>
          <a:p>
            <a:pPr>
              <a:defRPr/>
            </a:pPr>
            <a:endParaRPr lang="en-US">
              <a:solidFill>
                <a:srgbClr val="FFFF00"/>
              </a:solidFill>
            </a:endParaRPr>
          </a:p>
          <a:p>
            <a:pPr marL="342900" indent="-342900">
              <a:buFont typeface="Arial"/>
              <a:buChar char="•"/>
              <a:defRPr/>
            </a:pPr>
            <a:r>
              <a:rPr lang="en-US">
                <a:solidFill>
                  <a:srgbClr val="FFFF00"/>
                </a:solidFill>
              </a:rPr>
              <a:t>Detect sensations </a:t>
            </a:r>
            <a:endParaRPr/>
          </a:p>
          <a:p>
            <a:pPr>
              <a:defRPr/>
            </a:pPr>
            <a:r>
              <a:rPr lang="en-US">
                <a:solidFill>
                  <a:srgbClr val="FFFF00"/>
                </a:solidFill>
              </a:rPr>
              <a:t>   right brain </a:t>
            </a:r>
            <a:endParaRPr/>
          </a:p>
          <a:p>
            <a:pPr>
              <a:defRPr/>
            </a:pPr>
            <a:r>
              <a:rPr lang="en-US">
                <a:solidFill>
                  <a:srgbClr val="FFFF00"/>
                </a:solidFill>
              </a:rPr>
              <a:t> </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2111889184" name="Title 1"/>
          <p:cNvSpPr>
            <a:spLocks noChangeArrowheads="1" noGrp="1"/>
          </p:cNvSpPr>
          <p:nvPr>
            <p:ph type="title"/>
          </p:nvPr>
        </p:nvSpPr>
        <p:spPr bwMode="auto"/>
        <p:txBody>
          <a:bodyPr/>
          <a:lstStyle/>
          <a:p>
            <a:pPr>
              <a:defRPr/>
            </a:pPr>
            <a:r>
              <a:rPr lang="en-US" b="1">
                <a:solidFill>
                  <a:srgbClr val="00B050"/>
                </a:solidFill>
              </a:rPr>
              <a:t>EEG Brain Waves</a:t>
            </a:r>
            <a:endParaRPr/>
          </a:p>
        </p:txBody>
      </p:sp>
      <p:sp>
        <p:nvSpPr>
          <p:cNvPr id="80235511" name="Content Placeholder 2"/>
          <p:cNvSpPr>
            <a:spLocks noGrp="1"/>
          </p:cNvSpPr>
          <p:nvPr>
            <p:ph idx="1"/>
          </p:nvPr>
        </p:nvSpPr>
        <p:spPr bwMode="auto">
          <a:xfrm>
            <a:off x="228600" y="1295400"/>
            <a:ext cx="8229600" cy="4530725"/>
          </a:xfrm>
        </p:spPr>
        <p:txBody>
          <a:bodyPr/>
          <a:lstStyle/>
          <a:p>
            <a:pPr algn="just">
              <a:defRPr/>
            </a:pPr>
            <a:r>
              <a:rPr lang="en-US" sz="2800">
                <a:solidFill>
                  <a:srgbClr val="0070C0"/>
                </a:solidFill>
              </a:rPr>
              <a:t>Electrical activity can be </a:t>
            </a:r>
            <a:r>
              <a:rPr lang="en-US" sz="2800">
                <a:solidFill>
                  <a:srgbClr val="0070C0"/>
                </a:solidFill>
                <a:highlight>
                  <a:srgbClr val="FFFF00"/>
                </a:highlight>
              </a:rPr>
              <a:t>captured externally</a:t>
            </a:r>
            <a:r>
              <a:rPr lang="en-US" sz="2800">
                <a:solidFill>
                  <a:srgbClr val="0070C0"/>
                </a:solidFill>
              </a:rPr>
              <a:t> by Electro</a:t>
            </a:r>
            <a:r>
              <a:rPr lang="en-US" sz="2800">
                <a:solidFill>
                  <a:srgbClr val="0070C0"/>
                </a:solidFill>
                <a:highlight>
                  <a:srgbClr val="FFFF00"/>
                </a:highlight>
              </a:rPr>
              <a:t>encephal</a:t>
            </a:r>
            <a:r>
              <a:rPr lang="en-US" sz="2800">
                <a:solidFill>
                  <a:srgbClr val="0070C0"/>
                </a:solidFill>
              </a:rPr>
              <a:t>ography (EEG) Technology (Berger, 1934, after 60 years from Richards)</a:t>
            </a:r>
            <a:endParaRPr/>
          </a:p>
          <a:p>
            <a:pPr>
              <a:defRPr/>
            </a:pPr>
            <a:r>
              <a:rPr lang="en-US" sz="2800">
                <a:solidFill>
                  <a:srgbClr val="FF0000"/>
                </a:solidFill>
              </a:rPr>
              <a:t>An EEG signal primarily comprises different frequency ranges, named as  </a:t>
            </a:r>
            <a:r>
              <a:rPr lang="en-US" sz="2800">
                <a:solidFill>
                  <a:srgbClr val="FF0000"/>
                </a:solidFill>
              </a:rPr>
              <a:t></a:t>
            </a:r>
            <a:r>
              <a:rPr lang="en-US" sz="2800">
                <a:solidFill>
                  <a:srgbClr val="FF0000"/>
                </a:solidFill>
              </a:rPr>
              <a:t>, </a:t>
            </a:r>
            <a:r>
              <a:rPr lang="en-US" sz="2800">
                <a:solidFill>
                  <a:srgbClr val="FF0000"/>
                </a:solidFill>
              </a:rPr>
              <a:t></a:t>
            </a:r>
            <a:r>
              <a:rPr lang="en-US" sz="2800">
                <a:solidFill>
                  <a:srgbClr val="FF0000"/>
                </a:solidFill>
              </a:rPr>
              <a:t>, </a:t>
            </a:r>
            <a:r>
              <a:rPr lang="en-US" sz="2800">
                <a:solidFill>
                  <a:srgbClr val="FF0000"/>
                </a:solidFill>
              </a:rPr>
              <a:t></a:t>
            </a:r>
            <a:r>
              <a:rPr lang="en-US" sz="2800">
                <a:solidFill>
                  <a:srgbClr val="FF0000"/>
                </a:solidFill>
              </a:rPr>
              <a:t>, </a:t>
            </a:r>
            <a:r>
              <a:rPr lang="en-US" sz="2800">
                <a:solidFill>
                  <a:srgbClr val="FF0000"/>
                </a:solidFill>
              </a:rPr>
              <a:t></a:t>
            </a:r>
            <a:r>
              <a:rPr lang="en-US" sz="2800">
                <a:solidFill>
                  <a:srgbClr val="FF0000"/>
                </a:solidFill>
              </a:rPr>
              <a:t> and </a:t>
            </a:r>
            <a:r>
              <a:rPr lang="en-US" sz="2800">
                <a:solidFill>
                  <a:srgbClr val="FF0000"/>
                </a:solidFill>
              </a:rPr>
              <a:t></a:t>
            </a:r>
            <a:r>
              <a:rPr lang="en-US" sz="2800">
                <a:solidFill>
                  <a:srgbClr val="FF0000"/>
                </a:solidFill>
              </a:rPr>
              <a:t>  </a:t>
            </a:r>
            <a:endParaRPr/>
          </a:p>
          <a:p>
            <a:pPr>
              <a:defRPr/>
            </a:pPr>
            <a:r>
              <a:rPr lang="en-US" sz="2800">
                <a:solidFill>
                  <a:srgbClr val="FF0000"/>
                </a:solidFill>
                <a:highlight>
                  <a:srgbClr val="FFFF00"/>
                </a:highlight>
              </a:rPr>
              <a:t>, , </a:t>
            </a:r>
            <a:r>
              <a:rPr lang="en-US" sz="2800">
                <a:solidFill>
                  <a:srgbClr val="FF0000"/>
                </a:solidFill>
                <a:highlight>
                  <a:srgbClr val="FFFF00"/>
                </a:highlight>
              </a:rPr>
              <a:t>, </a:t>
            </a:r>
            <a:r>
              <a:rPr lang="en-US" sz="2800">
                <a:solidFill>
                  <a:srgbClr val="FF0000"/>
                </a:solidFill>
                <a:highlight>
                  <a:srgbClr val="FFFF00"/>
                </a:highlight>
              </a:rPr>
              <a:t>, </a:t>
            </a:r>
            <a:r>
              <a:rPr lang="en-US" sz="2800">
                <a:solidFill>
                  <a:srgbClr val="FF0000"/>
                </a:solidFill>
                <a:highlight>
                  <a:srgbClr val="FFFF00"/>
                </a:highlight>
              </a:rPr>
              <a:t>and </a:t>
            </a:r>
            <a:r>
              <a:rPr lang="en-US" sz="2800">
                <a:solidFill>
                  <a:srgbClr val="FF0000"/>
                </a:solidFill>
                <a:highlight>
                  <a:srgbClr val="FFFF00"/>
                </a:highlight>
              </a:rPr>
              <a:t> </a:t>
            </a:r>
            <a:r>
              <a:rPr lang="en-US" sz="2800">
                <a:solidFill>
                  <a:srgbClr val="FF0000"/>
                </a:solidFill>
              </a:rPr>
              <a:t>in increasing order of frequency</a:t>
            </a:r>
            <a:endParaRPr/>
          </a:p>
          <a:p>
            <a:pPr>
              <a:defRPr/>
            </a:pPr>
            <a:r>
              <a:rPr lang="en-US" sz="2800">
                <a:solidFill>
                  <a:srgbClr val="FF0000"/>
                </a:solidFill>
              </a:rPr>
              <a:t>All the tasks/locations emit electrical signals as a combination of the above waves</a:t>
            </a:r>
            <a:endParaRPr/>
          </a:p>
          <a:p>
            <a:pPr>
              <a:defRPr/>
            </a:pPr>
            <a:r>
              <a:rPr lang="en-US" sz="2800">
                <a:solidFill>
                  <a:srgbClr val="FF0000"/>
                </a:solidFill>
              </a:rPr>
              <a:t>p</a:t>
            </a:r>
            <a:r>
              <a:rPr lang="en-US" sz="2800">
                <a:solidFill>
                  <a:srgbClr val="3333FF"/>
                </a:solidFill>
              </a:rPr>
              <a:t></a:t>
            </a:r>
            <a:r>
              <a:rPr lang="en-US" sz="2800">
                <a:solidFill>
                  <a:srgbClr val="FF0000"/>
                </a:solidFill>
              </a:rPr>
              <a:t>, q</a:t>
            </a:r>
            <a:r>
              <a:rPr lang="en-US" sz="2800">
                <a:solidFill>
                  <a:srgbClr val="3333FF"/>
                </a:solidFill>
              </a:rPr>
              <a:t></a:t>
            </a:r>
            <a:r>
              <a:rPr lang="en-US" sz="2800">
                <a:solidFill>
                  <a:srgbClr val="FF0000"/>
                </a:solidFill>
              </a:rPr>
              <a:t>, r</a:t>
            </a:r>
            <a:r>
              <a:rPr lang="en-US" sz="2800">
                <a:solidFill>
                  <a:srgbClr val="3333FF"/>
                </a:solidFill>
              </a:rPr>
              <a:t></a:t>
            </a:r>
            <a:r>
              <a:rPr lang="en-US" sz="2800">
                <a:solidFill>
                  <a:srgbClr val="FF0000"/>
                </a:solidFill>
              </a:rPr>
              <a:t>, s</a:t>
            </a:r>
            <a:r>
              <a:rPr lang="en-US" sz="2800">
                <a:solidFill>
                  <a:srgbClr val="3333FF"/>
                </a:solidFill>
              </a:rPr>
              <a:t></a:t>
            </a:r>
            <a:r>
              <a:rPr lang="en-US" sz="2800">
                <a:solidFill>
                  <a:srgbClr val="FF0000"/>
                </a:solidFill>
              </a:rPr>
              <a:t>, t</a:t>
            </a:r>
            <a:r>
              <a:rPr lang="en-US" sz="2800">
                <a:solidFill>
                  <a:srgbClr val="3333FF"/>
                </a:solidFill>
              </a:rPr>
              <a:t> - </a:t>
            </a:r>
            <a:r>
              <a:rPr lang="en-US" sz="2800">
                <a:solidFill>
                  <a:srgbClr val="3333FF"/>
                </a:solidFill>
              </a:rPr>
              <a:t>p,q,r,s,t</a:t>
            </a:r>
            <a:r>
              <a:rPr lang="en-US" sz="2800">
                <a:solidFill>
                  <a:srgbClr val="3333FF"/>
                </a:solidFill>
              </a:rPr>
              <a:t> to be determined      </a:t>
            </a:r>
            <a:endParaRPr lang="en-US" sz="2800">
              <a:solidFill>
                <a:srgbClr val="3333FF"/>
              </a:solidFill>
            </a:endParaRPr>
          </a:p>
          <a:p>
            <a:pPr>
              <a:defRPr/>
            </a:pPr>
            <a:endParaRPr lang="en-US" sz="2800">
              <a:solidFill>
                <a:srgbClr val="FF0000"/>
              </a:solidFill>
            </a:endParaRPr>
          </a:p>
          <a:p>
            <a:pPr>
              <a:defRPr/>
            </a:pPr>
            <a:endParaRPr lang="en-US" sz="2800">
              <a:solidFill>
                <a:srgbClr val="FF0000"/>
              </a:solidFill>
            </a:endParaRPr>
          </a:p>
          <a:p>
            <a:pPr marL="0" indent="0">
              <a:buFont typeface="Wingdings"/>
              <a:buNone/>
              <a:defRPr/>
            </a:pPr>
            <a:r>
              <a:rPr lang="en-US" sz="2800">
                <a:solidFill>
                  <a:srgbClr val="0070C0"/>
                </a:solidFill>
              </a:rPr>
              <a:t> </a:t>
            </a:r>
            <a:endParaRPr/>
          </a:p>
          <a:p>
            <a:pPr>
              <a:defRPr/>
            </a:pPr>
            <a:endParaRPr lang="en-US"/>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536137323" name="Title 1"/>
          <p:cNvSpPr>
            <a:spLocks noChangeArrowheads="1" noGrp="1"/>
          </p:cNvSpPr>
          <p:nvPr>
            <p:ph type="title"/>
          </p:nvPr>
        </p:nvSpPr>
        <p:spPr bwMode="auto"/>
        <p:txBody>
          <a:bodyPr/>
          <a:lstStyle/>
          <a:p>
            <a:pPr>
              <a:defRPr/>
            </a:pPr>
            <a:r>
              <a:rPr lang="en-US" b="1">
                <a:solidFill>
                  <a:srgbClr val="00B050"/>
                </a:solidFill>
              </a:rPr>
              <a:t>EEG Brain Waves</a:t>
            </a:r>
            <a:endParaRPr/>
          </a:p>
        </p:txBody>
      </p:sp>
      <p:sp>
        <p:nvSpPr>
          <p:cNvPr id="305429095" name="Content Placeholder 2"/>
          <p:cNvSpPr>
            <a:spLocks noChangeArrowheads="1" noGrp="1"/>
          </p:cNvSpPr>
          <p:nvPr>
            <p:ph idx="1"/>
          </p:nvPr>
        </p:nvSpPr>
        <p:spPr bwMode="auto">
          <a:xfrm>
            <a:off x="457200" y="1646238"/>
            <a:ext cx="8229600" cy="4525962"/>
          </a:xfrm>
        </p:spPr>
        <p:txBody>
          <a:bodyPr/>
          <a:lstStyle/>
          <a:p>
            <a:pPr>
              <a:buFont typeface="Arial"/>
              <a:buNone/>
              <a:defRPr/>
            </a:pPr>
            <a:endParaRPr lang="en-US"/>
          </a:p>
        </p:txBody>
      </p:sp>
      <p:pic>
        <p:nvPicPr>
          <p:cNvPr id="1196305685" name="Picture 4"/>
          <p:cNvPicPr>
            <a:picLocks noChangeAspect="1" noChangeArrowheads="1"/>
          </p:cNvPicPr>
          <p:nvPr/>
        </p:nvPicPr>
        <p:blipFill>
          <a:blip r:embed="rId3"/>
          <a:srcRect l="0" t="0" r="1793" b="0"/>
          <a:stretch/>
        </p:blipFill>
        <p:spPr bwMode="auto">
          <a:xfrm>
            <a:off x="-431799" y="1408113"/>
            <a:ext cx="9118600" cy="5000625"/>
          </a:xfrm>
          <a:prstGeom prst="rect">
            <a:avLst/>
          </a:prstGeom>
          <a:noFill/>
          <a:ln>
            <a:noFill/>
          </a:ln>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066947756" name="Title 1"/>
          <p:cNvSpPr>
            <a:spLocks noChangeArrowheads="1" noGrp="1"/>
          </p:cNvSpPr>
          <p:nvPr>
            <p:ph type="title"/>
          </p:nvPr>
        </p:nvSpPr>
        <p:spPr bwMode="auto"/>
        <p:txBody>
          <a:bodyPr/>
          <a:lstStyle/>
          <a:p>
            <a:pPr>
              <a:defRPr/>
            </a:pPr>
            <a:r>
              <a:rPr lang="en-US" b="1">
                <a:solidFill>
                  <a:srgbClr val="00B050"/>
                </a:solidFill>
              </a:rPr>
              <a:t>EEG Waves</a:t>
            </a:r>
            <a:endParaRPr/>
          </a:p>
        </p:txBody>
      </p:sp>
      <p:pic>
        <p:nvPicPr>
          <p:cNvPr id="1986623865" name="Content Placeholder 4" descr="Diagram&#10;&#10;Description automatically generated with low confidence"/>
          <p:cNvPicPr>
            <a:picLocks noChangeAspect="1" noChangeArrowheads="1" noGrp="1"/>
          </p:cNvPicPr>
          <p:nvPr>
            <p:ph idx="1"/>
          </p:nvPr>
        </p:nvPicPr>
        <p:blipFill>
          <a:blip r:embed="rId3"/>
          <a:stretch/>
        </p:blipFill>
        <p:spPr bwMode="auto">
          <a:xfrm>
            <a:off x="838200" y="1600200"/>
            <a:ext cx="7620000" cy="4224338"/>
          </a:xfr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680918918" name="Title 1"/>
          <p:cNvSpPr>
            <a:spLocks noChangeArrowheads="1" noGrp="1"/>
          </p:cNvSpPr>
          <p:nvPr>
            <p:ph type="title"/>
          </p:nvPr>
        </p:nvSpPr>
        <p:spPr bwMode="auto"/>
        <p:txBody>
          <a:bodyPr/>
          <a:lstStyle/>
          <a:p>
            <a:pPr>
              <a:defRPr/>
            </a:pPr>
            <a:r>
              <a:rPr lang="en-US" b="1">
                <a:solidFill>
                  <a:srgbClr val="00B050"/>
                </a:solidFill>
              </a:rPr>
              <a:t>Details of Wavebands</a:t>
            </a:r>
            <a:endParaRPr/>
          </a:p>
        </p:txBody>
      </p:sp>
      <p:graphicFrame>
        <p:nvGraphicFramePr>
          <p:cNvPr id="539012178" name="Content Placeholder 3"/>
          <p:cNvGraphicFramePr>
            <a:graphicFrameLocks xmlns:a="http://schemas.openxmlformats.org/drawingml/2006/main" noGrp="1"/>
          </p:cNvGraphicFramePr>
          <p:nvPr>
            <p:ph idx="1"/>
          </p:nvPr>
        </p:nvGraphicFramePr>
        <p:xfrm>
          <a:off x="838200" y="1676400"/>
          <a:ext cx="7924800" cy="3571877"/>
        </p:xfrm>
        <a:graphic>
          <a:graphicData uri="http://schemas.openxmlformats.org/drawingml/2006/table">
            <a:tbl>
              <a:tblPr firstRow="1" firstCol="0" lastRow="0" lastCol="0" bandRow="1" bandCol="0">
                <a:tableStyleId>{5C22544A-7EE6-4342-B048-85BDC9FD1C3A}</a:tableStyleId>
              </a:tblPr>
              <a:tblGrid>
                <a:gridCol w="2247331"/>
                <a:gridCol w="1498221"/>
                <a:gridCol w="4179248"/>
              </a:tblGrid>
              <a:tr h="370933">
                <a:tc>
                  <a:txBody>
                    <a:bodyPr/>
                    <a:p>
                      <a:pPr>
                        <a:defRPr/>
                      </a:pPr>
                      <a:r>
                        <a:rPr lang="en-US" sz="1800"/>
                        <a:t>Wave Band</a:t>
                      </a:r>
                      <a:endParaRPr/>
                    </a:p>
                  </a:txBody>
                  <a:tcPr marT="45731" marB="45731"/>
                </a:tc>
                <a:tc>
                  <a:txBody>
                    <a:bodyPr/>
                    <a:p>
                      <a:pPr>
                        <a:defRPr/>
                      </a:pPr>
                      <a:r>
                        <a:rPr lang="en-US" sz="1800"/>
                        <a:t>Frequency</a:t>
                      </a:r>
                      <a:endParaRPr/>
                    </a:p>
                  </a:txBody>
                  <a:tcPr marT="45731" marB="45731"/>
                </a:tc>
                <a:tc>
                  <a:txBody>
                    <a:bodyPr/>
                    <a:p>
                      <a:pPr>
                        <a:defRPr/>
                      </a:pPr>
                      <a:r>
                        <a:rPr lang="en-US" sz="1800"/>
                        <a:t>Functions</a:t>
                      </a:r>
                      <a:endParaRPr/>
                    </a:p>
                  </a:txBody>
                  <a:tcPr marT="45731" marB="45731"/>
                </a:tc>
              </a:tr>
              <a:tr h="640240">
                <a:tc>
                  <a:txBody>
                    <a:bodyPr/>
                    <a:p>
                      <a:pPr>
                        <a:defRPr/>
                      </a:pPr>
                      <a:r>
                        <a:rPr lang="en-US" sz="1800"/>
                        <a:t>Delta (Sleep)</a:t>
                      </a:r>
                      <a:endParaRPr/>
                    </a:p>
                  </a:txBody>
                  <a:tcPr marT="45731" marB="45731"/>
                </a:tc>
                <a:tc>
                  <a:txBody>
                    <a:bodyPr/>
                    <a:p>
                      <a:pPr>
                        <a:defRPr/>
                      </a:pPr>
                      <a:r>
                        <a:rPr lang="en-US" sz="1800"/>
                        <a:t>0.5-3Hz</a:t>
                      </a:r>
                      <a:endParaRPr/>
                    </a:p>
                  </a:txBody>
                  <a:tcPr marT="45731" marB="45731"/>
                </a:tc>
                <a:tc>
                  <a:txBody>
                    <a:bodyPr/>
                    <a:p>
                      <a:pPr>
                        <a:defRPr/>
                      </a:pPr>
                      <a:r>
                        <a:rPr lang="en-US" sz="1800"/>
                        <a:t>Deep sleep, unconsciousness, anesthetic conditions</a:t>
                      </a:r>
                      <a:endParaRPr/>
                    </a:p>
                  </a:txBody>
                  <a:tcPr marT="45731" marB="45731"/>
                </a:tc>
              </a:tr>
              <a:tr h="640176">
                <a:tc>
                  <a:txBody>
                    <a:bodyPr/>
                    <a:p>
                      <a:pPr>
                        <a:defRPr/>
                      </a:pPr>
                      <a:r>
                        <a:rPr lang="en-US" sz="1800"/>
                        <a:t>Theta (Drowsy)</a:t>
                      </a:r>
                      <a:endParaRPr/>
                    </a:p>
                  </a:txBody>
                  <a:tcPr marT="45731" marB="45731"/>
                </a:tc>
                <a:tc>
                  <a:txBody>
                    <a:bodyPr/>
                    <a:p>
                      <a:pPr>
                        <a:defRPr/>
                      </a:pPr>
                      <a:r>
                        <a:rPr lang="en-US" sz="1800"/>
                        <a:t>4-7Hz</a:t>
                      </a:r>
                      <a:endParaRPr/>
                    </a:p>
                  </a:txBody>
                  <a:tcPr marT="45731" marB="45731"/>
                </a:tc>
                <a:tc>
                  <a:txBody>
                    <a:bodyPr/>
                    <a:p>
                      <a:pPr>
                        <a:defRPr/>
                      </a:pPr>
                      <a:r>
                        <a:rPr lang="en-US" sz="1800"/>
                        <a:t>Dreaming sleep, deep meditation, drowsy, problem solving</a:t>
                      </a:r>
                      <a:endParaRPr/>
                    </a:p>
                  </a:txBody>
                  <a:tcPr marT="45731" marB="45731"/>
                </a:tc>
              </a:tr>
              <a:tr h="640176">
                <a:tc>
                  <a:txBody>
                    <a:bodyPr/>
                    <a:p>
                      <a:pPr>
                        <a:defRPr/>
                      </a:pPr>
                      <a:r>
                        <a:rPr lang="en-US" sz="1800"/>
                        <a:t>Alpha (Relax)</a:t>
                      </a:r>
                      <a:endParaRPr/>
                    </a:p>
                  </a:txBody>
                  <a:tcPr marT="45731" marB="45731"/>
                </a:tc>
                <a:tc>
                  <a:txBody>
                    <a:bodyPr/>
                    <a:p>
                      <a:pPr>
                        <a:defRPr/>
                      </a:pPr>
                      <a:r>
                        <a:rPr lang="en-US" sz="1800"/>
                        <a:t>8-13Hz</a:t>
                      </a:r>
                      <a:endParaRPr/>
                    </a:p>
                  </a:txBody>
                  <a:tcPr marT="45731" marB="45731"/>
                </a:tc>
                <a:tc>
                  <a:txBody>
                    <a:bodyPr/>
                    <a:p>
                      <a:pPr>
                        <a:defRPr/>
                      </a:pPr>
                      <a:r>
                        <a:rPr lang="en-US" sz="1800"/>
                        <a:t>Consciousness, relax, not thinking, Blinking</a:t>
                      </a:r>
                      <a:r>
                        <a:rPr lang="en-US" sz="1800"/>
                        <a:t> </a:t>
                      </a:r>
                      <a:endParaRPr lang="en-US" sz="1800"/>
                    </a:p>
                  </a:txBody>
                  <a:tcPr marT="45731" marB="45731"/>
                </a:tc>
              </a:tr>
              <a:tr h="640176">
                <a:tc>
                  <a:txBody>
                    <a:bodyPr/>
                    <a:p>
                      <a:pPr>
                        <a:defRPr/>
                      </a:pPr>
                      <a:r>
                        <a:rPr lang="en-US" sz="1800"/>
                        <a:t>Beta (Active)</a:t>
                      </a:r>
                      <a:endParaRPr/>
                    </a:p>
                  </a:txBody>
                  <a:tcPr marT="45731" marB="45731"/>
                </a:tc>
                <a:tc>
                  <a:txBody>
                    <a:bodyPr/>
                    <a:p>
                      <a:pPr>
                        <a:defRPr/>
                      </a:pPr>
                      <a:r>
                        <a:rPr lang="en-US" sz="1800"/>
                        <a:t>14-30Hz</a:t>
                      </a:r>
                      <a:endParaRPr/>
                    </a:p>
                  </a:txBody>
                  <a:tcPr marT="45731" marB="45731"/>
                </a:tc>
                <a:tc>
                  <a:txBody>
                    <a:bodyPr/>
                    <a:p>
                      <a:pPr>
                        <a:defRPr/>
                      </a:pPr>
                      <a:r>
                        <a:rPr lang="en-US" sz="1800"/>
                        <a:t>Concentration, Alertness, working, </a:t>
                      </a:r>
                      <a:r>
                        <a:rPr lang="en-US" sz="1800"/>
                        <a:t> Thinking, anxiety, fear, stress</a:t>
                      </a:r>
                      <a:endParaRPr lang="en-US" sz="1800"/>
                    </a:p>
                  </a:txBody>
                  <a:tcPr marT="45731" marB="45731"/>
                </a:tc>
              </a:tr>
              <a:tr h="640176">
                <a:tc>
                  <a:txBody>
                    <a:bodyPr/>
                    <a:p>
                      <a:pPr>
                        <a:defRPr/>
                      </a:pPr>
                      <a:r>
                        <a:rPr lang="en-US" sz="1800"/>
                        <a:t>Gamma (Excited)</a:t>
                      </a:r>
                      <a:endParaRPr/>
                    </a:p>
                  </a:txBody>
                  <a:tcPr marT="45731" marB="45731"/>
                </a:tc>
                <a:tc>
                  <a:txBody>
                    <a:bodyPr/>
                    <a:p>
                      <a:pPr>
                        <a:defRPr/>
                      </a:pPr>
                      <a:r>
                        <a:rPr lang="en-US" sz="1800"/>
                        <a:t>31-50Hz</a:t>
                      </a:r>
                      <a:endParaRPr/>
                    </a:p>
                  </a:txBody>
                  <a:tcPr marT="45731" marB="45731"/>
                </a:tc>
                <a:tc>
                  <a:txBody>
                    <a:bodyPr/>
                    <a:p>
                      <a:pPr>
                        <a:defRPr/>
                      </a:pPr>
                      <a:r>
                        <a:rPr lang="en-US" sz="1800"/>
                        <a:t>Cognition,</a:t>
                      </a:r>
                      <a:r>
                        <a:rPr lang="en-US" sz="1800"/>
                        <a:t> Perceptual activity, memory recall</a:t>
                      </a:r>
                      <a:endParaRPr lang="en-US" sz="1800"/>
                    </a:p>
                  </a:txBody>
                  <a:tcPr marT="45731" marB="45731"/>
                </a:tc>
              </a:tr>
            </a:tbl>
          </a:graphicData>
        </a:graphic>
      </p:graphicFrame>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380945199" name="Title 1"/>
          <p:cNvSpPr>
            <a:spLocks noChangeArrowheads="1" noGrp="1"/>
          </p:cNvSpPr>
          <p:nvPr>
            <p:ph type="title"/>
          </p:nvPr>
        </p:nvSpPr>
        <p:spPr bwMode="auto"/>
        <p:txBody>
          <a:bodyPr/>
          <a:lstStyle/>
          <a:p>
            <a:pPr>
              <a:defRPr/>
            </a:pPr>
            <a:r>
              <a:rPr lang="en-US" b="1">
                <a:solidFill>
                  <a:srgbClr val="00B050"/>
                </a:solidFill>
              </a:rPr>
              <a:t>Capturing Brain waves</a:t>
            </a:r>
            <a:endParaRPr/>
          </a:p>
        </p:txBody>
      </p:sp>
      <p:sp>
        <p:nvSpPr>
          <p:cNvPr id="1965589390" name="Content Placeholder 2"/>
          <p:cNvSpPr>
            <a:spLocks noChangeArrowheads="1" noGrp="1"/>
          </p:cNvSpPr>
          <p:nvPr>
            <p:ph idx="1"/>
          </p:nvPr>
        </p:nvSpPr>
        <p:spPr bwMode="auto">
          <a:xfrm>
            <a:off x="457200" y="1544638"/>
            <a:ext cx="8229600" cy="4530725"/>
          </a:xfrm>
        </p:spPr>
        <p:txBody>
          <a:bodyPr/>
          <a:lstStyle/>
          <a:p>
            <a:pPr>
              <a:defRPr/>
            </a:pPr>
            <a:r>
              <a:rPr lang="en-US">
                <a:solidFill>
                  <a:srgbClr val="0070C0"/>
                </a:solidFill>
              </a:rPr>
              <a:t>Emotive EPOC</a:t>
            </a:r>
            <a:endParaRPr/>
          </a:p>
          <a:p>
            <a:pPr>
              <a:defRPr/>
            </a:pPr>
            <a:endParaRPr lang="en-US"/>
          </a:p>
          <a:p>
            <a:pPr>
              <a:defRPr/>
            </a:pPr>
            <a:endParaRPr lang="en-US"/>
          </a:p>
          <a:p>
            <a:pPr>
              <a:defRPr/>
            </a:pPr>
            <a:endParaRPr lang="en-US"/>
          </a:p>
          <a:p>
            <a:pPr>
              <a:defRPr/>
            </a:pPr>
            <a:r>
              <a:rPr lang="en-US">
                <a:solidFill>
                  <a:srgbClr val="0070C0"/>
                </a:solidFill>
              </a:rPr>
              <a:t>NeuroSky Mindwave</a:t>
            </a:r>
            <a:endParaRPr/>
          </a:p>
          <a:p>
            <a:pPr>
              <a:defRPr/>
            </a:pPr>
            <a:endParaRPr lang="en-US">
              <a:solidFill>
                <a:srgbClr val="0070C0"/>
              </a:solidFill>
            </a:endParaRPr>
          </a:p>
          <a:p>
            <a:pPr>
              <a:defRPr/>
            </a:pPr>
            <a:endParaRPr lang="en-US">
              <a:solidFill>
                <a:srgbClr val="0070C0"/>
              </a:solidFill>
            </a:endParaRPr>
          </a:p>
          <a:p>
            <a:pPr>
              <a:defRPr/>
            </a:pPr>
            <a:r>
              <a:rPr lang="en-US">
                <a:solidFill>
                  <a:srgbClr val="0070C0"/>
                </a:solidFill>
              </a:rPr>
              <a:t>Muse </a:t>
            </a:r>
            <a:endParaRPr/>
          </a:p>
          <a:p>
            <a:pPr>
              <a:buFont typeface="Arial"/>
              <a:buNone/>
              <a:defRPr/>
            </a:pPr>
            <a:endParaRPr lang="en-US"/>
          </a:p>
        </p:txBody>
      </p:sp>
      <p:pic>
        <p:nvPicPr>
          <p:cNvPr id="2069513215" name="Picture 2" descr="epoc"/>
          <p:cNvPicPr>
            <a:picLocks noChangeAspect="1" noChangeArrowheads="1"/>
          </p:cNvPicPr>
          <p:nvPr/>
        </p:nvPicPr>
        <p:blipFill>
          <a:blip r:embed="rId3"/>
          <a:stretch/>
        </p:blipFill>
        <p:spPr bwMode="auto">
          <a:xfrm>
            <a:off x="5181600" y="1143000"/>
            <a:ext cx="3059113" cy="1905000"/>
          </a:xfrm>
          <a:prstGeom prst="rect">
            <a:avLst/>
          </a:prstGeom>
          <a:noFill/>
          <a:ln>
            <a:noFill/>
          </a:ln>
        </p:spPr>
      </p:pic>
      <p:pic>
        <p:nvPicPr>
          <p:cNvPr id="1394714245" name="Picture 3" descr="images"/>
          <p:cNvPicPr>
            <a:picLocks noChangeAspect="1" noChangeArrowheads="1"/>
          </p:cNvPicPr>
          <p:nvPr/>
        </p:nvPicPr>
        <p:blipFill>
          <a:blip r:embed="rId4"/>
          <a:stretch/>
        </p:blipFill>
        <p:spPr bwMode="auto">
          <a:xfrm>
            <a:off x="5240338" y="3013075"/>
            <a:ext cx="3000375" cy="2590800"/>
          </a:xfrm>
          <a:prstGeom prst="rect">
            <a:avLst/>
          </a:prstGeom>
          <a:noFill/>
          <a:ln>
            <a:noFill/>
          </a:ln>
        </p:spPr>
      </p:pic>
      <p:pic>
        <p:nvPicPr>
          <p:cNvPr id="332839727" name="Picture 2"/>
          <p:cNvPicPr>
            <a:picLocks noChangeAspect="1" noChangeArrowheads="1"/>
          </p:cNvPicPr>
          <p:nvPr/>
        </p:nvPicPr>
        <p:blipFill>
          <a:blip r:embed="rId5"/>
          <a:stretch/>
        </p:blipFill>
        <p:spPr bwMode="auto">
          <a:xfrm>
            <a:off x="2057400" y="4494213"/>
            <a:ext cx="2781300" cy="1638300"/>
          </a:xfrm>
          <a:prstGeom prst="rect">
            <a:avLst/>
          </a:prstGeom>
          <a:noFill/>
          <a:ln>
            <a:noFill/>
          </a:ln>
        </p:spPr>
      </p:pic>
      <p:sp>
        <p:nvSpPr>
          <p:cNvPr id="2053930234" name="Oval 1"/>
          <p:cNvSpPr/>
          <p:nvPr/>
        </p:nvSpPr>
        <p:spPr bwMode="auto">
          <a:xfrm>
            <a:off x="5257800" y="3571875"/>
            <a:ext cx="477838" cy="466725"/>
          </a:xfrm>
          <a:prstGeom prst="ellipse">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defRPr/>
            </a:pPr>
            <a:endParaRPr lang="en-US"/>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222218529" name="Title 1"/>
          <p:cNvSpPr>
            <a:spLocks noChangeArrowheads="1" noGrp="1"/>
          </p:cNvSpPr>
          <p:nvPr>
            <p:ph type="title"/>
          </p:nvPr>
        </p:nvSpPr>
        <p:spPr bwMode="auto">
          <a:xfrm>
            <a:off x="457200" y="304800"/>
            <a:ext cx="8229600" cy="1139825"/>
          </a:xfrm>
        </p:spPr>
        <p:txBody>
          <a:bodyPr/>
          <a:lstStyle/>
          <a:p>
            <a:pPr>
              <a:defRPr/>
            </a:pPr>
            <a:r>
              <a:rPr lang="en-US" b="1">
                <a:solidFill>
                  <a:srgbClr val="00B050"/>
                </a:solidFill>
              </a:rPr>
              <a:t>Homework for next week</a:t>
            </a:r>
            <a:endParaRPr/>
          </a:p>
        </p:txBody>
      </p:sp>
      <p:sp>
        <p:nvSpPr>
          <p:cNvPr id="1101302869" name="Content Placeholder 2"/>
          <p:cNvSpPr>
            <a:spLocks noChangeArrowheads="1" noGrp="1"/>
          </p:cNvSpPr>
          <p:nvPr>
            <p:ph idx="1"/>
          </p:nvPr>
        </p:nvSpPr>
        <p:spPr bwMode="auto">
          <a:xfrm>
            <a:off x="-14288" y="1295400"/>
            <a:ext cx="9677401" cy="4530725"/>
          </a:xfrm>
        </p:spPr>
        <p:txBody>
          <a:bodyPr/>
          <a:lstStyle/>
          <a:p>
            <a:pPr>
              <a:defRPr/>
            </a:pPr>
            <a:r>
              <a:rPr lang="en-US" sz="2500">
                <a:solidFill>
                  <a:srgbClr val="0070C0"/>
                </a:solidFill>
              </a:rPr>
              <a:t>Conduct a survey on devices to capture EEG waves </a:t>
            </a:r>
            <a:endParaRPr/>
          </a:p>
          <a:p>
            <a:pPr lvl="1">
              <a:defRPr/>
            </a:pPr>
            <a:r>
              <a:rPr lang="en-US" sz="2500">
                <a:solidFill>
                  <a:srgbClr val="0070C0"/>
                </a:solidFill>
              </a:rPr>
              <a:t>Number of sensors</a:t>
            </a:r>
            <a:endParaRPr/>
          </a:p>
          <a:p>
            <a:pPr lvl="1">
              <a:defRPr/>
            </a:pPr>
            <a:r>
              <a:rPr lang="en-US" sz="2500">
                <a:solidFill>
                  <a:srgbClr val="0070C0"/>
                </a:solidFill>
              </a:rPr>
              <a:t>Status of sensors (dry/wet)</a:t>
            </a:r>
            <a:endParaRPr/>
          </a:p>
          <a:p>
            <a:pPr lvl="1">
              <a:defRPr/>
            </a:pPr>
            <a:r>
              <a:rPr lang="en-US" sz="2500">
                <a:solidFill>
                  <a:srgbClr val="0070C0"/>
                </a:solidFill>
              </a:rPr>
              <a:t>Which kind of application</a:t>
            </a:r>
            <a:endParaRPr/>
          </a:p>
          <a:p>
            <a:pPr lvl="1">
              <a:defRPr/>
            </a:pPr>
            <a:r>
              <a:rPr lang="en-US" sz="2500">
                <a:solidFill>
                  <a:srgbClr val="0070C0"/>
                </a:solidFill>
                <a:highlight>
                  <a:srgbClr val="FFFF00"/>
                </a:highlight>
              </a:rPr>
              <a:t>Access to raw data for our analysis</a:t>
            </a:r>
            <a:endParaRPr/>
          </a:p>
          <a:p>
            <a:pPr lvl="1">
              <a:defRPr/>
            </a:pPr>
            <a:r>
              <a:rPr lang="en-US" sz="2500">
                <a:solidFill>
                  <a:srgbClr val="0070C0"/>
                </a:solidFill>
              </a:rPr>
              <a:t>Cost</a:t>
            </a:r>
            <a:endParaRPr/>
          </a:p>
          <a:p>
            <a:pPr lvl="1">
              <a:defRPr/>
            </a:pPr>
            <a:r>
              <a:rPr lang="en-US" sz="2500">
                <a:solidFill>
                  <a:srgbClr val="0070C0"/>
                </a:solidFill>
              </a:rPr>
              <a:t>Portability</a:t>
            </a:r>
            <a:endParaRPr/>
          </a:p>
          <a:p>
            <a:pPr lvl="1">
              <a:defRPr/>
            </a:pPr>
            <a:r>
              <a:rPr lang="en-US" sz="2500">
                <a:solidFill>
                  <a:srgbClr val="0070C0"/>
                </a:solidFill>
              </a:rPr>
              <a:t>Usability</a:t>
            </a:r>
            <a:endParaRPr/>
          </a:p>
          <a:p>
            <a:pPr lvl="1">
              <a:defRPr/>
            </a:pPr>
            <a:r>
              <a:rPr lang="en-US" sz="2500">
                <a:solidFill>
                  <a:srgbClr val="0070C0"/>
                </a:solidFill>
              </a:rPr>
              <a:t>………..</a:t>
            </a:r>
            <a:endParaRPr/>
          </a:p>
          <a:p>
            <a:pPr>
              <a:defRPr/>
            </a:pPr>
            <a:r>
              <a:rPr lang="en-US" sz="2500">
                <a:solidFill>
                  <a:srgbClr val="0070C0"/>
                </a:solidFill>
              </a:rPr>
              <a:t>Do the presentation next week</a:t>
            </a:r>
            <a:endParaRPr/>
          </a:p>
        </p:txBody>
      </p:sp>
      <p:sp>
        <p:nvSpPr>
          <p:cNvPr id="613436293" name="Oval 1"/>
          <p:cNvSpPr/>
          <p:nvPr/>
        </p:nvSpPr>
        <p:spPr bwMode="auto">
          <a:xfrm>
            <a:off x="7239000" y="5062537"/>
            <a:ext cx="1752599" cy="1000125"/>
          </a:xfrm>
          <a:prstGeom prst="ellipse">
            <a:avLst/>
          </a:prstGeom>
          <a:solidFill>
            <a:srgbClr val="3333FF"/>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1600"/>
              <a:t>2</a:t>
            </a:r>
            <a:endParaRPr/>
          </a:p>
          <a:p>
            <a:pPr algn="ctr">
              <a:defRPr/>
            </a:pPr>
            <a:r>
              <a:rPr lang="en-US" sz="1600"/>
              <a:t>08/03/2026</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319136030" name="Title 1"/>
          <p:cNvSpPr>
            <a:spLocks noChangeArrowheads="1" noGrp="1"/>
          </p:cNvSpPr>
          <p:nvPr>
            <p:ph type="title"/>
          </p:nvPr>
        </p:nvSpPr>
        <p:spPr bwMode="auto">
          <a:xfrm>
            <a:off x="381000" y="152400"/>
            <a:ext cx="8229600" cy="1139825"/>
          </a:xfrm>
        </p:spPr>
        <p:txBody>
          <a:bodyPr/>
          <a:lstStyle/>
          <a:p>
            <a:pPr>
              <a:defRPr/>
            </a:pPr>
            <a:r>
              <a:rPr lang="en-US" b="1">
                <a:solidFill>
                  <a:srgbClr val="00B050"/>
                </a:solidFill>
              </a:rPr>
              <a:t>Exercise 3</a:t>
            </a:r>
            <a:endParaRPr/>
          </a:p>
        </p:txBody>
      </p:sp>
      <p:sp>
        <p:nvSpPr>
          <p:cNvPr id="942009037" name="Content Placeholder 2"/>
          <p:cNvSpPr>
            <a:spLocks noChangeArrowheads="1" noGrp="1"/>
          </p:cNvSpPr>
          <p:nvPr>
            <p:ph idx="1"/>
          </p:nvPr>
        </p:nvSpPr>
        <p:spPr bwMode="auto">
          <a:xfrm>
            <a:off x="38100" y="722312"/>
            <a:ext cx="9067800" cy="5791200"/>
          </a:xfrm>
        </p:spPr>
        <p:txBody>
          <a:bodyPr/>
          <a:lstStyle/>
          <a:p>
            <a:pPr>
              <a:defRPr/>
            </a:pPr>
            <a:r>
              <a:rPr lang="en-US" sz="2200">
                <a:solidFill>
                  <a:srgbClr val="0070C0"/>
                </a:solidFill>
              </a:rPr>
              <a:t>Discuss any confusion about the term Artificial Cognitive System. (Machine Cognition)</a:t>
            </a:r>
            <a:endParaRPr/>
          </a:p>
          <a:p>
            <a:pPr>
              <a:defRPr/>
            </a:pPr>
            <a:r>
              <a:rPr lang="en-US" sz="2200"/>
              <a:t>Older names are controversial</a:t>
            </a:r>
            <a:endParaRPr/>
          </a:p>
          <a:p>
            <a:pPr lvl="1">
              <a:defRPr/>
            </a:pPr>
            <a:r>
              <a:rPr lang="en-US" sz="2200">
                <a:solidFill>
                  <a:srgbClr val="0070C0"/>
                </a:solidFill>
              </a:rPr>
              <a:t>Artificial Intelligence</a:t>
            </a:r>
            <a:endParaRPr/>
          </a:p>
          <a:p>
            <a:pPr lvl="1">
              <a:defRPr/>
            </a:pPr>
            <a:r>
              <a:rPr lang="en-US" sz="2200">
                <a:solidFill>
                  <a:srgbClr val="0070C0"/>
                </a:solidFill>
              </a:rPr>
              <a:t>Artificial Cognitive Systems</a:t>
            </a:r>
            <a:endParaRPr/>
          </a:p>
          <a:p>
            <a:pPr lvl="1">
              <a:defRPr/>
            </a:pPr>
            <a:r>
              <a:rPr lang="en-US" sz="2200">
                <a:solidFill>
                  <a:srgbClr val="0070C0"/>
                </a:solidFill>
              </a:rPr>
              <a:t>Artificial Neural Networks</a:t>
            </a:r>
            <a:endParaRPr/>
          </a:p>
          <a:p>
            <a:pPr>
              <a:defRPr/>
            </a:pPr>
            <a:r>
              <a:rPr lang="en-US" sz="2200"/>
              <a:t>New areas do not use the word Artificial</a:t>
            </a:r>
            <a:endParaRPr/>
          </a:p>
          <a:p>
            <a:pPr lvl="1">
              <a:defRPr/>
            </a:pPr>
            <a:r>
              <a:rPr lang="en-US" sz="2200">
                <a:solidFill>
                  <a:srgbClr val="0070C0"/>
                </a:solidFill>
              </a:rPr>
              <a:t>Natural Language processing</a:t>
            </a:r>
            <a:endParaRPr/>
          </a:p>
          <a:p>
            <a:pPr lvl="1">
              <a:defRPr/>
            </a:pPr>
            <a:r>
              <a:rPr lang="en-US" sz="2200">
                <a:solidFill>
                  <a:srgbClr val="0070C0"/>
                </a:solidFill>
              </a:rPr>
              <a:t>Computer Vision</a:t>
            </a:r>
            <a:endParaRPr/>
          </a:p>
          <a:p>
            <a:pPr lvl="1">
              <a:defRPr/>
            </a:pPr>
            <a:r>
              <a:rPr lang="en-US" sz="2200">
                <a:solidFill>
                  <a:srgbClr val="0070C0"/>
                </a:solidFill>
              </a:rPr>
              <a:t>Robotics</a:t>
            </a:r>
            <a:endParaRPr/>
          </a:p>
          <a:p>
            <a:pPr lvl="1">
              <a:defRPr/>
            </a:pPr>
            <a:r>
              <a:rPr lang="en-US" sz="2200">
                <a:solidFill>
                  <a:srgbClr val="0070C0"/>
                </a:solidFill>
              </a:rPr>
              <a:t>Ontology</a:t>
            </a:r>
            <a:endParaRPr/>
          </a:p>
          <a:p>
            <a:pPr lvl="1">
              <a:defRPr/>
            </a:pPr>
            <a:r>
              <a:rPr lang="en-US" sz="2200">
                <a:solidFill>
                  <a:srgbClr val="0070C0"/>
                </a:solidFill>
              </a:rPr>
              <a:t>MAS</a:t>
            </a:r>
            <a:endParaRPr/>
          </a:p>
          <a:p>
            <a:pPr lvl="1">
              <a:defRPr/>
            </a:pPr>
            <a:r>
              <a:rPr lang="en-US" sz="2200">
                <a:solidFill>
                  <a:srgbClr val="0070C0"/>
                </a:solidFill>
              </a:rPr>
              <a:t>Fuzzy Logic</a:t>
            </a:r>
            <a:endParaRPr/>
          </a:p>
          <a:p>
            <a:pPr lvl="1">
              <a:defRPr/>
            </a:pPr>
            <a:r>
              <a:rPr lang="en-US" sz="2200">
                <a:solidFill>
                  <a:srgbClr val="0070C0"/>
                </a:solidFill>
                <a:highlight>
                  <a:srgbClr val="FFFF00"/>
                </a:highlight>
              </a:rPr>
              <a:t>AI Agent?</a:t>
            </a:r>
            <a:endParaRPr lang="en-US" sz="2200">
              <a:solidFill>
                <a:srgbClr val="0070C0"/>
              </a:solidFill>
            </a:endParaRPr>
          </a:p>
          <a:p>
            <a:pPr>
              <a:defRPr/>
            </a:pPr>
            <a:r>
              <a:rPr lang="en-US" sz="2200">
                <a:solidFill>
                  <a:srgbClr val="FF0000"/>
                </a:solidFill>
              </a:rPr>
              <a:t>Artificial Neural </a:t>
            </a:r>
            <a:r>
              <a:rPr lang="en-US" sz="2200">
                <a:solidFill>
                  <a:srgbClr val="FF0000"/>
                </a:solidFill>
              </a:rPr>
              <a:t>Networ</a:t>
            </a:r>
            <a:r>
              <a:rPr lang="en-US" sz="2200">
                <a:solidFill>
                  <a:srgbClr val="FF0000"/>
                </a:solidFill>
              </a:rPr>
              <a:t> </a:t>
            </a:r>
            <a:r>
              <a:rPr lang="en-US" sz="2200">
                <a:solidFill>
                  <a:srgbClr val="0070C0"/>
                </a:solidFill>
              </a:rPr>
              <a:t></a:t>
            </a:r>
            <a:r>
              <a:rPr lang="en-US" sz="2200">
                <a:solidFill>
                  <a:srgbClr val="FF0000"/>
                </a:solidFill>
              </a:rPr>
              <a:t>Machine Learning</a:t>
            </a:r>
            <a:r>
              <a:rPr lang="en-US" sz="2200">
                <a:solidFill>
                  <a:srgbClr val="0070C0"/>
                </a:solidFill>
              </a:rPr>
              <a:t> (Aurther Samuel, 1952)</a:t>
            </a:r>
            <a:endParaRPr/>
          </a:p>
          <a:p>
            <a:pPr lvl="1">
              <a:defRPr/>
            </a:pPr>
            <a:endParaRPr lang="en-US"/>
          </a:p>
          <a:p>
            <a:pPr>
              <a:defRPr/>
            </a:pPr>
            <a:endParaRPr lang="en-US"/>
          </a:p>
          <a:p>
            <a:pPr lvl="1">
              <a:defRPr/>
            </a:pPr>
            <a:endParaRPr lang="en-US"/>
          </a:p>
          <a:p>
            <a:pPr>
              <a:defRPr/>
            </a:pPr>
            <a:endParaRPr lang="en-US"/>
          </a:p>
        </p:txBody>
      </p:sp>
      <p:sp>
        <p:nvSpPr>
          <p:cNvPr id="1480401608" name="TextBox 1"/>
          <p:cNvSpPr txBox="1"/>
          <p:nvPr/>
        </p:nvSpPr>
        <p:spPr bwMode="auto">
          <a:xfrm>
            <a:off x="9525000" y="1524000"/>
            <a:ext cx="3801041" cy="3785652"/>
          </a:xfrm>
          <a:prstGeom prst="rect">
            <a:avLst/>
          </a:prstGeom>
          <a:noFill/>
        </p:spPr>
        <p:txBody>
          <a:bodyPr wrap="none">
            <a:spAutoFit/>
          </a:bodyPr>
          <a:lstStyle/>
          <a:p>
            <a:pPr>
              <a:defRPr/>
            </a:pPr>
            <a:r>
              <a:rPr lang="en-US">
                <a:highlight>
                  <a:srgbClr val="FFFF00"/>
                </a:highlight>
              </a:rPr>
              <a:t>Intelligent Machines</a:t>
            </a:r>
            <a:endParaRPr/>
          </a:p>
          <a:p>
            <a:pPr>
              <a:defRPr/>
            </a:pPr>
            <a:endParaRPr lang="en-US">
              <a:highlight>
                <a:srgbClr val="FFFF00"/>
              </a:highlight>
            </a:endParaRPr>
          </a:p>
          <a:p>
            <a:pPr>
              <a:defRPr/>
            </a:pPr>
            <a:r>
              <a:rPr lang="en-US">
                <a:solidFill>
                  <a:srgbClr val="FFFF00"/>
                </a:solidFill>
              </a:rPr>
              <a:t>Machine intelligence</a:t>
            </a:r>
            <a:endParaRPr/>
          </a:p>
          <a:p>
            <a:pPr>
              <a:defRPr/>
            </a:pPr>
            <a:r>
              <a:rPr lang="en-US">
                <a:solidFill>
                  <a:srgbClr val="FFFF00"/>
                </a:solidFill>
              </a:rPr>
              <a:t>Intelligent Systems</a:t>
            </a:r>
            <a:endParaRPr/>
          </a:p>
          <a:p>
            <a:pPr>
              <a:defRPr/>
            </a:pPr>
            <a:r>
              <a:rPr lang="en-US">
                <a:solidFill>
                  <a:srgbClr val="FFFF00"/>
                </a:solidFill>
              </a:rPr>
              <a:t>Computational intelligence</a:t>
            </a:r>
            <a:endParaRPr/>
          </a:p>
          <a:p>
            <a:pPr>
              <a:defRPr/>
            </a:pPr>
            <a:r>
              <a:rPr lang="en-US">
                <a:solidFill>
                  <a:srgbClr val="FF0000"/>
                </a:solidFill>
              </a:rPr>
              <a:t>Artificial Intelligence</a:t>
            </a:r>
            <a:endParaRPr/>
          </a:p>
          <a:p>
            <a:pPr>
              <a:defRPr/>
            </a:pPr>
            <a:endParaRPr lang="en-US">
              <a:solidFill>
                <a:srgbClr val="FFFF00"/>
              </a:solidFill>
            </a:endParaRPr>
          </a:p>
          <a:p>
            <a:pPr>
              <a:defRPr/>
            </a:pPr>
            <a:endParaRPr lang="en-US">
              <a:solidFill>
                <a:srgbClr val="FFFF00"/>
              </a:solidFill>
            </a:endParaRPr>
          </a:p>
          <a:p>
            <a:pPr>
              <a:defRPr/>
            </a:pPr>
            <a:r>
              <a:rPr lang="si-LK">
                <a:solidFill>
                  <a:srgbClr val="FFFF00"/>
                </a:solidFill>
              </a:rPr>
              <a:t>බුද්ධිමය යාන්ත්‍ර විද්‍යාව</a:t>
            </a:r>
            <a:endParaRPr lang="en-US">
              <a:solidFill>
                <a:srgbClr val="FFFF00"/>
              </a:solidFill>
            </a:endParaRPr>
          </a:p>
          <a:p>
            <a:pPr>
              <a:defRPr/>
            </a:pPr>
            <a:endParaRPr lang="en-US">
              <a:highlight>
                <a:srgbClr val="FFFF00"/>
              </a:highlight>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504244501" name="Title 1"/>
          <p:cNvSpPr>
            <a:spLocks noChangeArrowheads="1" noGrp="1"/>
          </p:cNvSpPr>
          <p:nvPr>
            <p:ph type="title"/>
          </p:nvPr>
        </p:nvSpPr>
        <p:spPr bwMode="auto">
          <a:xfrm>
            <a:off x="457200" y="277813"/>
            <a:ext cx="8229600" cy="788987"/>
          </a:xfrm>
        </p:spPr>
        <p:txBody>
          <a:bodyPr/>
          <a:lstStyle/>
          <a:p>
            <a:pPr>
              <a:defRPr/>
            </a:pPr>
            <a:r>
              <a:rPr lang="en-US" b="1">
                <a:solidFill>
                  <a:srgbClr val="00B050"/>
                </a:solidFill>
              </a:rPr>
              <a:t>Note</a:t>
            </a:r>
            <a:endParaRPr/>
          </a:p>
        </p:txBody>
      </p:sp>
      <p:sp>
        <p:nvSpPr>
          <p:cNvPr id="1257954026" name="Content Placeholder 2"/>
          <p:cNvSpPr>
            <a:spLocks noGrp="1"/>
          </p:cNvSpPr>
          <p:nvPr>
            <p:ph idx="1"/>
          </p:nvPr>
        </p:nvSpPr>
        <p:spPr bwMode="auto">
          <a:xfrm>
            <a:off x="0" y="1219200"/>
            <a:ext cx="8991600" cy="4530725"/>
          </a:xfrm>
        </p:spPr>
        <p:txBody>
          <a:bodyPr/>
          <a:lstStyle/>
          <a:p>
            <a:pPr>
              <a:defRPr/>
            </a:pPr>
            <a:r>
              <a:rPr lang="en-US" sz="2800"/>
              <a:t>First (before 2000), we model </a:t>
            </a:r>
            <a:r>
              <a:rPr lang="en-US" sz="2800">
                <a:highlight>
                  <a:srgbClr val="FFFF00"/>
                </a:highlight>
              </a:rPr>
              <a:t>knowledge-intensive</a:t>
            </a:r>
            <a:r>
              <a:rPr lang="en-US" sz="2800"/>
              <a:t> AI solutions using rules/logic (symbolic AI - ACS)</a:t>
            </a:r>
            <a:endParaRPr/>
          </a:p>
          <a:p>
            <a:pPr>
              <a:defRPr/>
            </a:pPr>
            <a:r>
              <a:rPr lang="en-US" sz="2800"/>
              <a:t>After 2000, we model </a:t>
            </a:r>
            <a:r>
              <a:rPr lang="en-US" sz="2800">
                <a:highlight>
                  <a:srgbClr val="FFFF00"/>
                </a:highlight>
              </a:rPr>
              <a:t>data-intensive</a:t>
            </a:r>
            <a:r>
              <a:rPr lang="en-US" sz="2800"/>
              <a:t> AI solutions (non-symbolic – ML)</a:t>
            </a:r>
            <a:endParaRPr/>
          </a:p>
          <a:p>
            <a:pPr>
              <a:defRPr/>
            </a:pPr>
            <a:r>
              <a:rPr lang="en-US" sz="2800"/>
              <a:t>In the future, we model brain waves using </a:t>
            </a:r>
            <a:r>
              <a:rPr lang="en-US" sz="2800">
                <a:highlight>
                  <a:srgbClr val="FFFF00"/>
                </a:highlight>
              </a:rPr>
              <a:t>EEG/fMRI/PET/CT/</a:t>
            </a:r>
            <a:r>
              <a:rPr lang="en-US" sz="2800"/>
              <a:t>  to develop AI solutions</a:t>
            </a:r>
            <a:endParaRPr/>
          </a:p>
          <a:p>
            <a:pPr>
              <a:defRPr/>
            </a:pPr>
            <a:r>
              <a:rPr lang="en-US" sz="2800"/>
              <a:t>We need algorithms to program (</a:t>
            </a:r>
            <a:r>
              <a:rPr lang="en-US" sz="2800">
                <a:highlight>
                  <a:srgbClr val="FFFF00"/>
                </a:highlight>
              </a:rPr>
              <a:t>symbolically</a:t>
            </a:r>
            <a:r>
              <a:rPr lang="en-US" sz="2800"/>
              <a:t>) all this knowledge, data, and EEG to run on Von-Neumann machine  </a:t>
            </a:r>
            <a:endParaRPr/>
          </a:p>
          <a:p>
            <a:pPr>
              <a:defRPr/>
            </a:pPr>
            <a:r>
              <a:rPr lang="en-US" sz="2800"/>
              <a:t> Therefore, AI community cannot forget symbolic AI</a:t>
            </a:r>
            <a:endParaRPr/>
          </a:p>
          <a:p>
            <a:pPr>
              <a:defRPr/>
            </a:pPr>
            <a:endParaRPr lang="en-US"/>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232694284" name="Title 1"/>
          <p:cNvSpPr>
            <a:spLocks noGrp="1"/>
          </p:cNvSpPr>
          <p:nvPr>
            <p:ph type="title"/>
          </p:nvPr>
        </p:nvSpPr>
        <p:spPr bwMode="auto"/>
        <p:txBody>
          <a:bodyPr/>
          <a:lstStyle/>
          <a:p>
            <a:pPr>
              <a:defRPr/>
            </a:pPr>
            <a:r>
              <a:rPr lang="en-US" b="1">
                <a:solidFill>
                  <a:srgbClr val="00B050"/>
                </a:solidFill>
              </a:rPr>
              <a:t>Features of the brain</a:t>
            </a:r>
            <a:endParaRPr/>
          </a:p>
        </p:txBody>
      </p:sp>
      <p:sp>
        <p:nvSpPr>
          <p:cNvPr id="2015623118" name="Content Placeholder 2"/>
          <p:cNvSpPr>
            <a:spLocks noGrp="1"/>
          </p:cNvSpPr>
          <p:nvPr>
            <p:ph idx="1"/>
          </p:nvPr>
        </p:nvSpPr>
        <p:spPr bwMode="auto">
          <a:xfrm>
            <a:off x="10160" y="1295400"/>
            <a:ext cx="9525000" cy="4530725"/>
          </a:xfrm>
        </p:spPr>
        <p:txBody>
          <a:bodyPr/>
          <a:lstStyle/>
          <a:p>
            <a:pPr>
              <a:defRPr/>
            </a:pPr>
            <a:r>
              <a:rPr lang="en-US" sz="2400"/>
              <a:t>The brain has two major parts: the left/right brains</a:t>
            </a:r>
            <a:endParaRPr/>
          </a:p>
          <a:p>
            <a:pPr>
              <a:defRPr/>
            </a:pPr>
            <a:r>
              <a:rPr lang="en-US" sz="2400"/>
              <a:t>Brain manifests two forms of intelligence:  logical/training</a:t>
            </a:r>
            <a:endParaRPr/>
          </a:p>
          <a:p>
            <a:pPr>
              <a:defRPr/>
            </a:pPr>
            <a:r>
              <a:rPr lang="en-US" sz="2400"/>
              <a:t>Two parts are mutually beneficial</a:t>
            </a:r>
            <a:endParaRPr/>
          </a:p>
          <a:p>
            <a:pPr>
              <a:defRPr/>
            </a:pPr>
            <a:r>
              <a:rPr lang="en-US" sz="2400"/>
              <a:t>It has many features: intelligence, memory, …</a:t>
            </a:r>
            <a:endParaRPr/>
          </a:p>
          <a:p>
            <a:pPr>
              <a:defRPr/>
            </a:pPr>
            <a:r>
              <a:rPr lang="en-US" sz="2400"/>
              <a:t>Mindfulness energizes other cognitive features</a:t>
            </a:r>
            <a:endParaRPr/>
          </a:p>
          <a:p>
            <a:pPr>
              <a:defRPr/>
            </a:pPr>
            <a:r>
              <a:rPr lang="en-US" sz="2400"/>
              <a:t>Only 20% of the brain is active</a:t>
            </a:r>
            <a:endParaRPr/>
          </a:p>
          <a:p>
            <a:pPr>
              <a:defRPr/>
            </a:pPr>
            <a:r>
              <a:rPr lang="en-US" sz="2400"/>
              <a:t>Only humans have a thinking brain </a:t>
            </a:r>
            <a:endParaRPr/>
          </a:p>
          <a:p>
            <a:pPr>
              <a:defRPr/>
            </a:pPr>
            <a:r>
              <a:rPr lang="en-US" sz="2400"/>
              <a:t>But nature promotes the right brain (faster)</a:t>
            </a:r>
            <a:endParaRPr/>
          </a:p>
          <a:p>
            <a:pPr>
              <a:defRPr/>
            </a:pPr>
            <a:r>
              <a:rPr lang="en-US" sz="2400"/>
              <a:t>Functioning brain emits electrical signals</a:t>
            </a:r>
            <a:endParaRPr/>
          </a:p>
          <a:p>
            <a:pPr>
              <a:defRPr/>
            </a:pPr>
            <a:r>
              <a:rPr lang="en-US" sz="2400"/>
              <a:t>Different parts of the brain is responsible for different tasks</a:t>
            </a:r>
            <a:endParaRPr/>
          </a:p>
          <a:p>
            <a:pPr>
              <a:defRPr/>
            </a:pPr>
            <a:r>
              <a:rPr lang="en-US" sz="2400"/>
              <a:t> Raw material for left/knowledge, right/data</a:t>
            </a:r>
            <a:endParaRPr/>
          </a:p>
          <a:p>
            <a:pPr>
              <a:defRPr/>
            </a:pPr>
            <a:endParaRPr lang="en-US" sz="2800"/>
          </a:p>
          <a:p>
            <a:pPr>
              <a:defRPr/>
            </a:pPr>
            <a:r>
              <a:rPr lang="en-US" sz="2800"/>
              <a:t> </a:t>
            </a:r>
            <a:endParaRPr/>
          </a:p>
          <a:p>
            <a:pPr>
              <a:defRPr/>
            </a:pPr>
            <a:endParaRPr lang="en-US"/>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896399678" name="Title 1"/>
          <p:cNvSpPr>
            <a:spLocks noChangeArrowheads="1" noGrp="1"/>
          </p:cNvSpPr>
          <p:nvPr>
            <p:ph type="title"/>
          </p:nvPr>
        </p:nvSpPr>
        <p:spPr bwMode="auto"/>
        <p:txBody>
          <a:bodyPr/>
          <a:lstStyle/>
          <a:p>
            <a:pPr>
              <a:defRPr/>
            </a:pPr>
            <a:r>
              <a:rPr lang="en-US" b="1">
                <a:solidFill>
                  <a:srgbClr val="00B050"/>
                </a:solidFill>
              </a:rPr>
              <a:t>Mindfulness</a:t>
            </a:r>
            <a:endParaRPr/>
          </a:p>
        </p:txBody>
      </p:sp>
      <p:sp>
        <p:nvSpPr>
          <p:cNvPr id="734064120" name="Content Placeholder 2"/>
          <p:cNvSpPr>
            <a:spLocks noChangeArrowheads="1" noGrp="1"/>
          </p:cNvSpPr>
          <p:nvPr>
            <p:ph idx="1"/>
          </p:nvPr>
        </p:nvSpPr>
        <p:spPr bwMode="auto">
          <a:xfrm>
            <a:off x="25400" y="990600"/>
            <a:ext cx="9296400" cy="4530725"/>
          </a:xfrm>
        </p:spPr>
        <p:txBody>
          <a:bodyPr/>
          <a:lstStyle/>
          <a:p>
            <a:pPr>
              <a:defRPr/>
            </a:pPr>
            <a:r>
              <a:rPr lang="en-US" sz="2100">
                <a:solidFill>
                  <a:srgbClr val="0070C0"/>
                </a:solidFill>
              </a:rPr>
              <a:t>Mindfulness (not filling the mind but free) </a:t>
            </a:r>
            <a:r>
              <a:rPr lang="si-LK" sz="2100">
                <a:solidFill>
                  <a:srgbClr val="0070C0"/>
                </a:solidFill>
              </a:rPr>
              <a:t>(සතිය/සිහිය) </a:t>
            </a:r>
            <a:r>
              <a:rPr lang="en-US" sz="2100">
                <a:solidFill>
                  <a:srgbClr val="0070C0"/>
                </a:solidFill>
              </a:rPr>
              <a:t>is a cognitive skill</a:t>
            </a:r>
            <a:endParaRPr lang="si-LK" sz="2100">
              <a:solidFill>
                <a:srgbClr val="0070C0"/>
              </a:solidFill>
            </a:endParaRPr>
          </a:p>
          <a:p>
            <a:pPr>
              <a:defRPr/>
            </a:pPr>
            <a:r>
              <a:rPr lang="en-US" sz="2100">
                <a:solidFill>
                  <a:srgbClr val="FF0000"/>
                </a:solidFill>
              </a:rPr>
              <a:t>It is primarily a way of paying </a:t>
            </a:r>
            <a:r>
              <a:rPr lang="en-US" sz="2100">
                <a:solidFill>
                  <a:srgbClr val="FF0000"/>
                </a:solidFill>
                <a:highlight>
                  <a:srgbClr val="FFFF00"/>
                </a:highlight>
              </a:rPr>
              <a:t>Attention</a:t>
            </a:r>
            <a:r>
              <a:rPr lang="si-LK" sz="2100">
                <a:solidFill>
                  <a:srgbClr val="FF0000"/>
                </a:solidFill>
              </a:rPr>
              <a:t> (</a:t>
            </a:r>
            <a:r>
              <a:rPr lang="en-US" sz="2100">
                <a:solidFill>
                  <a:srgbClr val="FF0000"/>
                </a:solidFill>
              </a:rPr>
              <a:t>becoming aware)</a:t>
            </a:r>
            <a:endParaRPr lang="en-US" sz="2100" u="sng">
              <a:solidFill>
                <a:srgbClr val="FF0000"/>
              </a:solidFill>
            </a:endParaRPr>
          </a:p>
          <a:p>
            <a:pPr>
              <a:defRPr/>
            </a:pPr>
            <a:r>
              <a:rPr lang="en-US" sz="2100">
                <a:solidFill>
                  <a:srgbClr val="3333FF"/>
                </a:solidFill>
              </a:rPr>
              <a:t>It has many characteristics</a:t>
            </a:r>
            <a:endParaRPr/>
          </a:p>
          <a:p>
            <a:pPr lvl="1">
              <a:defRPr/>
            </a:pPr>
            <a:r>
              <a:rPr lang="en-US" sz="2100">
                <a:solidFill>
                  <a:srgbClr val="3333FF"/>
                </a:solidFill>
              </a:rPr>
              <a:t>Be in the </a:t>
            </a:r>
            <a:r>
              <a:rPr lang="en-US" sz="2100">
                <a:solidFill>
                  <a:srgbClr val="3333FF"/>
                </a:solidFill>
                <a:highlight>
                  <a:srgbClr val="FFFF00"/>
                </a:highlight>
              </a:rPr>
              <a:t>present moment </a:t>
            </a:r>
            <a:r>
              <a:rPr lang="en-US" sz="2100">
                <a:solidFill>
                  <a:srgbClr val="3333FF"/>
                </a:solidFill>
              </a:rPr>
              <a:t>(but you can be attentive to past and future)</a:t>
            </a:r>
            <a:endParaRPr/>
          </a:p>
          <a:p>
            <a:pPr lvl="1">
              <a:defRPr/>
            </a:pPr>
            <a:r>
              <a:rPr lang="en-US" sz="2100">
                <a:solidFill>
                  <a:srgbClr val="FF0000"/>
                </a:solidFill>
                <a:highlight>
                  <a:srgbClr val="FFFF00"/>
                </a:highlight>
              </a:rPr>
              <a:t>Paying Attention </a:t>
            </a:r>
            <a:r>
              <a:rPr lang="en-US" sz="2100">
                <a:solidFill>
                  <a:srgbClr val="FF0000"/>
                </a:solidFill>
              </a:rPr>
              <a:t>to one (main) object (lecture, windshield)</a:t>
            </a:r>
            <a:endParaRPr/>
          </a:p>
          <a:p>
            <a:pPr lvl="1">
              <a:defRPr/>
            </a:pPr>
            <a:r>
              <a:rPr lang="en-US" sz="2100">
                <a:solidFill>
                  <a:srgbClr val="FF0000"/>
                </a:solidFill>
                <a:highlight>
                  <a:srgbClr val="FFFF00"/>
                </a:highlight>
              </a:rPr>
              <a:t>Reorientation</a:t>
            </a:r>
            <a:r>
              <a:rPr lang="en-US" sz="2100">
                <a:solidFill>
                  <a:srgbClr val="FF0000"/>
                </a:solidFill>
              </a:rPr>
              <a:t> (go out and get back to the main object)</a:t>
            </a:r>
            <a:endParaRPr/>
          </a:p>
          <a:p>
            <a:pPr lvl="2">
              <a:defRPr/>
            </a:pPr>
            <a:r>
              <a:rPr lang="en-US" sz="2100">
                <a:solidFill>
                  <a:srgbClr val="FF0000"/>
                </a:solidFill>
              </a:rPr>
              <a:t>Driving (side mirrors), following a lecture (example) </a:t>
            </a:r>
            <a:endParaRPr/>
          </a:p>
          <a:p>
            <a:pPr lvl="1">
              <a:defRPr/>
            </a:pPr>
            <a:r>
              <a:rPr lang="en-US" sz="2100">
                <a:solidFill>
                  <a:srgbClr val="3333FF"/>
                </a:solidFill>
                <a:highlight>
                  <a:srgbClr val="FFFF00"/>
                </a:highlight>
              </a:rPr>
              <a:t>Executive control</a:t>
            </a:r>
            <a:r>
              <a:rPr lang="en-US" sz="2100">
                <a:solidFill>
                  <a:srgbClr val="3333FF"/>
                </a:solidFill>
              </a:rPr>
              <a:t> (quickly be attentive to new serious objects/events)</a:t>
            </a:r>
            <a:endParaRPr/>
          </a:p>
          <a:p>
            <a:pPr lvl="2">
              <a:defRPr/>
            </a:pPr>
            <a:r>
              <a:rPr lang="en-US" sz="2100">
                <a:solidFill>
                  <a:srgbClr val="3333FF"/>
                </a:solidFill>
              </a:rPr>
              <a:t>Suddenly apply the brakes</a:t>
            </a:r>
            <a:endParaRPr/>
          </a:p>
          <a:p>
            <a:pPr lvl="1">
              <a:defRPr/>
            </a:pPr>
            <a:r>
              <a:rPr lang="en-US" sz="2100">
                <a:solidFill>
                  <a:srgbClr val="FF0000"/>
                </a:solidFill>
                <a:highlight>
                  <a:srgbClr val="FFFF00"/>
                </a:highlight>
              </a:rPr>
              <a:t>Non-judgmental </a:t>
            </a:r>
            <a:r>
              <a:rPr lang="en-US" sz="2100">
                <a:solidFill>
                  <a:srgbClr val="FF0000"/>
                </a:solidFill>
              </a:rPr>
              <a:t>(good/bad)</a:t>
            </a:r>
            <a:endParaRPr lang="en-US" sz="2100">
              <a:solidFill>
                <a:srgbClr val="3333FF"/>
              </a:solidFill>
            </a:endParaRPr>
          </a:p>
          <a:p>
            <a:pPr>
              <a:defRPr/>
            </a:pPr>
            <a:r>
              <a:rPr lang="en-US" sz="2100">
                <a:solidFill>
                  <a:srgbClr val="3333FF"/>
                </a:solidFill>
              </a:rPr>
              <a:t>It is not about concentration, but there is </a:t>
            </a:r>
            <a:r>
              <a:rPr lang="en-US" sz="2100">
                <a:solidFill>
                  <a:srgbClr val="3333FF"/>
                </a:solidFill>
                <a:highlight>
                  <a:srgbClr val="FFFF00"/>
                </a:highlight>
              </a:rPr>
              <a:t>momentary concentration</a:t>
            </a:r>
            <a:endParaRPr/>
          </a:p>
          <a:p>
            <a:pPr lvl="1">
              <a:defRPr/>
            </a:pPr>
            <a:r>
              <a:rPr lang="en-US" sz="1700">
                <a:solidFill>
                  <a:srgbClr val="3333FF"/>
                </a:solidFill>
              </a:rPr>
              <a:t>Concentration (shoot a steady target)</a:t>
            </a:r>
            <a:endParaRPr/>
          </a:p>
          <a:p>
            <a:pPr lvl="1">
              <a:defRPr/>
            </a:pPr>
            <a:r>
              <a:rPr lang="en-US" sz="1700">
                <a:solidFill>
                  <a:srgbClr val="3333FF"/>
                </a:solidFill>
              </a:rPr>
              <a:t>Mindfulness (shoot a  moving  target)</a:t>
            </a:r>
            <a:endParaRPr/>
          </a:p>
          <a:p>
            <a:pPr>
              <a:defRPr/>
            </a:pPr>
            <a:r>
              <a:rPr lang="en-US" sz="2100">
                <a:solidFill>
                  <a:srgbClr val="3333FF"/>
                </a:solidFill>
              </a:rPr>
              <a:t>In driving or following lectures, we cannot limit ourselves to concentration but require awareness of the vicinity. This is called mindfulness</a:t>
            </a:r>
            <a:endParaRPr/>
          </a:p>
          <a:p>
            <a:pPr marL="0" indent="0">
              <a:buFont typeface="Wingdings"/>
              <a:buNone/>
              <a:defRPr/>
            </a:pPr>
            <a:endParaRPr lang="en-US">
              <a:solidFill>
                <a:srgbClr val="3333FF"/>
              </a:solidFill>
            </a:endParaRPr>
          </a:p>
        </p:txBody>
      </p:sp>
      <p:sp>
        <p:nvSpPr>
          <p:cNvPr id="2015054591" name="TextBox 1"/>
          <p:cNvSpPr txBox="1">
            <a:spLocks noChangeArrowheads="1"/>
          </p:cNvSpPr>
          <p:nvPr/>
        </p:nvSpPr>
        <p:spPr bwMode="auto">
          <a:xfrm>
            <a:off x="9601200" y="609600"/>
            <a:ext cx="3454399" cy="3786188"/>
          </a:xfrm>
          <a:prstGeom prst="rect">
            <a:avLst/>
          </a:prstGeom>
          <a:noFill/>
          <a:ln>
            <a:noFill/>
          </a:ln>
        </p:spPr>
        <p:txBody>
          <a:bodyPr wrap="none">
            <a:spAutoFit/>
          </a:bodyPr>
          <a:lstStyle>
            <a:lvl1pPr>
              <a:defRPr sz="2400">
                <a:solidFill>
                  <a:schemeClr val="tx1"/>
                </a:solidFill>
                <a:latin typeface="Arial"/>
              </a:defRPr>
            </a:lvl1pPr>
            <a:lvl2pPr marL="742950" indent="-285750">
              <a:defRPr sz="2400">
                <a:solidFill>
                  <a:schemeClr val="tx1"/>
                </a:solidFill>
                <a:latin typeface="Arial"/>
              </a:defRPr>
            </a:lvl2pPr>
            <a:lvl3pPr marL="1143000" indent="-228600">
              <a:defRPr sz="2400">
                <a:solidFill>
                  <a:schemeClr val="tx1"/>
                </a:solidFill>
                <a:latin typeface="Arial"/>
              </a:defRPr>
            </a:lvl3pPr>
            <a:lvl4pPr marL="1600200" indent="-228600">
              <a:defRPr sz="2400">
                <a:solidFill>
                  <a:schemeClr val="tx1"/>
                </a:solidFill>
                <a:latin typeface="Arial"/>
              </a:defRPr>
            </a:lvl4pPr>
            <a:lvl5pPr marL="2057400" indent="-228600">
              <a:defRPr sz="2400">
                <a:solidFill>
                  <a:schemeClr val="tx1"/>
                </a:solidFill>
                <a:latin typeface="Arial"/>
              </a:defRPr>
            </a:lvl5pPr>
            <a:lvl6pPr marL="2514600" indent="-228600">
              <a:spcBef>
                <a:spcPts val="0"/>
              </a:spcBef>
              <a:spcAft>
                <a:spcPts val="0"/>
              </a:spcAft>
              <a:defRPr sz="2400">
                <a:solidFill>
                  <a:schemeClr val="tx1"/>
                </a:solidFill>
                <a:latin typeface="Arial"/>
              </a:defRPr>
            </a:lvl6pPr>
            <a:lvl7pPr marL="2971800" indent="-228600">
              <a:spcBef>
                <a:spcPts val="0"/>
              </a:spcBef>
              <a:spcAft>
                <a:spcPts val="0"/>
              </a:spcAft>
              <a:defRPr sz="2400">
                <a:solidFill>
                  <a:schemeClr val="tx1"/>
                </a:solidFill>
                <a:latin typeface="Arial"/>
              </a:defRPr>
            </a:lvl7pPr>
            <a:lvl8pPr marL="3429000" indent="-228600">
              <a:spcBef>
                <a:spcPts val="0"/>
              </a:spcBef>
              <a:spcAft>
                <a:spcPts val="0"/>
              </a:spcAft>
              <a:defRPr sz="2400">
                <a:solidFill>
                  <a:schemeClr val="tx1"/>
                </a:solidFill>
                <a:latin typeface="Arial"/>
              </a:defRPr>
            </a:lvl8pPr>
            <a:lvl9pPr marL="3886200" indent="-228600">
              <a:spcBef>
                <a:spcPts val="0"/>
              </a:spcBef>
              <a:spcAft>
                <a:spcPts val="0"/>
              </a:spcAft>
              <a:defRPr sz="2400">
                <a:solidFill>
                  <a:schemeClr val="tx1"/>
                </a:solidFill>
                <a:latin typeface="Arial"/>
              </a:defRPr>
            </a:lvl9pPr>
          </a:lstStyle>
          <a:p>
            <a:pPr>
              <a:defRPr/>
            </a:pPr>
            <a:r>
              <a:rPr lang="en-US">
                <a:solidFill>
                  <a:srgbClr val="FFFF00"/>
                </a:solidFill>
                <a:highlight>
                  <a:srgbClr val="00FF00"/>
                </a:highlight>
              </a:rPr>
              <a:t>Attention</a:t>
            </a:r>
            <a:r>
              <a:rPr lang="en-US">
                <a:solidFill>
                  <a:srgbClr val="FFC000"/>
                </a:solidFill>
              </a:rPr>
              <a:t> is all you need</a:t>
            </a:r>
            <a:endParaRPr/>
          </a:p>
          <a:p>
            <a:pPr>
              <a:defRPr/>
            </a:pPr>
            <a:r>
              <a:rPr lang="en-US">
                <a:solidFill>
                  <a:srgbClr val="FFC000"/>
                </a:solidFill>
              </a:rPr>
              <a:t>Ashish Vaswani</a:t>
            </a:r>
            <a:endParaRPr/>
          </a:p>
          <a:p>
            <a:pPr>
              <a:defRPr/>
            </a:pPr>
            <a:r>
              <a:rPr lang="en-US">
                <a:solidFill>
                  <a:srgbClr val="FFC000"/>
                </a:solidFill>
              </a:rPr>
              <a:t>Transformer</a:t>
            </a:r>
            <a:endParaRPr/>
          </a:p>
          <a:p>
            <a:pPr>
              <a:defRPr/>
            </a:pPr>
            <a:endParaRPr lang="en-US">
              <a:solidFill>
                <a:srgbClr val="FFC000"/>
              </a:solidFill>
            </a:endParaRPr>
          </a:p>
          <a:p>
            <a:pPr>
              <a:defRPr/>
            </a:pPr>
            <a:endParaRPr lang="en-US">
              <a:solidFill>
                <a:srgbClr val="FFC000"/>
              </a:solidFill>
            </a:endParaRPr>
          </a:p>
          <a:p>
            <a:pPr>
              <a:defRPr/>
            </a:pPr>
            <a:r>
              <a:rPr lang="en-US">
                <a:solidFill>
                  <a:srgbClr val="FFC000"/>
                </a:solidFill>
              </a:rPr>
              <a:t>Long-sighted</a:t>
            </a:r>
            <a:endParaRPr/>
          </a:p>
          <a:p>
            <a:pPr>
              <a:defRPr/>
            </a:pPr>
            <a:r>
              <a:rPr lang="si-LK">
                <a:solidFill>
                  <a:srgbClr val="FFC000"/>
                </a:solidFill>
              </a:rPr>
              <a:t>දුර දෘෂ්ඨිකත්වය</a:t>
            </a:r>
            <a:endParaRPr/>
          </a:p>
          <a:p>
            <a:pPr>
              <a:defRPr/>
            </a:pPr>
            <a:endParaRPr lang="si-LK">
              <a:solidFill>
                <a:srgbClr val="FFC000"/>
              </a:solidFill>
            </a:endParaRPr>
          </a:p>
          <a:p>
            <a:pPr>
              <a:defRPr/>
            </a:pPr>
            <a:r>
              <a:rPr lang="en-US">
                <a:solidFill>
                  <a:srgbClr val="FFC000"/>
                </a:solidFill>
              </a:rPr>
              <a:t>Universal Joint</a:t>
            </a:r>
            <a:endParaRPr/>
          </a:p>
          <a:p>
            <a:pPr>
              <a:defRPr/>
            </a:pPr>
            <a:r>
              <a:rPr lang="si-LK">
                <a:solidFill>
                  <a:srgbClr val="FFC000"/>
                </a:solidFill>
              </a:rPr>
              <a:t>සර්වලෝක පූට්ටුව </a:t>
            </a:r>
            <a:r>
              <a:rPr lang="en-US">
                <a:solidFill>
                  <a:srgbClr val="FFC000"/>
                </a:solidFill>
              </a:rPr>
              <a:t> </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704074836" name="Title 1"/>
          <p:cNvSpPr>
            <a:spLocks noChangeArrowheads="1" noGrp="1"/>
          </p:cNvSpPr>
          <p:nvPr>
            <p:ph type="title"/>
          </p:nvPr>
        </p:nvSpPr>
        <p:spPr bwMode="auto"/>
        <p:txBody>
          <a:bodyPr/>
          <a:lstStyle/>
          <a:p>
            <a:pPr>
              <a:defRPr/>
            </a:pPr>
            <a:r>
              <a:rPr lang="en-US" b="1">
                <a:solidFill>
                  <a:srgbClr val="00B050"/>
                </a:solidFill>
              </a:rPr>
              <a:t>Mindfulness..</a:t>
            </a:r>
            <a:endParaRPr/>
          </a:p>
        </p:txBody>
      </p:sp>
      <p:sp>
        <p:nvSpPr>
          <p:cNvPr id="713185579" name="Content Placeholder 2"/>
          <p:cNvSpPr>
            <a:spLocks noGrp="1"/>
          </p:cNvSpPr>
          <p:nvPr>
            <p:ph idx="1"/>
          </p:nvPr>
        </p:nvSpPr>
        <p:spPr bwMode="auto">
          <a:xfrm>
            <a:off x="-138906" y="1066800"/>
            <a:ext cx="9421812" cy="5160962"/>
          </a:xfrm>
        </p:spPr>
        <p:txBody>
          <a:bodyPr/>
          <a:lstStyle/>
          <a:p>
            <a:pPr>
              <a:defRPr/>
            </a:pPr>
            <a:r>
              <a:rPr lang="en-US" sz="2400">
                <a:solidFill>
                  <a:srgbClr val="FF0000"/>
                </a:solidFill>
              </a:rPr>
              <a:t>Mindfulness development has many benefits</a:t>
            </a:r>
            <a:endParaRPr/>
          </a:p>
          <a:p>
            <a:pPr lvl="1">
              <a:defRPr/>
            </a:pPr>
            <a:r>
              <a:rPr lang="en-US" sz="2300">
                <a:solidFill>
                  <a:srgbClr val="0070C0"/>
                </a:solidFill>
              </a:rPr>
              <a:t> Mindfulness </a:t>
            </a:r>
            <a:r>
              <a:rPr lang="en-US" sz="2300">
                <a:solidFill>
                  <a:srgbClr val="0070C0"/>
                </a:solidFill>
                <a:highlight>
                  <a:srgbClr val="FFFF00"/>
                </a:highlight>
              </a:rPr>
              <a:t>can energize all the other cognitive skills</a:t>
            </a:r>
            <a:endParaRPr/>
          </a:p>
          <a:p>
            <a:pPr lvl="2">
              <a:defRPr/>
            </a:pPr>
            <a:r>
              <a:rPr lang="en-US" sz="2300">
                <a:solidFill>
                  <a:srgbClr val="0070C0"/>
                </a:solidFill>
              </a:rPr>
              <a:t>attention, awareness, alert, thinking, training, retention, </a:t>
            </a:r>
            <a:r>
              <a:rPr lang="en-US" sz="2300">
                <a:solidFill>
                  <a:srgbClr val="0070C0"/>
                </a:solidFill>
                <a:highlight>
                  <a:srgbClr val="FFFF00"/>
                </a:highlight>
              </a:rPr>
              <a:t>understanding</a:t>
            </a:r>
            <a:r>
              <a:rPr lang="en-US" sz="2300">
                <a:solidFill>
                  <a:srgbClr val="0070C0"/>
                </a:solidFill>
              </a:rPr>
              <a:t>, imagination (research),  memory, analytical skills, perception</a:t>
            </a:r>
            <a:endParaRPr/>
          </a:p>
          <a:p>
            <a:pPr lvl="1">
              <a:defRPr/>
            </a:pPr>
            <a:r>
              <a:rPr lang="en-US" sz="2300">
                <a:solidFill>
                  <a:srgbClr val="0070C0"/>
                </a:solidFill>
                <a:highlight>
                  <a:srgbClr val="FFFF00"/>
                </a:highlight>
              </a:rPr>
              <a:t>Emotional balance </a:t>
            </a:r>
            <a:r>
              <a:rPr lang="en-US" sz="2300">
                <a:solidFill>
                  <a:srgbClr val="0070C0"/>
                </a:solidFill>
              </a:rPr>
              <a:t>(desire, anger, depression, anxiety, well-being)</a:t>
            </a:r>
            <a:endParaRPr/>
          </a:p>
          <a:p>
            <a:pPr lvl="1">
              <a:defRPr/>
            </a:pPr>
            <a:r>
              <a:rPr lang="en-US" sz="2300">
                <a:solidFill>
                  <a:srgbClr val="0070C0"/>
                </a:solidFill>
              </a:rPr>
              <a:t>Ability to recall/</a:t>
            </a:r>
            <a:r>
              <a:rPr lang="en-US" sz="2300">
                <a:solidFill>
                  <a:srgbClr val="0070C0"/>
                </a:solidFill>
                <a:highlight>
                  <a:srgbClr val="FFFF00"/>
                </a:highlight>
              </a:rPr>
              <a:t>remind when required </a:t>
            </a:r>
            <a:r>
              <a:rPr lang="en-US" sz="2300">
                <a:solidFill>
                  <a:srgbClr val="0070C0"/>
                </a:solidFill>
              </a:rPr>
              <a:t>(exam, wakeup, 255)</a:t>
            </a:r>
            <a:endParaRPr/>
          </a:p>
          <a:p>
            <a:pPr lvl="1">
              <a:defRPr/>
            </a:pPr>
            <a:r>
              <a:rPr lang="en-US" sz="2300">
                <a:solidFill>
                  <a:srgbClr val="0070C0"/>
                </a:solidFill>
              </a:rPr>
              <a:t>Enable solving problems that were </a:t>
            </a:r>
            <a:r>
              <a:rPr lang="en-US" sz="2300">
                <a:solidFill>
                  <a:srgbClr val="0070C0"/>
                </a:solidFill>
                <a:highlight>
                  <a:srgbClr val="FFFF00"/>
                </a:highlight>
              </a:rPr>
              <a:t>never solved by you before</a:t>
            </a:r>
            <a:endParaRPr/>
          </a:p>
          <a:p>
            <a:pPr lvl="1">
              <a:defRPr/>
            </a:pPr>
            <a:r>
              <a:rPr lang="en-US" sz="2300">
                <a:solidFill>
                  <a:srgbClr val="0070C0"/>
                </a:solidFill>
              </a:rPr>
              <a:t>By practicing </a:t>
            </a:r>
            <a:r>
              <a:rPr lang="en-US" sz="2300">
                <a:solidFill>
                  <a:srgbClr val="0070C0"/>
                </a:solidFill>
                <a:highlight>
                  <a:srgbClr val="FFFF00"/>
                </a:highlight>
              </a:rPr>
              <a:t>mindfulness</a:t>
            </a:r>
            <a:r>
              <a:rPr lang="en-US" sz="2300">
                <a:solidFill>
                  <a:srgbClr val="0070C0"/>
                </a:solidFill>
              </a:rPr>
              <a:t>, you can </a:t>
            </a:r>
            <a:r>
              <a:rPr lang="en-US" sz="2300">
                <a:solidFill>
                  <a:srgbClr val="0070C0"/>
                </a:solidFill>
                <a:highlight>
                  <a:srgbClr val="FFFF00"/>
                </a:highlight>
              </a:rPr>
              <a:t>understand</a:t>
            </a:r>
            <a:r>
              <a:rPr lang="en-US" sz="2300">
                <a:solidFill>
                  <a:srgbClr val="0070C0"/>
                </a:solidFill>
              </a:rPr>
              <a:t> the ultimate truth </a:t>
            </a:r>
            <a:endParaRPr/>
          </a:p>
          <a:p>
            <a:pPr>
              <a:defRPr/>
            </a:pPr>
            <a:r>
              <a:rPr lang="en-US" sz="2400">
                <a:solidFill>
                  <a:srgbClr val="FF0000"/>
                </a:solidFill>
              </a:rPr>
              <a:t>Some activities demanding mindfulness</a:t>
            </a:r>
            <a:endParaRPr/>
          </a:p>
          <a:p>
            <a:pPr lvl="2">
              <a:defRPr/>
            </a:pPr>
            <a:r>
              <a:rPr lang="en-US" sz="2000">
                <a:solidFill>
                  <a:srgbClr val="0070C0"/>
                </a:solidFill>
              </a:rPr>
              <a:t>Mathematical calculations, shooting, medical surgery, </a:t>
            </a:r>
            <a:r>
              <a:rPr lang="en-US" sz="2000">
                <a:solidFill>
                  <a:srgbClr val="0070C0"/>
                </a:solidFill>
                <a:highlight>
                  <a:srgbClr val="FFFF00"/>
                </a:highlight>
              </a:rPr>
              <a:t>reading</a:t>
            </a:r>
            <a:r>
              <a:rPr lang="en-US" sz="2000">
                <a:solidFill>
                  <a:srgbClr val="0070C0"/>
                </a:solidFill>
              </a:rPr>
              <a:t>, </a:t>
            </a:r>
            <a:r>
              <a:rPr lang="en-US" sz="2000">
                <a:solidFill>
                  <a:srgbClr val="0070C0"/>
                </a:solidFill>
                <a:highlight>
                  <a:srgbClr val="FFFF00"/>
                </a:highlight>
              </a:rPr>
              <a:t>writing</a:t>
            </a:r>
            <a:endParaRPr/>
          </a:p>
          <a:p>
            <a:pPr lvl="2">
              <a:defRPr/>
            </a:pPr>
            <a:r>
              <a:rPr lang="en-US" sz="2000">
                <a:solidFill>
                  <a:srgbClr val="0070C0"/>
                </a:solidFill>
              </a:rPr>
              <a:t>You </a:t>
            </a:r>
            <a:r>
              <a:rPr lang="en-US" sz="2000">
                <a:solidFill>
                  <a:srgbClr val="0070C0"/>
                </a:solidFill>
                <a:highlight>
                  <a:srgbClr val="FFFF00"/>
                </a:highlight>
              </a:rPr>
              <a:t>cannot be mindful </a:t>
            </a:r>
            <a:r>
              <a:rPr lang="en-US" sz="2000">
                <a:solidFill>
                  <a:srgbClr val="0070C0"/>
                </a:solidFill>
              </a:rPr>
              <a:t>(attentive) about </a:t>
            </a:r>
            <a:r>
              <a:rPr lang="en-US" sz="2000">
                <a:solidFill>
                  <a:srgbClr val="0070C0"/>
                </a:solidFill>
                <a:highlight>
                  <a:srgbClr val="FFFF00"/>
                </a:highlight>
              </a:rPr>
              <a:t>two things at the same</a:t>
            </a:r>
            <a:r>
              <a:rPr lang="en-US" sz="2000">
                <a:solidFill>
                  <a:srgbClr val="0070C0"/>
                </a:solidFill>
              </a:rPr>
              <a:t>.</a:t>
            </a:r>
            <a:endParaRPr/>
          </a:p>
          <a:p>
            <a:pPr>
              <a:defRPr/>
            </a:pPr>
            <a:r>
              <a:rPr lang="en-US" sz="2400">
                <a:solidFill>
                  <a:srgbClr val="FF0000"/>
                </a:solidFill>
              </a:rPr>
              <a:t>In trained tasks – can do the task without attention – low mindfulness</a:t>
            </a:r>
            <a:endParaRPr/>
          </a:p>
          <a:p>
            <a:pPr lvl="2">
              <a:defRPr/>
            </a:pPr>
            <a:endParaRPr lang="en-US" sz="2000">
              <a:solidFill>
                <a:srgbClr val="0070C0"/>
              </a:solidFill>
            </a:endParaRPr>
          </a:p>
          <a:p>
            <a:pPr marL="344487" lvl="1" indent="0">
              <a:buFont typeface="Wingdings"/>
              <a:buNone/>
              <a:defRPr/>
            </a:pPr>
            <a:endParaRPr lang="en-US">
              <a:solidFill>
                <a:srgbClr val="0070C0"/>
              </a:solidFil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958035527" name="Title 1"/>
          <p:cNvSpPr>
            <a:spLocks noChangeArrowheads="1" noGrp="1"/>
          </p:cNvSpPr>
          <p:nvPr>
            <p:ph type="title"/>
          </p:nvPr>
        </p:nvSpPr>
        <p:spPr bwMode="auto"/>
        <p:txBody>
          <a:bodyPr/>
          <a:lstStyle/>
          <a:p>
            <a:pPr>
              <a:defRPr/>
            </a:pPr>
            <a:r>
              <a:rPr lang="en-US" b="1">
                <a:solidFill>
                  <a:srgbClr val="00B050"/>
                </a:solidFill>
              </a:rPr>
              <a:t>Exercise 4</a:t>
            </a:r>
            <a:endParaRPr/>
          </a:p>
        </p:txBody>
      </p:sp>
      <p:sp>
        <p:nvSpPr>
          <p:cNvPr id="154183715" name="Content Placeholder 2"/>
          <p:cNvSpPr>
            <a:spLocks noChangeArrowheads="1" noGrp="1"/>
          </p:cNvSpPr>
          <p:nvPr>
            <p:ph idx="1"/>
          </p:nvPr>
        </p:nvSpPr>
        <p:spPr bwMode="auto">
          <a:xfrm>
            <a:off x="0" y="863599"/>
            <a:ext cx="9220200" cy="4835525"/>
          </a:xfrm>
        </p:spPr>
        <p:txBody>
          <a:bodyPr/>
          <a:lstStyle/>
          <a:p>
            <a:pPr algn="just">
              <a:defRPr/>
            </a:pPr>
            <a:r>
              <a:rPr lang="en-US" sz="2400">
                <a:solidFill>
                  <a:srgbClr val="0070C0"/>
                </a:solidFill>
              </a:rPr>
              <a:t>If you are doing an activity for which you are trained. Discuss the status of mindfulness during that activity. </a:t>
            </a:r>
            <a:endParaRPr/>
          </a:p>
          <a:p>
            <a:pPr lvl="1" algn="just">
              <a:defRPr/>
            </a:pPr>
            <a:r>
              <a:rPr lang="en-US" sz="2200">
                <a:solidFill>
                  <a:srgbClr val="FF0000"/>
                </a:solidFill>
              </a:rPr>
              <a:t>Trained means low mindfulness, effortless, less attention, right brain</a:t>
            </a:r>
            <a:endParaRPr/>
          </a:p>
          <a:p>
            <a:pPr lvl="1" algn="just">
              <a:defRPr/>
            </a:pPr>
            <a:r>
              <a:rPr lang="en-US" sz="2200">
                <a:solidFill>
                  <a:srgbClr val="FF0000"/>
                </a:solidFill>
              </a:rPr>
              <a:t>Naturally, the mind does not like thinking but enjoys training</a:t>
            </a:r>
            <a:endParaRPr/>
          </a:p>
          <a:p>
            <a:pPr lvl="1" algn="just">
              <a:defRPr/>
            </a:pPr>
            <a:r>
              <a:rPr lang="en-US" sz="2200">
                <a:solidFill>
                  <a:srgbClr val="FF0000"/>
                </a:solidFill>
              </a:rPr>
              <a:t> Whenever possible mind likes to </a:t>
            </a:r>
            <a:r>
              <a:rPr lang="en-US" sz="2200">
                <a:solidFill>
                  <a:srgbClr val="FF0000"/>
                </a:solidFill>
                <a:highlight>
                  <a:srgbClr val="FFFF00"/>
                </a:highlight>
              </a:rPr>
              <a:t>stop thinking</a:t>
            </a:r>
            <a:r>
              <a:rPr lang="en-US" sz="2200">
                <a:solidFill>
                  <a:srgbClr val="FF0000"/>
                </a:solidFill>
              </a:rPr>
              <a:t>  and enjoy dreamless sleeping</a:t>
            </a:r>
            <a:endParaRPr/>
          </a:p>
          <a:p>
            <a:pPr algn="just">
              <a:defRPr/>
            </a:pPr>
            <a:r>
              <a:rPr lang="en-US" sz="2400">
                <a:solidFill>
                  <a:srgbClr val="0070C0"/>
                </a:solidFill>
              </a:rPr>
              <a:t>If you are mindful, why do you feel relaxed?</a:t>
            </a:r>
            <a:endParaRPr/>
          </a:p>
          <a:p>
            <a:pPr lvl="1" algn="just">
              <a:defRPr/>
            </a:pPr>
            <a:r>
              <a:rPr lang="en-US" sz="2200">
                <a:solidFill>
                  <a:srgbClr val="0070C0"/>
                </a:solidFill>
              </a:rPr>
              <a:t>If you are mindful, the mind is engaged in one task only</a:t>
            </a:r>
            <a:endParaRPr/>
          </a:p>
          <a:p>
            <a:pPr algn="just">
              <a:defRPr/>
            </a:pPr>
            <a:r>
              <a:rPr lang="en-US" sz="2400">
                <a:solidFill>
                  <a:srgbClr val="FF0000"/>
                </a:solidFill>
              </a:rPr>
              <a:t>Why do students find it difficult to learn something?</a:t>
            </a:r>
            <a:endParaRPr/>
          </a:p>
          <a:p>
            <a:pPr lvl="1" algn="just">
              <a:defRPr/>
            </a:pPr>
            <a:r>
              <a:rPr lang="en-US" sz="2200">
                <a:solidFill>
                  <a:srgbClr val="0070C0"/>
                </a:solidFill>
              </a:rPr>
              <a:t>Learning requires </a:t>
            </a:r>
            <a:r>
              <a:rPr lang="en-US" sz="2200">
                <a:solidFill>
                  <a:srgbClr val="0070C0"/>
                </a:solidFill>
                <a:highlight>
                  <a:srgbClr val="FFFF00"/>
                </a:highlight>
              </a:rPr>
              <a:t>thinking</a:t>
            </a:r>
            <a:r>
              <a:rPr lang="en-US" sz="2200">
                <a:solidFill>
                  <a:srgbClr val="0070C0"/>
                </a:solidFill>
              </a:rPr>
              <a:t> </a:t>
            </a:r>
            <a:endParaRPr/>
          </a:p>
          <a:p>
            <a:pPr algn="just">
              <a:defRPr/>
            </a:pPr>
            <a:r>
              <a:rPr lang="en-US" sz="2800">
                <a:solidFill>
                  <a:srgbClr val="0070C0"/>
                </a:solidFill>
              </a:rPr>
              <a:t>How does mindfulness energize thinking?</a:t>
            </a:r>
            <a:endParaRPr/>
          </a:p>
          <a:p>
            <a:pPr lvl="1" algn="just">
              <a:defRPr/>
            </a:pPr>
            <a:r>
              <a:rPr lang="en-US" sz="2400">
                <a:solidFill>
                  <a:srgbClr val="0070C0"/>
                </a:solidFill>
              </a:rPr>
              <a:t> </a:t>
            </a:r>
            <a:r>
              <a:rPr lang="en-US" sz="2200">
                <a:solidFill>
                  <a:srgbClr val="0070C0"/>
                </a:solidFill>
              </a:rPr>
              <a:t>Thinking involves sending the mind to the past and future. This leads to the mind wondering. If you are mindful mind does not wander, but works under notice. </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702857092" name="Title 1"/>
          <p:cNvSpPr>
            <a:spLocks noChangeArrowheads="1" noGrp="1"/>
          </p:cNvSpPr>
          <p:nvPr>
            <p:ph type="title"/>
          </p:nvPr>
        </p:nvSpPr>
        <p:spPr bwMode="auto"/>
        <p:txBody>
          <a:bodyPr/>
          <a:lstStyle/>
          <a:p>
            <a:pPr>
              <a:defRPr/>
            </a:pPr>
            <a:r>
              <a:rPr lang="en-US" b="1">
                <a:solidFill>
                  <a:srgbClr val="00B050"/>
                </a:solidFill>
              </a:rPr>
              <a:t>Mindfulness…</a:t>
            </a:r>
            <a:endParaRPr/>
          </a:p>
        </p:txBody>
      </p:sp>
      <p:sp>
        <p:nvSpPr>
          <p:cNvPr id="1430187631" name="Content Placeholder 2"/>
          <p:cNvSpPr>
            <a:spLocks noChangeArrowheads="1" noGrp="1"/>
          </p:cNvSpPr>
          <p:nvPr>
            <p:ph idx="1"/>
          </p:nvPr>
        </p:nvSpPr>
        <p:spPr bwMode="auto">
          <a:xfrm>
            <a:off x="-76200" y="1228725"/>
            <a:ext cx="9829800" cy="4530725"/>
          </a:xfrm>
        </p:spPr>
        <p:txBody>
          <a:bodyPr/>
          <a:lstStyle/>
          <a:p>
            <a:pPr algn="just">
              <a:defRPr/>
            </a:pPr>
            <a:r>
              <a:rPr lang="en-US" sz="2600">
                <a:solidFill>
                  <a:srgbClr val="3333FF"/>
                </a:solidFill>
              </a:rPr>
              <a:t>According to Buddhism, mindfulness is the only </a:t>
            </a:r>
            <a:endParaRPr/>
          </a:p>
          <a:p>
            <a:pPr marL="0" indent="0" algn="just">
              <a:buFont typeface="Wingdings"/>
              <a:buNone/>
              <a:defRPr/>
            </a:pPr>
            <a:r>
              <a:rPr lang="en-US" sz="2600">
                <a:solidFill>
                  <a:srgbClr val="3333FF"/>
                </a:solidFill>
              </a:rPr>
              <a:t>    path to </a:t>
            </a:r>
            <a:r>
              <a:rPr lang="en-US" sz="2600">
                <a:solidFill>
                  <a:srgbClr val="3333FF"/>
                </a:solidFill>
                <a:highlight>
                  <a:srgbClr val="FFFF00"/>
                </a:highlight>
              </a:rPr>
              <a:t>understanding</a:t>
            </a:r>
            <a:r>
              <a:rPr lang="en-US" sz="2600">
                <a:solidFill>
                  <a:srgbClr val="3333FF"/>
                </a:solidFill>
              </a:rPr>
              <a:t> even the ultimate truth</a:t>
            </a:r>
            <a:endParaRPr/>
          </a:p>
          <a:p>
            <a:pPr>
              <a:defRPr/>
            </a:pPr>
            <a:r>
              <a:rPr lang="en-US">
                <a:solidFill>
                  <a:srgbClr val="FF0000"/>
                </a:solidFill>
              </a:rPr>
              <a:t>There are many ways to develop mindfulness</a:t>
            </a:r>
            <a:endParaRPr/>
          </a:p>
          <a:p>
            <a:pPr lvl="1">
              <a:defRPr/>
            </a:pPr>
            <a:r>
              <a:rPr lang="en-US" sz="2400">
                <a:solidFill>
                  <a:srgbClr val="3333FF"/>
                </a:solidFill>
              </a:rPr>
              <a:t>Contemplating (paying attention to)  </a:t>
            </a:r>
            <a:r>
              <a:rPr lang="en-US" sz="2400">
                <a:solidFill>
                  <a:srgbClr val="3333FF"/>
                </a:solidFill>
                <a:highlight>
                  <a:srgbClr val="FFFF00"/>
                </a:highlight>
              </a:rPr>
              <a:t>Bodily experience</a:t>
            </a:r>
            <a:r>
              <a:rPr lang="en-US" sz="2400">
                <a:solidFill>
                  <a:srgbClr val="3333FF"/>
                </a:solidFill>
              </a:rPr>
              <a:t> (sitting, walking, breathing) - </a:t>
            </a:r>
            <a:r>
              <a:rPr lang="si-LK" sz="2400">
                <a:solidFill>
                  <a:srgbClr val="3333FF"/>
                </a:solidFill>
              </a:rPr>
              <a:t>කායානුපස්සනා</a:t>
            </a:r>
            <a:endParaRPr lang="en-US" sz="2400">
              <a:solidFill>
                <a:srgbClr val="3333FF"/>
              </a:solidFill>
            </a:endParaRPr>
          </a:p>
          <a:p>
            <a:pPr lvl="1">
              <a:defRPr/>
            </a:pPr>
            <a:r>
              <a:rPr lang="en-US" sz="2400">
                <a:solidFill>
                  <a:srgbClr val="FF0000"/>
                </a:solidFill>
              </a:rPr>
              <a:t>Contemplating </a:t>
            </a:r>
            <a:r>
              <a:rPr lang="en-US" sz="2400">
                <a:solidFill>
                  <a:srgbClr val="FF0000"/>
                </a:solidFill>
                <a:highlight>
                  <a:srgbClr val="FFFF00"/>
                </a:highlight>
              </a:rPr>
              <a:t>Sensory experiences</a:t>
            </a:r>
            <a:r>
              <a:rPr lang="en-US" sz="2400">
                <a:solidFill>
                  <a:srgbClr val="FF0000"/>
                </a:solidFill>
              </a:rPr>
              <a:t> (heat, pressure, pain,</a:t>
            </a:r>
            <a:r>
              <a:rPr lang="si-LK" sz="2400">
                <a:solidFill>
                  <a:srgbClr val="FF0000"/>
                </a:solidFill>
              </a:rPr>
              <a:t> </a:t>
            </a:r>
            <a:r>
              <a:rPr lang="en-US" sz="2400">
                <a:solidFill>
                  <a:srgbClr val="FF0000"/>
                </a:solidFill>
              </a:rPr>
              <a:t>cold)</a:t>
            </a:r>
            <a:r>
              <a:rPr lang="si-LK" sz="2400">
                <a:solidFill>
                  <a:srgbClr val="FF0000"/>
                </a:solidFill>
              </a:rPr>
              <a:t>  වේදනානුපස්සනා</a:t>
            </a:r>
            <a:endParaRPr lang="en-US" sz="2400">
              <a:solidFill>
                <a:srgbClr val="FF0000"/>
              </a:solidFill>
            </a:endParaRPr>
          </a:p>
          <a:p>
            <a:pPr lvl="1">
              <a:defRPr/>
            </a:pPr>
            <a:r>
              <a:rPr lang="en-US" sz="2400">
                <a:solidFill>
                  <a:srgbClr val="3333FF"/>
                </a:solidFill>
              </a:rPr>
              <a:t>Contemplating </a:t>
            </a:r>
            <a:r>
              <a:rPr lang="en-US" sz="2400">
                <a:solidFill>
                  <a:srgbClr val="3333FF"/>
                </a:solidFill>
                <a:highlight>
                  <a:srgbClr val="FFFF00"/>
                </a:highlight>
              </a:rPr>
              <a:t>Mind/thoughts </a:t>
            </a:r>
            <a:r>
              <a:rPr lang="en-US" sz="2400">
                <a:solidFill>
                  <a:srgbClr val="3333FF"/>
                </a:solidFill>
              </a:rPr>
              <a:t>(past, future, outsider, animal)</a:t>
            </a:r>
            <a:r>
              <a:rPr lang="si-LK" sz="2400">
                <a:solidFill>
                  <a:srgbClr val="3333FF"/>
                </a:solidFill>
              </a:rPr>
              <a:t> </a:t>
            </a:r>
            <a:endParaRPr/>
          </a:p>
          <a:p>
            <a:pPr marL="344487" lvl="1" indent="0">
              <a:buFont typeface="Wingdings"/>
              <a:buNone/>
              <a:defRPr/>
            </a:pPr>
            <a:r>
              <a:rPr lang="si-LK" sz="2400">
                <a:solidFill>
                  <a:srgbClr val="3333FF"/>
                </a:solidFill>
              </a:rPr>
              <a:t>    චිත්තානුපස්සනා</a:t>
            </a:r>
            <a:endParaRPr lang="en-US" sz="2400">
              <a:solidFill>
                <a:srgbClr val="3333FF"/>
              </a:solidFill>
            </a:endParaRPr>
          </a:p>
          <a:p>
            <a:pPr lvl="1">
              <a:defRPr/>
            </a:pPr>
            <a:r>
              <a:rPr lang="en-US" sz="2400">
                <a:solidFill>
                  <a:srgbClr val="FF0000"/>
                </a:solidFill>
              </a:rPr>
              <a:t>Contemplating mental characteristics (anger, sleepy, worry)</a:t>
            </a:r>
            <a:r>
              <a:rPr lang="si-LK" sz="2400">
                <a:solidFill>
                  <a:srgbClr val="FF0000"/>
                </a:solidFill>
              </a:rPr>
              <a:t> </a:t>
            </a:r>
            <a:endParaRPr/>
          </a:p>
          <a:p>
            <a:pPr marL="344487" lvl="1" indent="0">
              <a:buFont typeface="Wingdings"/>
              <a:buNone/>
              <a:defRPr/>
            </a:pPr>
            <a:r>
              <a:rPr lang="si-LK" sz="2400">
                <a:solidFill>
                  <a:srgbClr val="FF0000"/>
                </a:solidFill>
              </a:rPr>
              <a:t>     ධම්මානුපස්සනා</a:t>
            </a:r>
            <a:endParaRPr lang="en-US" sz="2400">
              <a:solidFill>
                <a:srgbClr val="FF0000"/>
              </a:solidFill>
            </a:endParaRPr>
          </a:p>
        </p:txBody>
      </p:sp>
      <p:pic>
        <p:nvPicPr>
          <p:cNvPr id="1210307098" name="Ink 6"/>
          <p:cNvPicPr/>
          <p:nvPr/>
        </p:nvPicPr>
        <p:blipFill>
          <a:blip r:embed="rId3"/>
          <a:stretch/>
        </p:blipFill>
        <p:spPr bwMode="auto">
          <a:xfrm>
            <a:off x="5665517" y="5561852"/>
            <a:ext cx="18000" cy="18000"/>
          </a:xfrm>
          <a:prstGeom prst="rect">
            <a:avLst/>
          </a:prstGeom>
        </p:spPr>
      </p:pic>
      <p:pic>
        <p:nvPicPr>
          <p:cNvPr id="235282736" name="Ink 45"/>
          <p:cNvPicPr/>
          <p:nvPr/>
        </p:nvPicPr>
        <p:blipFill>
          <a:blip r:embed="rId4"/>
          <a:stretch/>
        </p:blipFill>
        <p:spPr bwMode="auto">
          <a:xfrm>
            <a:off x="2884517" y="5675252"/>
            <a:ext cx="18000" cy="18000"/>
          </a:xfrm>
          <a:prstGeom prst="rect">
            <a:avLst/>
          </a:prstGeom>
        </p:spPr>
      </p:pic>
      <p:pic>
        <p:nvPicPr>
          <p:cNvPr id="698093057" name="Ink 46"/>
          <p:cNvPicPr/>
          <p:nvPr/>
        </p:nvPicPr>
        <p:blipFill>
          <a:blip r:embed="rId4"/>
          <a:stretch/>
        </p:blipFill>
        <p:spPr bwMode="auto">
          <a:xfrm>
            <a:off x="6231077" y="3921752"/>
            <a:ext cx="18000" cy="16500"/>
          </a:xfrm>
          <a:prstGeom prst="rect">
            <a:avLst/>
          </a:prstGeom>
        </p:spPr>
      </p:pic>
      <p:pic>
        <p:nvPicPr>
          <p:cNvPr id="337185408" name="Ink 47"/>
          <p:cNvPicPr/>
          <p:nvPr/>
        </p:nvPicPr>
        <p:blipFill>
          <a:blip r:embed="rId4"/>
          <a:stretch/>
        </p:blipFill>
        <p:spPr bwMode="auto">
          <a:xfrm>
            <a:off x="6165197" y="3855812"/>
            <a:ext cx="18000" cy="18000"/>
          </a:xfrm>
          <a:prstGeom prst="rect">
            <a:avLst/>
          </a:prstGeom>
        </p:spPr>
      </p:pic>
      <p:grpSp>
        <p:nvGrpSpPr>
          <p:cNvPr id="543160160" name="Group 51"/>
          <p:cNvGrpSpPr/>
          <p:nvPr/>
        </p:nvGrpSpPr>
        <p:grpSpPr bwMode="auto">
          <a:xfrm>
            <a:off x="6089650" y="3827463"/>
            <a:ext cx="84138" cy="19050"/>
            <a:chOff x="6089597" y="3827012"/>
            <a:chExt cx="84960" cy="19080"/>
          </a:xfrm>
        </p:grpSpPr>
        <p:pic>
          <p:nvPicPr>
            <p:cNvPr id="49" name="Ink 48"/>
            <p:cNvPicPr/>
            <p:nvPr/>
          </p:nvPicPr>
          <p:blipFill>
            <a:blip r:embed="rId4"/>
            <a:stretch/>
          </p:blipFill>
          <p:spPr bwMode="auto">
            <a:xfrm>
              <a:off x="6165197" y="3818012"/>
              <a:ext cx="18000" cy="18000"/>
            </a:xfrm>
            <a:prstGeom prst="rect">
              <a:avLst/>
            </a:prstGeom>
          </p:spPr>
        </p:pic>
        <p:pic>
          <p:nvPicPr>
            <p:cNvPr id="50" name="Ink 49"/>
            <p:cNvPicPr/>
            <p:nvPr/>
          </p:nvPicPr>
          <p:blipFill>
            <a:blip r:embed="rId4"/>
            <a:stretch/>
          </p:blipFill>
          <p:spPr bwMode="auto">
            <a:xfrm>
              <a:off x="6080597" y="3836732"/>
              <a:ext cx="18000" cy="18000"/>
            </a:xfrm>
            <a:prstGeom prst="rect">
              <a:avLst/>
            </a:prstGeom>
          </p:spPr>
        </p:pic>
      </p:grpSp>
      <p:pic>
        <p:nvPicPr>
          <p:cNvPr id="148817663" name="Ink 50"/>
          <p:cNvPicPr/>
          <p:nvPr/>
        </p:nvPicPr>
        <p:blipFill>
          <a:blip r:embed="rId4"/>
          <a:stretch/>
        </p:blipFill>
        <p:spPr bwMode="auto">
          <a:xfrm>
            <a:off x="6447797" y="4091252"/>
            <a:ext cx="18000" cy="18000"/>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844724987" name="Title 1"/>
          <p:cNvSpPr>
            <a:spLocks noChangeArrowheads="1" noGrp="1"/>
          </p:cNvSpPr>
          <p:nvPr>
            <p:ph type="title"/>
          </p:nvPr>
        </p:nvSpPr>
        <p:spPr bwMode="auto"/>
        <p:txBody>
          <a:bodyPr/>
          <a:lstStyle/>
          <a:p>
            <a:pPr>
              <a:defRPr/>
            </a:pPr>
            <a:r>
              <a:rPr lang="en-US" b="1">
                <a:solidFill>
                  <a:srgbClr val="00B050"/>
                </a:solidFill>
              </a:rPr>
              <a:t>Simple techniques for Mindfulness</a:t>
            </a:r>
            <a:endParaRPr/>
          </a:p>
        </p:txBody>
      </p:sp>
      <p:sp>
        <p:nvSpPr>
          <p:cNvPr id="1373252622" name="Content Placeholder 2"/>
          <p:cNvSpPr>
            <a:spLocks noChangeArrowheads="1" noGrp="1"/>
          </p:cNvSpPr>
          <p:nvPr>
            <p:ph idx="1"/>
          </p:nvPr>
        </p:nvSpPr>
        <p:spPr bwMode="auto">
          <a:xfrm>
            <a:off x="266700" y="1295400"/>
            <a:ext cx="8610600" cy="4530725"/>
          </a:xfrm>
        </p:spPr>
        <p:txBody>
          <a:bodyPr/>
          <a:lstStyle/>
          <a:p>
            <a:pPr>
              <a:defRPr/>
            </a:pPr>
            <a:r>
              <a:rPr lang="en-US" sz="2800">
                <a:solidFill>
                  <a:srgbClr val="0070C0"/>
                </a:solidFill>
              </a:rPr>
              <a:t>Counting down from 100 by reducing 1 at a time</a:t>
            </a:r>
            <a:endParaRPr/>
          </a:p>
          <a:p>
            <a:pPr>
              <a:defRPr/>
            </a:pPr>
            <a:r>
              <a:rPr lang="en-US" sz="2800">
                <a:solidFill>
                  <a:srgbClr val="0070C0"/>
                </a:solidFill>
              </a:rPr>
              <a:t>Counting down from 100 by reducing 3 at a time</a:t>
            </a:r>
            <a:endParaRPr/>
          </a:p>
          <a:p>
            <a:pPr>
              <a:defRPr/>
            </a:pPr>
            <a:r>
              <a:rPr lang="en-US" sz="2800">
                <a:solidFill>
                  <a:srgbClr val="0070C0"/>
                </a:solidFill>
              </a:rPr>
              <a:t>Spell your surname in reverse order (Perera, Samaranayake)</a:t>
            </a:r>
            <a:endParaRPr/>
          </a:p>
          <a:p>
            <a:pPr>
              <a:defRPr/>
            </a:pPr>
            <a:r>
              <a:rPr lang="en-US" sz="2800">
                <a:solidFill>
                  <a:srgbClr val="0070C0"/>
                </a:solidFill>
              </a:rPr>
              <a:t>Scanning the body sensation up and down</a:t>
            </a:r>
            <a:endParaRPr/>
          </a:p>
          <a:p>
            <a:pPr>
              <a:defRPr/>
            </a:pPr>
            <a:r>
              <a:rPr lang="en-US" sz="2800">
                <a:solidFill>
                  <a:srgbClr val="0070C0"/>
                </a:solidFill>
              </a:rPr>
              <a:t>Sweeping</a:t>
            </a:r>
            <a:endParaRPr/>
          </a:p>
          <a:p>
            <a:pPr>
              <a:defRPr/>
            </a:pPr>
            <a:r>
              <a:rPr lang="en-US" sz="2800">
                <a:solidFill>
                  <a:srgbClr val="0070C0"/>
                </a:solidFill>
              </a:rPr>
              <a:t>…..</a:t>
            </a:r>
            <a:endParaRPr/>
          </a:p>
          <a:p>
            <a:pPr>
              <a:defRPr/>
            </a:pPr>
            <a:r>
              <a:rPr lang="en-US" sz="2800">
                <a:solidFill>
                  <a:srgbClr val="0070C0"/>
                </a:solidFill>
              </a:rPr>
              <a:t>Watch videos</a:t>
            </a:r>
            <a:endParaRPr/>
          </a:p>
          <a:p>
            <a:pPr>
              <a:defRPr/>
            </a:pPr>
            <a:r>
              <a:rPr lang="en-US" sz="2800" u="sng">
                <a:hlinkClick r:id="rId3" tooltip="https://www.youtube.com/watch?v=3ItUFIqSHnk"/>
              </a:rPr>
              <a:t>https://www.youtube.com/watch?v=3ItUFIqSHnk</a:t>
            </a:r>
            <a:endParaRPr lang="en-US" sz="2800"/>
          </a:p>
          <a:p>
            <a:pPr>
              <a:defRPr/>
            </a:pPr>
            <a:endParaRPr lang="en-US" sz="2800"/>
          </a:p>
          <a:p>
            <a:pPr>
              <a:defRPr/>
            </a:pPr>
            <a:endParaRPr lang="en-US" sz="2800"/>
          </a:p>
          <a:p>
            <a:pPr>
              <a:defRPr/>
            </a:pPr>
            <a:endParaRPr lang="en-US" sz="2800"/>
          </a:p>
          <a:p>
            <a:pPr>
              <a:defRPr/>
            </a:pPr>
            <a:endParaRPr lang="en-US" sz="2800"/>
          </a:p>
          <a:p>
            <a:pPr>
              <a:defRPr/>
            </a:pPr>
            <a:endParaRPr lang="en-US" sz="28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3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984294779" name="Title 1"/>
          <p:cNvSpPr>
            <a:spLocks noChangeArrowheads="1" noGrp="1"/>
          </p:cNvSpPr>
          <p:nvPr>
            <p:ph type="title"/>
          </p:nvPr>
        </p:nvSpPr>
        <p:spPr bwMode="auto">
          <a:xfrm>
            <a:off x="457200" y="47625"/>
            <a:ext cx="8229600" cy="1139825"/>
          </a:xfrm>
        </p:spPr>
        <p:txBody>
          <a:bodyPr/>
          <a:lstStyle/>
          <a:p>
            <a:pPr>
              <a:defRPr/>
            </a:pPr>
            <a:r>
              <a:rPr lang="en-US" b="1">
                <a:solidFill>
                  <a:srgbClr val="00B050"/>
                </a:solidFill>
              </a:rPr>
              <a:t>How </a:t>
            </a:r>
            <a:r>
              <a:rPr lang="en-US" b="1">
                <a:solidFill>
                  <a:srgbClr val="00B050"/>
                </a:solidFill>
                <a:highlight>
                  <a:srgbClr val="FFFF00"/>
                </a:highlight>
              </a:rPr>
              <a:t>understanding</a:t>
            </a:r>
            <a:r>
              <a:rPr lang="en-US" b="1">
                <a:solidFill>
                  <a:srgbClr val="00B050"/>
                </a:solidFill>
              </a:rPr>
              <a:t> works</a:t>
            </a:r>
            <a:endParaRPr/>
          </a:p>
        </p:txBody>
      </p:sp>
      <p:sp>
        <p:nvSpPr>
          <p:cNvPr id="2037325144" name="Content Placeholder 2"/>
          <p:cNvSpPr>
            <a:spLocks noChangeArrowheads="1" noGrp="1"/>
          </p:cNvSpPr>
          <p:nvPr>
            <p:ph idx="1"/>
          </p:nvPr>
        </p:nvSpPr>
        <p:spPr bwMode="auto">
          <a:xfrm>
            <a:off x="0" y="838200"/>
            <a:ext cx="9448799" cy="5715000"/>
          </a:xfrm>
        </p:spPr>
        <p:txBody>
          <a:bodyPr/>
          <a:lstStyle/>
          <a:p>
            <a:pPr>
              <a:defRPr/>
            </a:pPr>
            <a:r>
              <a:rPr lang="en-US" sz="2800">
                <a:solidFill>
                  <a:srgbClr val="0070C0"/>
                </a:solidFill>
              </a:rPr>
              <a:t>Understanding is a cognitive feature that belongs to education</a:t>
            </a:r>
            <a:endParaRPr/>
          </a:p>
          <a:p>
            <a:pPr>
              <a:defRPr/>
            </a:pPr>
            <a:r>
              <a:rPr lang="en-US" sz="2800">
                <a:solidFill>
                  <a:srgbClr val="FF0000"/>
                </a:solidFill>
              </a:rPr>
              <a:t>How we understand something</a:t>
            </a:r>
            <a:endParaRPr/>
          </a:p>
          <a:p>
            <a:pPr lvl="1">
              <a:defRPr/>
            </a:pPr>
            <a:r>
              <a:rPr lang="en-US">
                <a:solidFill>
                  <a:srgbClr val="0070C0"/>
                </a:solidFill>
              </a:rPr>
              <a:t>Listening/Reading (</a:t>
            </a:r>
            <a:r>
              <a:rPr lang="si-LK">
                <a:solidFill>
                  <a:srgbClr val="0070C0"/>
                </a:solidFill>
              </a:rPr>
              <a:t>සුතමය)</a:t>
            </a:r>
            <a:endParaRPr lang="en-US">
              <a:solidFill>
                <a:srgbClr val="0070C0"/>
              </a:solidFill>
            </a:endParaRPr>
          </a:p>
          <a:p>
            <a:pPr lvl="1">
              <a:defRPr/>
            </a:pPr>
            <a:r>
              <a:rPr lang="en-US">
                <a:solidFill>
                  <a:srgbClr val="0070C0"/>
                </a:solidFill>
              </a:rPr>
              <a:t>Thinking</a:t>
            </a:r>
            <a:r>
              <a:rPr lang="si-LK">
                <a:solidFill>
                  <a:srgbClr val="0070C0"/>
                </a:solidFill>
              </a:rPr>
              <a:t> (චින්තාමය)</a:t>
            </a:r>
            <a:endParaRPr lang="en-US">
              <a:solidFill>
                <a:srgbClr val="0070C0"/>
              </a:solidFill>
            </a:endParaRPr>
          </a:p>
          <a:p>
            <a:pPr lvl="1">
              <a:defRPr/>
            </a:pPr>
            <a:r>
              <a:rPr lang="en-US" sz="2500">
                <a:solidFill>
                  <a:srgbClr val="0070C0"/>
                </a:solidFill>
                <a:highlight>
                  <a:srgbClr val="FFFF00"/>
                </a:highlight>
              </a:rPr>
              <a:t>Being aware</a:t>
            </a:r>
            <a:r>
              <a:rPr lang="en-US" sz="2500">
                <a:solidFill>
                  <a:srgbClr val="0070C0"/>
                </a:solidFill>
              </a:rPr>
              <a:t>/experiencing/through attention </a:t>
            </a:r>
            <a:r>
              <a:rPr lang="si-LK" sz="2500">
                <a:solidFill>
                  <a:srgbClr val="0070C0"/>
                </a:solidFill>
              </a:rPr>
              <a:t>(භාවනාමය/සතිය)</a:t>
            </a:r>
            <a:endParaRPr lang="en-US" sz="2500">
              <a:solidFill>
                <a:srgbClr val="0070C0"/>
              </a:solidFill>
            </a:endParaRPr>
          </a:p>
          <a:p>
            <a:pPr>
              <a:defRPr/>
            </a:pPr>
            <a:r>
              <a:rPr lang="en-US" sz="2400">
                <a:solidFill>
                  <a:srgbClr val="FF0000"/>
                </a:solidFill>
              </a:rPr>
              <a:t>General thinking for understanding (wondering)</a:t>
            </a:r>
            <a:endParaRPr/>
          </a:p>
          <a:p>
            <a:pPr lvl="1">
              <a:defRPr/>
            </a:pPr>
            <a:r>
              <a:rPr lang="en-US" sz="2000">
                <a:solidFill>
                  <a:srgbClr val="FF0000"/>
                </a:solidFill>
              </a:rPr>
              <a:t>Past </a:t>
            </a:r>
            <a:r>
              <a:rPr lang="en-US" sz="2000">
                <a:solidFill>
                  <a:srgbClr val="FF0000"/>
                </a:solidFill>
              </a:rPr>
              <a:t>knowledge+Current</a:t>
            </a:r>
            <a:r>
              <a:rPr lang="en-US" sz="2000">
                <a:solidFill>
                  <a:srgbClr val="FF0000"/>
                </a:solidFill>
              </a:rPr>
              <a:t> </a:t>
            </a:r>
            <a:r>
              <a:rPr lang="en-US" sz="2000">
                <a:solidFill>
                  <a:srgbClr val="FF0000"/>
                </a:solidFill>
              </a:rPr>
              <a:t>Knowledge+</a:t>
            </a:r>
            <a:r>
              <a:rPr lang="en-US" sz="2000">
                <a:solidFill>
                  <a:srgbClr val="FF0000"/>
                </a:solidFill>
                <a:highlight>
                  <a:srgbClr val="FFFF00"/>
                </a:highlight>
              </a:rPr>
              <a:t>Thinking</a:t>
            </a:r>
            <a:r>
              <a:rPr lang="en-US" sz="2000">
                <a:solidFill>
                  <a:srgbClr val="FF0000"/>
                </a:solidFill>
              </a:rPr>
              <a:t> understanding</a:t>
            </a:r>
            <a:endParaRPr/>
          </a:p>
          <a:p>
            <a:pPr>
              <a:defRPr/>
            </a:pPr>
            <a:r>
              <a:rPr lang="en-US" sz="2400">
                <a:solidFill>
                  <a:srgbClr val="FF0000"/>
                </a:solidFill>
              </a:rPr>
              <a:t> Guided thinking for understanding </a:t>
            </a:r>
            <a:endParaRPr/>
          </a:p>
          <a:p>
            <a:pPr lvl="1">
              <a:defRPr/>
            </a:pPr>
            <a:r>
              <a:rPr lang="en-US" sz="2000">
                <a:solidFill>
                  <a:srgbClr val="FF0000"/>
                </a:solidFill>
              </a:rPr>
              <a:t>Past </a:t>
            </a:r>
            <a:r>
              <a:rPr lang="en-US" sz="2000">
                <a:solidFill>
                  <a:srgbClr val="FF0000"/>
                </a:solidFill>
              </a:rPr>
              <a:t>knowledge+Current</a:t>
            </a:r>
            <a:r>
              <a:rPr lang="en-US" sz="2000">
                <a:solidFill>
                  <a:srgbClr val="FF0000"/>
                </a:solidFill>
              </a:rPr>
              <a:t> </a:t>
            </a:r>
            <a:r>
              <a:rPr lang="en-US" sz="2000">
                <a:solidFill>
                  <a:srgbClr val="FF0000"/>
                </a:solidFill>
              </a:rPr>
              <a:t>Knowledge+</a:t>
            </a:r>
            <a:r>
              <a:rPr lang="en-US" sz="2000">
                <a:solidFill>
                  <a:srgbClr val="FF0000"/>
                </a:solidFill>
                <a:highlight>
                  <a:srgbClr val="FFFF00"/>
                </a:highlight>
              </a:rPr>
              <a:t>Mindfulness</a:t>
            </a:r>
            <a:r>
              <a:rPr lang="en-US" sz="2000">
                <a:solidFill>
                  <a:srgbClr val="FF0000"/>
                </a:solidFill>
              </a:rPr>
              <a:t> understanding</a:t>
            </a:r>
            <a:endParaRPr/>
          </a:p>
          <a:p>
            <a:pPr>
              <a:defRPr/>
            </a:pPr>
            <a:r>
              <a:rPr lang="en-US" sz="2400">
                <a:solidFill>
                  <a:srgbClr val="0070C0"/>
                </a:solidFill>
              </a:rPr>
              <a:t>We develop new ideas and theories when we relax (being aware), but do not necessarily think (Newton, Archimedes, Schrodinger)</a:t>
            </a:r>
            <a:endParaRPr lang="en-US" sz="2400">
              <a:solidFill>
                <a:srgbClr val="0070C0"/>
              </a:solidFill>
            </a:endParaRPr>
          </a:p>
          <a:p>
            <a:pPr marL="0" indent="0">
              <a:buFont typeface="Wingdings"/>
              <a:buNone/>
              <a:defRPr/>
            </a:pPr>
            <a:endParaRPr lang="en-US" sz="2400">
              <a:solidFill>
                <a:srgbClr val="FF0000"/>
              </a:solidFill>
            </a:endParaRPr>
          </a:p>
          <a:p>
            <a:pPr lvl="2">
              <a:defRPr/>
            </a:pPr>
            <a:endParaRPr lang="en-US" sz="2600">
              <a:solidFill>
                <a:srgbClr val="0070C0"/>
              </a:solidFil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3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047539026" name="Title 1"/>
          <p:cNvSpPr>
            <a:spLocks noChangeArrowheads="1" noGrp="1"/>
          </p:cNvSpPr>
          <p:nvPr>
            <p:ph type="title"/>
          </p:nvPr>
        </p:nvSpPr>
        <p:spPr bwMode="auto"/>
        <p:txBody>
          <a:bodyPr/>
          <a:lstStyle/>
          <a:p>
            <a:pPr>
              <a:defRPr/>
            </a:pPr>
            <a:r>
              <a:rPr lang="en-US" b="1">
                <a:solidFill>
                  <a:srgbClr val="00B050"/>
                </a:solidFill>
              </a:rPr>
              <a:t>Exercise 5</a:t>
            </a:r>
            <a:endParaRPr/>
          </a:p>
        </p:txBody>
      </p:sp>
      <p:sp>
        <p:nvSpPr>
          <p:cNvPr id="2007137173" name="Content Placeholder 2"/>
          <p:cNvSpPr>
            <a:spLocks noChangeArrowheads="1" noGrp="1"/>
          </p:cNvSpPr>
          <p:nvPr>
            <p:ph idx="1"/>
          </p:nvPr>
        </p:nvSpPr>
        <p:spPr bwMode="auto">
          <a:xfrm>
            <a:off x="0" y="1066800"/>
            <a:ext cx="9677400" cy="4530725"/>
          </a:xfrm>
        </p:spPr>
        <p:txBody>
          <a:bodyPr/>
          <a:lstStyle/>
          <a:p>
            <a:pPr>
              <a:defRPr/>
            </a:pPr>
            <a:r>
              <a:rPr lang="en-US" sz="2500">
                <a:solidFill>
                  <a:srgbClr val="0070C0"/>
                </a:solidFill>
              </a:rPr>
              <a:t>Identify which cognitive skill is promoted in our education system</a:t>
            </a:r>
            <a:endParaRPr/>
          </a:p>
          <a:p>
            <a:pPr lvl="1">
              <a:defRPr/>
            </a:pPr>
            <a:r>
              <a:rPr lang="en-US" sz="2300">
                <a:solidFill>
                  <a:srgbClr val="FF0000"/>
                </a:solidFill>
              </a:rPr>
              <a:t>At present, it is a memory</a:t>
            </a:r>
            <a:endParaRPr/>
          </a:p>
          <a:p>
            <a:pPr lvl="1">
              <a:defRPr/>
            </a:pPr>
            <a:r>
              <a:rPr lang="en-US" sz="2300">
                <a:solidFill>
                  <a:srgbClr val="FF0000"/>
                </a:solidFill>
              </a:rPr>
              <a:t> Einstein promoted thinking</a:t>
            </a:r>
            <a:r>
              <a:rPr lang="en-US" sz="2300">
                <a:solidFill>
                  <a:srgbClr val="0070C0"/>
                </a:solidFill>
              </a:rPr>
              <a:t> in education</a:t>
            </a:r>
            <a:endParaRPr/>
          </a:p>
          <a:p>
            <a:pPr lvl="1">
              <a:defRPr/>
            </a:pPr>
            <a:r>
              <a:rPr lang="en-US" sz="2300">
                <a:solidFill>
                  <a:srgbClr val="0070C0"/>
                </a:solidFill>
              </a:rPr>
              <a:t>Developing mindfulness, all thinking, memory, etc. will also develop</a:t>
            </a:r>
            <a:endParaRPr/>
          </a:p>
          <a:p>
            <a:pPr>
              <a:defRPr/>
            </a:pPr>
            <a:r>
              <a:rPr lang="en-US" sz="2500">
                <a:solidFill>
                  <a:srgbClr val="FF0000"/>
                </a:solidFill>
              </a:rPr>
              <a:t>Discuss how </a:t>
            </a:r>
            <a:r>
              <a:rPr lang="en-US" sz="2500">
                <a:solidFill>
                  <a:srgbClr val="FF0000"/>
                </a:solidFill>
                <a:highlight>
                  <a:srgbClr val="FFFF00"/>
                </a:highlight>
              </a:rPr>
              <a:t>mindfulness</a:t>
            </a:r>
            <a:r>
              <a:rPr lang="en-US" sz="2500">
                <a:solidFill>
                  <a:srgbClr val="FF0000"/>
                </a:solidFill>
              </a:rPr>
              <a:t> is different from </a:t>
            </a:r>
            <a:r>
              <a:rPr lang="en-US" sz="2500">
                <a:solidFill>
                  <a:srgbClr val="FF0000"/>
                </a:solidFill>
                <a:highlight>
                  <a:srgbClr val="FFFF00"/>
                </a:highlight>
              </a:rPr>
              <a:t>thinking</a:t>
            </a:r>
            <a:endParaRPr/>
          </a:p>
          <a:p>
            <a:pPr lvl="1">
              <a:defRPr/>
            </a:pPr>
            <a:r>
              <a:rPr lang="en-US" sz="2300">
                <a:solidFill>
                  <a:srgbClr val="0070C0"/>
                </a:solidFill>
              </a:rPr>
              <a:t>Mindfulness – aware/attentive to the state of the mind</a:t>
            </a:r>
            <a:endParaRPr/>
          </a:p>
          <a:p>
            <a:pPr lvl="1">
              <a:defRPr/>
            </a:pPr>
            <a:r>
              <a:rPr lang="en-US" sz="2300">
                <a:solidFill>
                  <a:srgbClr val="0070C0"/>
                </a:solidFill>
              </a:rPr>
              <a:t>Thinking – sending mind to Past and Future – risk (wandering)</a:t>
            </a:r>
            <a:endParaRPr lang="en-US" sz="2300">
              <a:solidFill>
                <a:srgbClr val="FF0000"/>
              </a:solidFill>
            </a:endParaRPr>
          </a:p>
          <a:p>
            <a:pPr>
              <a:defRPr/>
            </a:pPr>
            <a:r>
              <a:rPr lang="en-US" sz="2500">
                <a:solidFill>
                  <a:srgbClr val="FF0000"/>
                </a:solidFill>
              </a:rPr>
              <a:t>What is the relationship between </a:t>
            </a:r>
            <a:r>
              <a:rPr lang="en-US" sz="2500">
                <a:solidFill>
                  <a:srgbClr val="FF0000"/>
                </a:solidFill>
                <a:highlight>
                  <a:srgbClr val="FFFF00"/>
                </a:highlight>
              </a:rPr>
              <a:t>training</a:t>
            </a:r>
            <a:r>
              <a:rPr lang="en-US" sz="2500">
                <a:solidFill>
                  <a:srgbClr val="FF0000"/>
                </a:solidFill>
              </a:rPr>
              <a:t> and </a:t>
            </a:r>
            <a:r>
              <a:rPr lang="en-US" sz="2500">
                <a:solidFill>
                  <a:srgbClr val="FF0000"/>
                </a:solidFill>
                <a:highlight>
                  <a:srgbClr val="FFFF00"/>
                </a:highlight>
              </a:rPr>
              <a:t>mindfulness?</a:t>
            </a:r>
            <a:r>
              <a:rPr lang="en-US" sz="2500">
                <a:solidFill>
                  <a:srgbClr val="FF0000"/>
                </a:solidFill>
              </a:rPr>
              <a:t> </a:t>
            </a:r>
            <a:endParaRPr/>
          </a:p>
          <a:p>
            <a:pPr lvl="1">
              <a:defRPr/>
            </a:pPr>
            <a:r>
              <a:rPr lang="en-US" sz="2100">
                <a:solidFill>
                  <a:srgbClr val="FF0000"/>
                </a:solidFill>
              </a:rPr>
              <a:t>Mindfulness – left (Fp1)</a:t>
            </a:r>
            <a:endParaRPr/>
          </a:p>
          <a:p>
            <a:pPr lvl="1">
              <a:defRPr/>
            </a:pPr>
            <a:r>
              <a:rPr lang="en-US" sz="2100">
                <a:solidFill>
                  <a:srgbClr val="FF0000"/>
                </a:solidFill>
              </a:rPr>
              <a:t>Training – right</a:t>
            </a:r>
            <a:endParaRPr/>
          </a:p>
          <a:p>
            <a:pPr lvl="1">
              <a:defRPr/>
            </a:pPr>
            <a:r>
              <a:rPr lang="en-US" sz="2100">
                <a:solidFill>
                  <a:srgbClr val="FF0000"/>
                </a:solidFill>
              </a:rPr>
              <a:t>Left </a:t>
            </a:r>
            <a:r>
              <a:rPr lang="en-US" sz="2100">
                <a:solidFill>
                  <a:srgbClr val="FF0000"/>
                </a:solidFill>
              </a:rPr>
              <a:t> right function of the brain</a:t>
            </a:r>
            <a:endParaRPr lang="en-US" sz="2100">
              <a:solidFill>
                <a:srgbClr val="FF0000"/>
              </a:solidFill>
            </a:endParaRPr>
          </a:p>
          <a:p>
            <a:pPr lvl="1">
              <a:defRPr/>
            </a:pPr>
            <a:endParaRPr lang="en-US" sz="2100">
              <a:solidFill>
                <a:srgbClr val="FF0000"/>
              </a:solidFill>
            </a:endParaRPr>
          </a:p>
        </p:txBody>
      </p:sp>
      <p:sp>
        <p:nvSpPr>
          <p:cNvPr id="51953408" name="TextBox 1"/>
          <p:cNvSpPr txBox="1"/>
          <p:nvPr/>
        </p:nvSpPr>
        <p:spPr bwMode="auto">
          <a:xfrm>
            <a:off x="9448799" y="1752599"/>
            <a:ext cx="2736647" cy="2308324"/>
          </a:xfrm>
          <a:prstGeom prst="rect">
            <a:avLst/>
          </a:prstGeom>
          <a:noFill/>
        </p:spPr>
        <p:txBody>
          <a:bodyPr wrap="none" rtlCol="0">
            <a:spAutoFit/>
          </a:bodyPr>
          <a:lstStyle/>
          <a:p>
            <a:pPr>
              <a:defRPr/>
            </a:pPr>
            <a:r>
              <a:rPr lang="en-US">
                <a:solidFill>
                  <a:srgbClr val="FFFF00"/>
                </a:solidFill>
              </a:rPr>
              <a:t>Mindfulness</a:t>
            </a:r>
            <a:endParaRPr/>
          </a:p>
          <a:p>
            <a:pPr lvl="1">
              <a:defRPr/>
            </a:pPr>
            <a:r>
              <a:rPr lang="en-US">
                <a:solidFill>
                  <a:srgbClr val="FFFF00"/>
                </a:solidFill>
              </a:rPr>
              <a:t>Thinking</a:t>
            </a:r>
            <a:endParaRPr/>
          </a:p>
          <a:p>
            <a:pPr lvl="1">
              <a:defRPr/>
            </a:pPr>
            <a:r>
              <a:rPr lang="en-US">
                <a:solidFill>
                  <a:srgbClr val="FFFF00"/>
                </a:solidFill>
              </a:rPr>
              <a:t>Memory</a:t>
            </a:r>
            <a:endParaRPr/>
          </a:p>
          <a:p>
            <a:pPr lvl="1">
              <a:defRPr/>
            </a:pPr>
            <a:r>
              <a:rPr lang="en-US">
                <a:solidFill>
                  <a:srgbClr val="FFFF00"/>
                </a:solidFill>
              </a:rPr>
              <a:t>Understanding </a:t>
            </a:r>
            <a:endParaRPr/>
          </a:p>
          <a:p>
            <a:pPr lvl="1">
              <a:defRPr/>
            </a:pPr>
            <a:r>
              <a:rPr lang="en-US">
                <a:solidFill>
                  <a:srgbClr val="FFFF00"/>
                </a:solidFill>
              </a:rPr>
              <a:t>Training</a:t>
            </a:r>
            <a:endParaRPr/>
          </a:p>
          <a:p>
            <a:pPr>
              <a:defRPr/>
            </a:pPr>
            <a:endParaRPr lang="en-US"/>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3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401109760" name="Title 1"/>
          <p:cNvSpPr>
            <a:spLocks noChangeArrowheads="1" noGrp="1"/>
          </p:cNvSpPr>
          <p:nvPr>
            <p:ph type="title"/>
          </p:nvPr>
        </p:nvSpPr>
        <p:spPr bwMode="auto"/>
        <p:txBody>
          <a:bodyPr/>
          <a:lstStyle/>
          <a:p>
            <a:pPr>
              <a:defRPr/>
            </a:pPr>
            <a:r>
              <a:rPr lang="en-US" sz="3600" b="1">
                <a:solidFill>
                  <a:srgbClr val="00B050"/>
                </a:solidFill>
              </a:rPr>
              <a:t>Applications of mindfulness - Medicine</a:t>
            </a:r>
            <a:endParaRPr/>
          </a:p>
        </p:txBody>
      </p:sp>
      <p:pic>
        <p:nvPicPr>
          <p:cNvPr id="1842686661" name="Content Placeholder 4" descr="A doctor attending to a patient&#10;&#10;Description automatically generated with medium confidence"/>
          <p:cNvPicPr>
            <a:picLocks noChangeAspect="1" noChangeArrowheads="1" noGrp="1"/>
          </p:cNvPicPr>
          <p:nvPr>
            <p:ph idx="1"/>
          </p:nvPr>
        </p:nvPicPr>
        <p:blipFill>
          <a:blip r:embed="rId3"/>
          <a:stretch/>
        </p:blipFill>
        <p:spPr bwMode="auto">
          <a:xfrm>
            <a:off x="544513" y="1600200"/>
            <a:ext cx="8054975" cy="4530725"/>
          </a:xfrm>
        </p:spPr>
      </p:pic>
      <p:sp>
        <p:nvSpPr>
          <p:cNvPr id="289182233" name="Oval 1"/>
          <p:cNvSpPr/>
          <p:nvPr/>
        </p:nvSpPr>
        <p:spPr bwMode="auto">
          <a:xfrm>
            <a:off x="6934200" y="5857875"/>
            <a:ext cx="1752599" cy="100012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1600"/>
              <a:t>3</a:t>
            </a:r>
            <a:endParaRPr/>
          </a:p>
          <a:p>
            <a:pPr algn="ctr">
              <a:defRPr/>
            </a:pPr>
            <a:r>
              <a:rPr lang="en-US" sz="1600"/>
              <a:t>15/03/2026</a:t>
            </a:r>
            <a:endParaRPr/>
          </a:p>
        </p:txBody>
      </p:sp>
      <p:sp>
        <p:nvSpPr>
          <p:cNvPr id="1898570445" name="TextBox 2"/>
          <p:cNvSpPr txBox="1"/>
          <p:nvPr/>
        </p:nvSpPr>
        <p:spPr bwMode="auto">
          <a:xfrm>
            <a:off x="9906000" y="2438400"/>
            <a:ext cx="2265364" cy="2677656"/>
          </a:xfrm>
          <a:prstGeom prst="rect">
            <a:avLst/>
          </a:prstGeom>
          <a:noFill/>
        </p:spPr>
        <p:txBody>
          <a:bodyPr wrap="none" rtlCol="0">
            <a:spAutoFit/>
          </a:bodyPr>
          <a:lstStyle/>
          <a:p>
            <a:pPr>
              <a:defRPr/>
            </a:pPr>
            <a:r>
              <a:rPr lang="en-US">
                <a:solidFill>
                  <a:srgbClr val="FF0000"/>
                </a:solidFill>
                <a:highlight>
                  <a:srgbClr val="FFFF00"/>
                </a:highlight>
              </a:rPr>
              <a:t>, , </a:t>
            </a:r>
            <a:r>
              <a:rPr lang="en-US">
                <a:solidFill>
                  <a:srgbClr val="FF0000"/>
                </a:solidFill>
                <a:highlight>
                  <a:srgbClr val="FFFF00"/>
                </a:highlight>
              </a:rPr>
              <a:t>, </a:t>
            </a:r>
            <a:r>
              <a:rPr lang="en-US">
                <a:solidFill>
                  <a:srgbClr val="FF0000"/>
                </a:solidFill>
                <a:highlight>
                  <a:srgbClr val="FFFF00"/>
                </a:highlight>
              </a:rPr>
              <a:t>, </a:t>
            </a:r>
            <a:r>
              <a:rPr lang="en-US">
                <a:solidFill>
                  <a:srgbClr val="FF0000"/>
                </a:solidFill>
                <a:highlight>
                  <a:srgbClr val="FFFF00"/>
                </a:highlight>
              </a:rPr>
              <a:t>and </a:t>
            </a:r>
            <a:r>
              <a:rPr lang="en-US">
                <a:solidFill>
                  <a:srgbClr val="FF0000"/>
                </a:solidFill>
                <a:highlight>
                  <a:srgbClr val="FFFF00"/>
                </a:highlight>
              </a:rPr>
              <a:t></a:t>
            </a:r>
            <a:endParaRPr/>
          </a:p>
          <a:p>
            <a:pPr>
              <a:defRPr/>
            </a:pPr>
            <a:endParaRPr lang="en-US">
              <a:solidFill>
                <a:srgbClr val="FF0000"/>
              </a:solidFill>
              <a:highlight>
                <a:srgbClr val="FFFF00"/>
              </a:highlight>
            </a:endParaRPr>
          </a:p>
          <a:p>
            <a:pPr>
              <a:defRPr/>
            </a:pPr>
            <a:endParaRPr lang="en-US">
              <a:solidFill>
                <a:srgbClr val="FF0000"/>
              </a:solidFill>
              <a:highlight>
                <a:srgbClr val="FFFF00"/>
              </a:highlight>
            </a:endParaRPr>
          </a:p>
          <a:p>
            <a:pPr>
              <a:defRPr/>
            </a:pPr>
            <a:r>
              <a:rPr lang="en-US">
                <a:solidFill>
                  <a:srgbClr val="FF0000"/>
                </a:solidFill>
                <a:highlight>
                  <a:srgbClr val="FFFF00"/>
                </a:highlight>
              </a:rPr>
              <a:t>Deep sleep</a:t>
            </a:r>
            <a:endParaRPr/>
          </a:p>
          <a:p>
            <a:pPr>
              <a:defRPr/>
            </a:pPr>
            <a:r>
              <a:rPr lang="en-US">
                <a:solidFill>
                  <a:srgbClr val="FF0000"/>
                </a:solidFill>
                <a:highlight>
                  <a:srgbClr val="FFFF00"/>
                </a:highlight>
              </a:rPr>
              <a:t>Sleep</a:t>
            </a:r>
            <a:endParaRPr/>
          </a:p>
          <a:p>
            <a:pPr>
              <a:defRPr/>
            </a:pPr>
            <a:endParaRPr lang="en-US">
              <a:solidFill>
                <a:srgbClr val="FF0000"/>
              </a:solidFill>
              <a:highlight>
                <a:srgbClr val="FFFF00"/>
              </a:highlight>
            </a:endParaRPr>
          </a:p>
          <a:p>
            <a:pPr>
              <a:defRPr/>
            </a:pPr>
            <a:endParaRPr lang="en-US"/>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3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940123198" name="Title 1"/>
          <p:cNvSpPr>
            <a:spLocks noChangeArrowheads="1" noGrp="1"/>
          </p:cNvSpPr>
          <p:nvPr>
            <p:ph type="title"/>
          </p:nvPr>
        </p:nvSpPr>
        <p:spPr bwMode="auto"/>
        <p:txBody>
          <a:bodyPr/>
          <a:lstStyle/>
          <a:p>
            <a:pPr>
              <a:defRPr/>
            </a:pPr>
            <a:r>
              <a:rPr lang="en-US" sz="3600" b="1">
                <a:solidFill>
                  <a:srgbClr val="00B050"/>
                </a:solidFill>
              </a:rPr>
              <a:t>Applications of mindfulness - Driving</a:t>
            </a:r>
            <a:endParaRPr lang="en-US" sz="3600"/>
          </a:p>
        </p:txBody>
      </p:sp>
      <p:pic>
        <p:nvPicPr>
          <p:cNvPr id="1276519913" name="Content Placeholder 4" descr="A person driving a car&#10;&#10;Description automatically generated"/>
          <p:cNvPicPr>
            <a:picLocks noChangeAspect="1" noChangeArrowheads="1" noGrp="1"/>
          </p:cNvPicPr>
          <p:nvPr>
            <p:ph idx="1"/>
          </p:nvPr>
        </p:nvPicPr>
        <p:blipFill>
          <a:blip r:embed="rId3"/>
          <a:stretch/>
        </p:blipFill>
        <p:spPr bwMode="auto">
          <a:xfrm>
            <a:off x="1357313" y="2065338"/>
            <a:ext cx="6429375" cy="3600450"/>
          </a:xfrm>
        </p:spPr>
      </p:pic>
      <p:sp>
        <p:nvSpPr>
          <p:cNvPr id="1434847301" name="TextBox 2"/>
          <p:cNvSpPr txBox="1"/>
          <p:nvPr/>
        </p:nvSpPr>
        <p:spPr bwMode="auto">
          <a:xfrm>
            <a:off x="2286000" y="3198168"/>
            <a:ext cx="4572000" cy="461665"/>
          </a:xfrm>
          <a:prstGeom prst="rect">
            <a:avLst/>
          </a:prstGeom>
          <a:noFill/>
        </p:spPr>
        <p:txBody>
          <a:bodyPr wrap="square">
            <a:spAutoFit/>
          </a:bodyPr>
          <a:lstStyle/>
          <a:p>
            <a:pPr>
              <a:defRPr/>
            </a:pPr>
            <a:r>
              <a:rPr lang="en-US" sz="2400">
                <a:solidFill>
                  <a:srgbClr val="FF0000"/>
                </a:solidFill>
              </a:rPr>
              <a:t>p</a:t>
            </a:r>
            <a:r>
              <a:rPr lang="en-US" sz="2400">
                <a:solidFill>
                  <a:srgbClr val="3333FF"/>
                </a:solidFill>
              </a:rPr>
              <a:t></a:t>
            </a:r>
            <a:r>
              <a:rPr lang="en-US" sz="2400">
                <a:solidFill>
                  <a:srgbClr val="FF0000"/>
                </a:solidFill>
              </a:rPr>
              <a:t>, q</a:t>
            </a:r>
            <a:r>
              <a:rPr lang="en-US" sz="2400">
                <a:solidFill>
                  <a:srgbClr val="3333FF"/>
                </a:solidFill>
              </a:rPr>
              <a:t></a:t>
            </a:r>
            <a:r>
              <a:rPr lang="en-US" sz="2400">
                <a:solidFill>
                  <a:srgbClr val="FF0000"/>
                </a:solidFill>
              </a:rPr>
              <a:t>, r</a:t>
            </a:r>
            <a:r>
              <a:rPr lang="en-US" sz="2400">
                <a:solidFill>
                  <a:srgbClr val="3333FF"/>
                </a:solidFill>
              </a:rPr>
              <a:t></a:t>
            </a:r>
            <a:r>
              <a:rPr lang="en-US" sz="2400">
                <a:solidFill>
                  <a:srgbClr val="FF0000"/>
                </a:solidFill>
              </a:rPr>
              <a:t>, s</a:t>
            </a:r>
            <a:r>
              <a:rPr lang="en-US" sz="2400">
                <a:solidFill>
                  <a:srgbClr val="3333FF"/>
                </a:solidFill>
              </a:rPr>
              <a:t></a:t>
            </a:r>
            <a:r>
              <a:rPr lang="en-US" sz="2400">
                <a:solidFill>
                  <a:srgbClr val="FF0000"/>
                </a:solidFill>
              </a:rPr>
              <a:t>, t</a:t>
            </a:r>
            <a:r>
              <a:rPr lang="en-US" sz="2400">
                <a:solidFill>
                  <a:srgbClr val="3333FF"/>
                </a:solidFill>
              </a:rPr>
              <a:t> </a:t>
            </a:r>
            <a:endParaRPr lang="en-US"/>
          </a:p>
        </p:txBody>
      </p:sp>
      <p:sp>
        <p:nvSpPr>
          <p:cNvPr id="1670307573" name="TextBox 4"/>
          <p:cNvSpPr txBox="1"/>
          <p:nvPr/>
        </p:nvSpPr>
        <p:spPr bwMode="auto">
          <a:xfrm>
            <a:off x="228600" y="6207100"/>
            <a:ext cx="8066632" cy="461665"/>
          </a:xfrm>
          <a:prstGeom prst="rect">
            <a:avLst/>
          </a:prstGeom>
          <a:noFill/>
        </p:spPr>
        <p:txBody>
          <a:bodyPr wrap="none" rtlCol="0">
            <a:spAutoFit/>
          </a:bodyPr>
          <a:lstStyle/>
          <a:p>
            <a:pPr>
              <a:defRPr/>
            </a:pPr>
            <a:r>
              <a:rPr lang="en-US"/>
              <a:t>Which brain waves can be studied in this session? </a:t>
            </a:r>
            <a:r>
              <a:rPr lang="en-US">
                <a:solidFill>
                  <a:srgbClr val="3333FF"/>
                </a:solidFill>
              </a:rPr>
              <a:t></a:t>
            </a:r>
            <a:r>
              <a:rPr lang="en-US">
                <a:solidFill>
                  <a:srgbClr val="FF0000"/>
                </a:solidFill>
              </a:rPr>
              <a:t>,</a:t>
            </a:r>
            <a:r>
              <a:rPr lang="en-US">
                <a:solidFill>
                  <a:srgbClr val="3333FF"/>
                </a:solidFill>
              </a:rPr>
              <a:t></a:t>
            </a:r>
            <a:r>
              <a:rPr lang="en-US">
                <a:solidFill>
                  <a:srgbClr val="FF0000"/>
                </a:solidFill>
              </a:rPr>
              <a:t>, </a:t>
            </a:r>
            <a:r>
              <a:rPr lang="en-US">
                <a:solidFill>
                  <a:srgbClr val="3333FF"/>
                </a:solidFill>
              </a:rPr>
              <a:t></a:t>
            </a:r>
            <a:r>
              <a:rPr lang="en-US">
                <a:solidFill>
                  <a:srgbClr val="FF0000"/>
                </a:solidFill>
              </a:rPr>
              <a:t>,</a:t>
            </a:r>
            <a:endParaRPr lang="en-US"/>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3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328737839" name="Title 1"/>
          <p:cNvSpPr>
            <a:spLocks noChangeArrowheads="1" noGrp="1"/>
          </p:cNvSpPr>
          <p:nvPr>
            <p:ph type="title"/>
          </p:nvPr>
        </p:nvSpPr>
        <p:spPr bwMode="auto"/>
        <p:txBody>
          <a:bodyPr/>
          <a:lstStyle/>
          <a:p>
            <a:pPr>
              <a:defRPr/>
            </a:pPr>
            <a:r>
              <a:rPr lang="en-US" b="1">
                <a:solidFill>
                  <a:srgbClr val="00B050"/>
                </a:solidFill>
              </a:rPr>
              <a:t>Applications – Military</a:t>
            </a:r>
            <a:br>
              <a:rPr lang="en-US" b="1">
                <a:solidFill>
                  <a:srgbClr val="00B050"/>
                </a:solidFill>
              </a:rPr>
            </a:br>
            <a:endParaRPr lang="en-US"/>
          </a:p>
        </p:txBody>
      </p:sp>
      <p:pic>
        <p:nvPicPr>
          <p:cNvPr id="419453670" name="Content Placeholder 4" descr="A person holding a camera&#10;&#10;Description automatically generated with medium confidence"/>
          <p:cNvPicPr>
            <a:picLocks noChangeAspect="1" noChangeArrowheads="1" noGrp="1"/>
          </p:cNvPicPr>
          <p:nvPr>
            <p:ph idx="1"/>
          </p:nvPr>
        </p:nvPicPr>
        <p:blipFill>
          <a:blip r:embed="rId3"/>
          <a:stretch/>
        </p:blipFill>
        <p:spPr bwMode="auto">
          <a:xfrm>
            <a:off x="1419225" y="1600200"/>
            <a:ext cx="6305550" cy="4530725"/>
          </a:xfr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3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019000498" name="Title 1"/>
          <p:cNvSpPr>
            <a:spLocks noChangeArrowheads="1" noGrp="1"/>
          </p:cNvSpPr>
          <p:nvPr>
            <p:ph type="title"/>
          </p:nvPr>
        </p:nvSpPr>
        <p:spPr bwMode="auto"/>
        <p:txBody>
          <a:bodyPr/>
          <a:lstStyle/>
          <a:p>
            <a:pPr>
              <a:defRPr/>
            </a:pPr>
            <a:r>
              <a:rPr lang="en-US" sz="3600" b="1">
                <a:solidFill>
                  <a:srgbClr val="00B050"/>
                </a:solidFill>
              </a:rPr>
              <a:t>Applications of mindfulness - Education</a:t>
            </a:r>
            <a:endParaRPr lang="en-US" sz="3600"/>
          </a:p>
        </p:txBody>
      </p:sp>
      <p:pic>
        <p:nvPicPr>
          <p:cNvPr id="405919818" name="Content Placeholder 4" descr="A group of people sitting at desks with books&#10;&#10;Description automatically generated with low confidence"/>
          <p:cNvPicPr>
            <a:picLocks noChangeAspect="1" noChangeArrowheads="1" noGrp="1"/>
          </p:cNvPicPr>
          <p:nvPr>
            <p:ph idx="1"/>
          </p:nvPr>
        </p:nvPicPr>
        <p:blipFill>
          <a:blip r:embed="rId3"/>
          <a:stretch/>
        </p:blipFill>
        <p:spPr bwMode="auto">
          <a:xfrm>
            <a:off x="1174750" y="1600200"/>
            <a:ext cx="6794500" cy="4530725"/>
          </a:xfrm>
        </p:spPr>
      </p:pic>
      <p:sp>
        <p:nvSpPr>
          <p:cNvPr id="1770773390" name="TextBox 2"/>
          <p:cNvSpPr txBox="1"/>
          <p:nvPr/>
        </p:nvSpPr>
        <p:spPr bwMode="auto">
          <a:xfrm>
            <a:off x="9829800" y="1981200"/>
            <a:ext cx="2890535" cy="830997"/>
          </a:xfrm>
          <a:prstGeom prst="rect">
            <a:avLst/>
          </a:prstGeom>
          <a:noFill/>
        </p:spPr>
        <p:txBody>
          <a:bodyPr wrap="none" rtlCol="0">
            <a:spAutoFit/>
          </a:bodyPr>
          <a:lstStyle/>
          <a:p>
            <a:pPr>
              <a:defRPr/>
            </a:pPr>
            <a:r>
              <a:rPr lang="en-US">
                <a:solidFill>
                  <a:srgbClr val="FFFF00"/>
                </a:solidFill>
              </a:rPr>
              <a:t>EEG: Non-invasive</a:t>
            </a:r>
            <a:endParaRPr/>
          </a:p>
          <a:p>
            <a:pPr>
              <a:defRPr/>
            </a:pPr>
            <a:r>
              <a:rPr lang="en-US">
                <a:solidFill>
                  <a:srgbClr val="FFFF00"/>
                </a:solidFill>
              </a:rPr>
              <a:t>Neuralink</a:t>
            </a:r>
            <a:r>
              <a:rPr lang="en-US">
                <a:solidFill>
                  <a:srgbClr val="FFFF00"/>
                </a:solidFill>
              </a:rPr>
              <a:t> - Invasive</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3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544981123" name="Title 1"/>
          <p:cNvSpPr>
            <a:spLocks noChangeArrowheads="1" noGrp="1"/>
          </p:cNvSpPr>
          <p:nvPr>
            <p:ph type="title"/>
          </p:nvPr>
        </p:nvSpPr>
        <p:spPr bwMode="auto"/>
        <p:txBody>
          <a:bodyPr/>
          <a:lstStyle/>
          <a:p>
            <a:pPr>
              <a:defRPr/>
            </a:pPr>
            <a:r>
              <a:rPr lang="en-US" sz="3600" b="1">
                <a:solidFill>
                  <a:srgbClr val="00B050"/>
                </a:solidFill>
              </a:rPr>
              <a:t>Applications of mindfulness - Meditation</a:t>
            </a:r>
            <a:endParaRPr lang="en-US" sz="3600"/>
          </a:p>
        </p:txBody>
      </p:sp>
      <p:pic>
        <p:nvPicPr>
          <p:cNvPr id="1135631494" name="Content Placeholder 4" descr="A picture containing person&#10;&#10;Description automatically generated"/>
          <p:cNvPicPr>
            <a:picLocks noChangeAspect="1" noChangeArrowheads="1" noGrp="1"/>
          </p:cNvPicPr>
          <p:nvPr>
            <p:ph idx="1"/>
          </p:nvPr>
        </p:nvPicPr>
        <p:blipFill>
          <a:blip r:embed="rId3"/>
          <a:stretch/>
        </p:blipFill>
        <p:spPr bwMode="auto">
          <a:xfrm>
            <a:off x="1169988" y="1600200"/>
            <a:ext cx="6804025" cy="4530725"/>
          </a:xfr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3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246523583" name="Title 1"/>
          <p:cNvSpPr>
            <a:spLocks noChangeArrowheads="1" noGrp="1"/>
          </p:cNvSpPr>
          <p:nvPr>
            <p:ph type="title"/>
          </p:nvPr>
        </p:nvSpPr>
        <p:spPr bwMode="auto"/>
        <p:txBody>
          <a:bodyPr/>
          <a:lstStyle/>
          <a:p>
            <a:pPr>
              <a:defRPr/>
            </a:pPr>
            <a:r>
              <a:rPr lang="en-US" b="1">
                <a:solidFill>
                  <a:srgbClr val="00B050"/>
                </a:solidFill>
              </a:rPr>
              <a:t>Exercise 6</a:t>
            </a:r>
            <a:endParaRPr/>
          </a:p>
        </p:txBody>
      </p:sp>
      <p:sp>
        <p:nvSpPr>
          <p:cNvPr id="1854286972" name="Content Placeholder 2"/>
          <p:cNvSpPr>
            <a:spLocks noChangeArrowheads="1" noGrp="1"/>
          </p:cNvSpPr>
          <p:nvPr>
            <p:ph idx="1"/>
          </p:nvPr>
        </p:nvSpPr>
        <p:spPr bwMode="auto">
          <a:xfrm>
            <a:off x="304800" y="1600200"/>
            <a:ext cx="8763000" cy="4530725"/>
          </a:xfrm>
        </p:spPr>
        <p:txBody>
          <a:bodyPr/>
          <a:lstStyle/>
          <a:p>
            <a:pPr>
              <a:defRPr/>
            </a:pPr>
            <a:r>
              <a:rPr lang="en-US">
                <a:solidFill>
                  <a:srgbClr val="0070C0"/>
                </a:solidFill>
              </a:rPr>
              <a:t> Survey applications of EEG technology.</a:t>
            </a:r>
            <a:endParaRPr/>
          </a:p>
          <a:p>
            <a:pPr lvl="1">
              <a:defRPr/>
            </a:pPr>
            <a:r>
              <a:rPr lang="en-US">
                <a:solidFill>
                  <a:srgbClr val="0070C0"/>
                </a:solidFill>
              </a:rPr>
              <a:t>Medicine, Training, Education, Criminal investigation, Study of the brain, controlling robots, playing games. Brain-machine interfacing, cursor movement by thinking, mind-mind communication, military, entertainment, the study of behavior of animal/human,  </a:t>
            </a:r>
            <a:endParaRPr/>
          </a:p>
          <a:p>
            <a:pPr>
              <a:defRPr/>
            </a:pPr>
            <a:r>
              <a:rPr lang="en-US">
                <a:solidFill>
                  <a:srgbClr val="0070C0"/>
                </a:solidFill>
              </a:rPr>
              <a:t>How can disabled people use EEG technology?</a:t>
            </a:r>
            <a:endParaRPr/>
          </a:p>
          <a:p>
            <a:pPr>
              <a:defRPr/>
            </a:pPr>
            <a:endParaRPr lang="en-US">
              <a:solidFill>
                <a:srgbClr val="0070C0"/>
              </a:solidFill>
            </a:endParaRPr>
          </a:p>
        </p:txBody>
      </p:sp>
      <p:sp>
        <p:nvSpPr>
          <p:cNvPr id="1855503322" name="TextBox 1"/>
          <p:cNvSpPr txBox="1"/>
          <p:nvPr/>
        </p:nvSpPr>
        <p:spPr bwMode="auto">
          <a:xfrm>
            <a:off x="9677400" y="2362199"/>
            <a:ext cx="2770310" cy="2677656"/>
          </a:xfrm>
          <a:prstGeom prst="rect">
            <a:avLst/>
          </a:prstGeom>
          <a:noFill/>
        </p:spPr>
        <p:txBody>
          <a:bodyPr wrap="none" rtlCol="0">
            <a:spAutoFit/>
          </a:bodyPr>
          <a:lstStyle/>
          <a:p>
            <a:pPr>
              <a:defRPr/>
            </a:pPr>
            <a:r>
              <a:rPr lang="en-US">
                <a:solidFill>
                  <a:srgbClr val="FFFF00"/>
                </a:solidFill>
              </a:rPr>
              <a:t>Driving knowledge</a:t>
            </a:r>
            <a:endParaRPr/>
          </a:p>
          <a:p>
            <a:pPr>
              <a:defRPr/>
            </a:pPr>
            <a:r>
              <a:rPr lang="en-US">
                <a:solidFill>
                  <a:srgbClr val="FFFF00"/>
                </a:solidFill>
              </a:rPr>
              <a:t>Medicine</a:t>
            </a:r>
            <a:endParaRPr/>
          </a:p>
          <a:p>
            <a:pPr>
              <a:defRPr/>
            </a:pPr>
            <a:r>
              <a:rPr lang="en-US">
                <a:solidFill>
                  <a:srgbClr val="FFFF00"/>
                </a:solidFill>
              </a:rPr>
              <a:t>Military data</a:t>
            </a:r>
            <a:endParaRPr/>
          </a:p>
          <a:p>
            <a:pPr>
              <a:defRPr/>
            </a:pPr>
            <a:r>
              <a:rPr lang="en-US">
                <a:solidFill>
                  <a:srgbClr val="FFFF00"/>
                </a:solidFill>
              </a:rPr>
              <a:t>Military knowledge</a:t>
            </a:r>
            <a:endParaRPr/>
          </a:p>
          <a:p>
            <a:pPr>
              <a:defRPr/>
            </a:pPr>
            <a:r>
              <a:rPr lang="en-US">
                <a:solidFill>
                  <a:srgbClr val="FFFF00"/>
                </a:solidFill>
              </a:rPr>
              <a:t>Military information</a:t>
            </a:r>
            <a:endParaRPr/>
          </a:p>
          <a:p>
            <a:pPr>
              <a:defRPr/>
            </a:pPr>
            <a:endParaRPr lang="en-US">
              <a:solidFill>
                <a:srgbClr val="FFFF00"/>
              </a:solidFill>
            </a:endParaRPr>
          </a:p>
          <a:p>
            <a:pPr>
              <a:defRPr/>
            </a:pPr>
            <a:endParaRPr lang="en-US"/>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3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496533979" name="Title 1"/>
          <p:cNvSpPr>
            <a:spLocks noChangeArrowheads="1" noGrp="1"/>
          </p:cNvSpPr>
          <p:nvPr>
            <p:ph type="title"/>
          </p:nvPr>
        </p:nvSpPr>
        <p:spPr bwMode="auto"/>
        <p:txBody>
          <a:bodyPr/>
          <a:lstStyle/>
          <a:p>
            <a:pPr>
              <a:defRPr/>
            </a:pPr>
            <a:r>
              <a:rPr lang="en-US" sz="4400" b="1">
                <a:solidFill>
                  <a:srgbClr val="00B050"/>
                </a:solidFill>
              </a:rPr>
              <a:t>Mindfulness studies in Sri Lanka</a:t>
            </a:r>
            <a:endParaRPr lang="en-US"/>
          </a:p>
        </p:txBody>
      </p:sp>
      <p:sp>
        <p:nvSpPr>
          <p:cNvPr id="331528233" name="Content Placeholder 2"/>
          <p:cNvSpPr>
            <a:spLocks noChangeArrowheads="1" noGrp="1"/>
          </p:cNvSpPr>
          <p:nvPr>
            <p:ph idx="1"/>
          </p:nvPr>
        </p:nvSpPr>
        <p:spPr bwMode="auto"/>
        <p:txBody>
          <a:bodyPr/>
          <a:lstStyle/>
          <a:p>
            <a:pPr>
              <a:defRPr/>
            </a:pPr>
            <a:r>
              <a:rPr lang="en-US">
                <a:solidFill>
                  <a:srgbClr val="0070C0"/>
                </a:solidFill>
              </a:rPr>
              <a:t>Sati pasala foundation </a:t>
            </a:r>
            <a:endParaRPr/>
          </a:p>
          <a:p>
            <a:pPr>
              <a:defRPr/>
            </a:pPr>
            <a:r>
              <a:rPr lang="en-US">
                <a:solidFill>
                  <a:srgbClr val="FF0000"/>
                </a:solidFill>
              </a:rPr>
              <a:t>Visit – </a:t>
            </a:r>
            <a:r>
              <a:rPr lang="en-US" u="sng">
                <a:solidFill>
                  <a:srgbClr val="FF0000"/>
                </a:solidFill>
                <a:hlinkClick r:id="rId3" tooltip="http://www.satipasala.org/"/>
              </a:rPr>
              <a:t>www.satipasala.org</a:t>
            </a:r>
            <a:endParaRPr lang="en-US">
              <a:solidFill>
                <a:srgbClr val="FF0000"/>
              </a:solidFill>
            </a:endParaRPr>
          </a:p>
          <a:p>
            <a:pPr>
              <a:defRPr/>
            </a:pPr>
            <a:r>
              <a:rPr lang="en-US">
                <a:solidFill>
                  <a:srgbClr val="0070C0"/>
                </a:solidFill>
              </a:rPr>
              <a:t>Project on EEG analysis</a:t>
            </a:r>
            <a:endParaRPr/>
          </a:p>
          <a:p>
            <a:pPr>
              <a:defRPr/>
            </a:pPr>
            <a:endParaRPr lang="en-US"/>
          </a:p>
          <a:p>
            <a:pPr>
              <a:defRPr/>
            </a:pPr>
            <a:endParaRPr lang="en-US"/>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3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653908088" name="Title 1"/>
          <p:cNvSpPr>
            <a:spLocks noChangeArrowheads="1" noGrp="1"/>
          </p:cNvSpPr>
          <p:nvPr>
            <p:ph type="title"/>
          </p:nvPr>
        </p:nvSpPr>
        <p:spPr bwMode="auto">
          <a:xfrm>
            <a:off x="457200" y="125413"/>
            <a:ext cx="8229600" cy="560387"/>
          </a:xfrm>
        </p:spPr>
        <p:txBody>
          <a:bodyPr/>
          <a:lstStyle/>
          <a:p>
            <a:pPr>
              <a:defRPr/>
            </a:pPr>
            <a:r>
              <a:rPr lang="en-US" sz="3600" b="1">
                <a:solidFill>
                  <a:srgbClr val="00B050"/>
                </a:solidFill>
              </a:rPr>
              <a:t>Mindfulness studies  in Sri Lanka</a:t>
            </a:r>
            <a:endParaRPr/>
          </a:p>
        </p:txBody>
      </p:sp>
      <p:pic>
        <p:nvPicPr>
          <p:cNvPr id="593747923" name="Content Placeholder 4" descr="Chart&#10;&#10;Description automatically generated"/>
          <p:cNvPicPr>
            <a:picLocks noChangeAspect="1" noChangeArrowheads="1" noGrp="1"/>
          </p:cNvPicPr>
          <p:nvPr>
            <p:ph idx="1"/>
          </p:nvPr>
        </p:nvPicPr>
        <p:blipFill>
          <a:blip r:embed="rId3"/>
          <a:srcRect l="0" t="4430" r="0" b="0"/>
          <a:stretch/>
        </p:blipFill>
        <p:spPr bwMode="auto">
          <a:xfrm>
            <a:off x="136525" y="685800"/>
            <a:ext cx="8869363" cy="6575425"/>
          </a:xfr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4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520473405" name="Title 1"/>
          <p:cNvSpPr>
            <a:spLocks noChangeArrowheads="1" noGrp="1"/>
          </p:cNvSpPr>
          <p:nvPr>
            <p:ph type="title"/>
          </p:nvPr>
        </p:nvSpPr>
        <p:spPr bwMode="auto"/>
        <p:txBody>
          <a:bodyPr/>
          <a:lstStyle/>
          <a:p>
            <a:pPr>
              <a:defRPr/>
            </a:pPr>
            <a:endParaRPr lang="en-US"/>
          </a:p>
        </p:txBody>
      </p:sp>
      <p:pic>
        <p:nvPicPr>
          <p:cNvPr id="1277578562" name="Content Placeholder 4" descr="A screenshot of a graph&#10;&#10;Description automatically generated"/>
          <p:cNvPicPr>
            <a:picLocks noChangeAspect="1" noChangeArrowheads="1" noGrp="1"/>
          </p:cNvPicPr>
          <p:nvPr>
            <p:ph idx="1"/>
          </p:nvPr>
        </p:nvPicPr>
        <p:blipFill>
          <a:blip r:embed="rId3"/>
          <a:stretch/>
        </p:blipFill>
        <p:spPr bwMode="auto">
          <a:xfrm>
            <a:off x="549275" y="-223838"/>
            <a:ext cx="6553200" cy="7305676"/>
          </a:xfrm>
        </p:spPr>
      </p:pic>
      <p:sp>
        <p:nvSpPr>
          <p:cNvPr id="102279380" name="TextBox 11"/>
          <p:cNvSpPr txBox="1">
            <a:spLocks noChangeArrowheads="1"/>
          </p:cNvSpPr>
          <p:nvPr/>
        </p:nvSpPr>
        <p:spPr bwMode="auto">
          <a:xfrm>
            <a:off x="7183438" y="1219200"/>
            <a:ext cx="1884362" cy="1815882"/>
          </a:xfrm>
          <a:prstGeom prst="rect">
            <a:avLst/>
          </a:prstGeom>
          <a:noFill/>
          <a:ln>
            <a:noFill/>
          </a:ln>
        </p:spPr>
        <p:txBody>
          <a:bodyPr>
            <a:spAutoFit/>
          </a:bodyPr>
          <a:lstStyle>
            <a:lvl1pPr>
              <a:defRPr sz="2400">
                <a:solidFill>
                  <a:schemeClr val="tx1"/>
                </a:solidFill>
                <a:latin typeface="Arial"/>
              </a:defRPr>
            </a:lvl1pPr>
            <a:lvl2pPr marL="742950" indent="-285750">
              <a:defRPr sz="2400">
                <a:solidFill>
                  <a:schemeClr val="tx1"/>
                </a:solidFill>
                <a:latin typeface="Arial"/>
              </a:defRPr>
            </a:lvl2pPr>
            <a:lvl3pPr marL="1143000" indent="-228600">
              <a:defRPr sz="2400">
                <a:solidFill>
                  <a:schemeClr val="tx1"/>
                </a:solidFill>
                <a:latin typeface="Arial"/>
              </a:defRPr>
            </a:lvl3pPr>
            <a:lvl4pPr marL="1600200" indent="-228600">
              <a:defRPr sz="2400">
                <a:solidFill>
                  <a:schemeClr val="tx1"/>
                </a:solidFill>
                <a:latin typeface="Arial"/>
              </a:defRPr>
            </a:lvl4pPr>
            <a:lvl5pPr marL="2057400" indent="-228600">
              <a:defRPr sz="2400">
                <a:solidFill>
                  <a:schemeClr val="tx1"/>
                </a:solidFill>
                <a:latin typeface="Arial"/>
              </a:defRPr>
            </a:lvl5pPr>
            <a:lvl6pPr marL="2514600" indent="-228600">
              <a:spcBef>
                <a:spcPts val="0"/>
              </a:spcBef>
              <a:spcAft>
                <a:spcPts val="0"/>
              </a:spcAft>
              <a:defRPr sz="2400">
                <a:solidFill>
                  <a:schemeClr val="tx1"/>
                </a:solidFill>
                <a:latin typeface="Arial"/>
              </a:defRPr>
            </a:lvl6pPr>
            <a:lvl7pPr marL="2971800" indent="-228600">
              <a:spcBef>
                <a:spcPts val="0"/>
              </a:spcBef>
              <a:spcAft>
                <a:spcPts val="0"/>
              </a:spcAft>
              <a:defRPr sz="2400">
                <a:solidFill>
                  <a:schemeClr val="tx1"/>
                </a:solidFill>
                <a:latin typeface="Arial"/>
              </a:defRPr>
            </a:lvl7pPr>
            <a:lvl8pPr marL="3429000" indent="-228600">
              <a:spcBef>
                <a:spcPts val="0"/>
              </a:spcBef>
              <a:spcAft>
                <a:spcPts val="0"/>
              </a:spcAft>
              <a:defRPr sz="2400">
                <a:solidFill>
                  <a:schemeClr val="tx1"/>
                </a:solidFill>
                <a:latin typeface="Arial"/>
              </a:defRPr>
            </a:lvl8pPr>
            <a:lvl9pPr marL="3886200" indent="-228600">
              <a:spcBef>
                <a:spcPts val="0"/>
              </a:spcBef>
              <a:spcAft>
                <a:spcPts val="0"/>
              </a:spcAft>
              <a:defRPr sz="2400">
                <a:solidFill>
                  <a:schemeClr val="tx1"/>
                </a:solidFill>
                <a:latin typeface="Arial"/>
              </a:defRPr>
            </a:lvl9pPr>
          </a:lstStyle>
          <a:p>
            <a:pPr>
              <a:defRPr/>
            </a:pPr>
            <a:r>
              <a:rPr lang="en-US" sz="1600">
                <a:solidFill>
                  <a:srgbClr val="0070C0"/>
                </a:solidFill>
              </a:rPr>
              <a:t>When mindfulness</a:t>
            </a:r>
            <a:endParaRPr/>
          </a:p>
          <a:p>
            <a:pPr>
              <a:defRPr/>
            </a:pPr>
            <a:r>
              <a:rPr lang="en-US" sz="1600">
                <a:solidFill>
                  <a:srgbClr val="0070C0"/>
                </a:solidFill>
              </a:rPr>
              <a:t>is low. What has happened?</a:t>
            </a:r>
            <a:endParaRPr/>
          </a:p>
          <a:p>
            <a:pPr>
              <a:defRPr/>
            </a:pPr>
            <a:endParaRPr lang="en-US" sz="1600">
              <a:solidFill>
                <a:srgbClr val="0070C0"/>
              </a:solidFill>
            </a:endParaRPr>
          </a:p>
          <a:p>
            <a:pPr>
              <a:defRPr/>
            </a:pPr>
            <a:r>
              <a:rPr lang="en-US" sz="1600">
                <a:solidFill>
                  <a:srgbClr val="0070C0"/>
                </a:solidFill>
              </a:rPr>
              <a:t>At this time </a:t>
            </a:r>
            <a:endParaRPr/>
          </a:p>
          <a:p>
            <a:pPr>
              <a:defRPr/>
            </a:pPr>
            <a:r>
              <a:rPr lang="en-US" sz="1600">
                <a:solidFill>
                  <a:srgbClr val="0070C0"/>
                </a:solidFill>
              </a:rPr>
              <a:t>Alpha high occurs.</a:t>
            </a:r>
            <a:endParaRPr/>
          </a:p>
          <a:p>
            <a:pPr>
              <a:defRPr/>
            </a:pPr>
            <a:r>
              <a:rPr lang="en-US" sz="1600">
                <a:solidFill>
                  <a:srgbClr val="0070C0"/>
                </a:solidFill>
              </a:rPr>
              <a:t>So, no sleeping </a:t>
            </a:r>
            <a:endParaRPr/>
          </a:p>
        </p:txBody>
      </p:sp>
      <p:cxnSp>
        <p:nvCxnSpPr>
          <p:cNvPr id="353414231" name="Straight Connector 18"/>
          <p:cNvCxnSpPr/>
          <p:nvPr/>
        </p:nvCxnSpPr>
        <p:spPr bwMode="auto">
          <a:xfrm flipV="1">
            <a:off x="1676400" y="1417638"/>
            <a:ext cx="5507038" cy="411162"/>
          </a:xfrm>
          <a:prstGeom prst="line">
            <a:avLst/>
          </a:prstGeom>
          <a:ln w="15875">
            <a:solidFill>
              <a:srgbClr val="353814"/>
            </a:solidFill>
          </a:ln>
        </p:spPr>
        <p:style>
          <a:lnRef idx="1">
            <a:schemeClr val="accent1"/>
          </a:lnRef>
          <a:fillRef idx="0">
            <a:schemeClr val="accent1"/>
          </a:fillRef>
          <a:effectRef idx="0">
            <a:schemeClr val="accent1"/>
          </a:effectRef>
          <a:fontRef idx="minor">
            <a:schemeClr val="tx1"/>
          </a:fontRef>
        </p:style>
      </p:cxnSp>
      <p:cxnSp>
        <p:nvCxnSpPr>
          <p:cNvPr id="1557264981" name="Straight Arrow Connector 20"/>
          <p:cNvCxnSpPr/>
          <p:nvPr/>
        </p:nvCxnSpPr>
        <p:spPr bwMode="auto">
          <a:xfrm>
            <a:off x="4495800" y="2438400"/>
            <a:ext cx="762000" cy="0"/>
          </a:xfrm>
          <a:prstGeom prst="straightConnector1">
            <a:avLst/>
          </a:prstGeom>
          <a:ln w="28575">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112037037" name="Straight Connector 3"/>
          <p:cNvCxnSpPr/>
          <p:nvPr/>
        </p:nvCxnSpPr>
        <p:spPr bwMode="auto">
          <a:xfrm>
            <a:off x="1676400" y="1828800"/>
            <a:ext cx="0" cy="2590800"/>
          </a:xfrm>
          <a:prstGeom prst="line">
            <a:avLst/>
          </a:prstGeom>
          <a:ln w="19050">
            <a:solidFill>
              <a:srgbClr val="353814"/>
            </a:solidFill>
          </a:ln>
        </p:spPr>
        <p:style>
          <a:lnRef idx="1">
            <a:schemeClr val="accent1"/>
          </a:lnRef>
          <a:fillRef idx="0">
            <a:schemeClr val="accent1"/>
          </a:fillRef>
          <a:effectRef idx="0">
            <a:schemeClr val="accent1"/>
          </a:effectRef>
          <a:fontRef idx="minor">
            <a:schemeClr val="tx1"/>
          </a:fontRef>
        </p:style>
      </p:cxnSp>
      <p:sp>
        <p:nvSpPr>
          <p:cNvPr id="419959714" name="Oval 7"/>
          <p:cNvSpPr/>
          <p:nvPr/>
        </p:nvSpPr>
        <p:spPr bwMode="auto">
          <a:xfrm>
            <a:off x="1630363" y="2286000"/>
            <a:ext cx="76200" cy="46038"/>
          </a:xfrm>
          <a:prstGeom prst="ellipse">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335221245" name="Oval 9"/>
          <p:cNvSpPr/>
          <p:nvPr/>
        </p:nvSpPr>
        <p:spPr bwMode="auto">
          <a:xfrm>
            <a:off x="1641475" y="3459163"/>
            <a:ext cx="76200" cy="46037"/>
          </a:xfrm>
          <a:prstGeom prst="ellipse">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defRPr/>
            </a:pPr>
            <a:endParaRPr lang="en-US"/>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4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806391128" name="Title 1"/>
          <p:cNvSpPr>
            <a:spLocks noChangeArrowheads="1" noGrp="1"/>
          </p:cNvSpPr>
          <p:nvPr>
            <p:ph type="title"/>
          </p:nvPr>
        </p:nvSpPr>
        <p:spPr bwMode="auto">
          <a:xfrm>
            <a:off x="457200" y="277813"/>
            <a:ext cx="8229600" cy="712787"/>
          </a:xfrm>
        </p:spPr>
        <p:txBody>
          <a:bodyPr/>
          <a:lstStyle/>
          <a:p>
            <a:pPr>
              <a:defRPr/>
            </a:pPr>
            <a:r>
              <a:rPr lang="en-US" b="1">
                <a:solidFill>
                  <a:srgbClr val="00B050"/>
                </a:solidFill>
              </a:rPr>
              <a:t>Exercise 4</a:t>
            </a:r>
            <a:endParaRPr/>
          </a:p>
        </p:txBody>
      </p:sp>
      <p:sp>
        <p:nvSpPr>
          <p:cNvPr id="1771749674" name="Content Placeholder 2"/>
          <p:cNvSpPr>
            <a:spLocks noChangeArrowheads="1" noGrp="1"/>
          </p:cNvSpPr>
          <p:nvPr>
            <p:ph idx="1"/>
          </p:nvPr>
        </p:nvSpPr>
        <p:spPr bwMode="auto">
          <a:xfrm>
            <a:off x="304800" y="990600"/>
            <a:ext cx="8839200" cy="4530725"/>
          </a:xfrm>
        </p:spPr>
        <p:txBody>
          <a:bodyPr/>
          <a:lstStyle/>
          <a:p>
            <a:pPr>
              <a:defRPr/>
            </a:pPr>
            <a:r>
              <a:rPr lang="en-US">
                <a:solidFill>
                  <a:srgbClr val="3333FF"/>
                </a:solidFill>
              </a:rPr>
              <a:t>Identify the finding of EEG analysis (previous slide) for mindfulness</a:t>
            </a:r>
            <a:r>
              <a:rPr lang="en-US"/>
              <a:t>.</a:t>
            </a:r>
            <a:endParaRPr/>
          </a:p>
          <a:p>
            <a:pPr lvl="1">
              <a:defRPr/>
            </a:pPr>
            <a:r>
              <a:rPr lang="en-US" sz="2500">
                <a:solidFill>
                  <a:srgbClr val="FF0000"/>
                </a:solidFill>
              </a:rPr>
              <a:t>For a mindful session,  is the dominant frequency</a:t>
            </a:r>
            <a:endParaRPr/>
          </a:p>
          <a:p>
            <a:pPr lvl="1">
              <a:defRPr/>
            </a:pPr>
            <a:r>
              <a:rPr lang="en-US" sz="2500">
                <a:solidFill>
                  <a:srgbClr val="FF0000"/>
                </a:solidFill>
              </a:rPr>
              <a:t> is the second highest</a:t>
            </a:r>
            <a:endParaRPr/>
          </a:p>
          <a:p>
            <a:pPr lvl="1">
              <a:defRPr/>
            </a:pPr>
            <a:r>
              <a:rPr lang="en-US" sz="2500">
                <a:solidFill>
                  <a:srgbClr val="FF0000"/>
                </a:solidFill>
              </a:rPr>
              <a:t></a:t>
            </a:r>
            <a:r>
              <a:rPr lang="en-US" sz="2500">
                <a:solidFill>
                  <a:srgbClr val="FF0000"/>
                </a:solidFill>
              </a:rPr>
              <a:t> should be small (otherwise you fall asleep during mindfulness training)</a:t>
            </a:r>
            <a:endParaRPr/>
          </a:p>
          <a:p>
            <a:pPr lvl="1">
              <a:defRPr/>
            </a:pPr>
            <a:r>
              <a:rPr lang="en-US" sz="2500">
                <a:solidFill>
                  <a:srgbClr val="FF0000"/>
                </a:solidFill>
              </a:rPr>
              <a:t> and  are as small as zero, because the session is mindfulness oriented</a:t>
            </a:r>
            <a:endParaRPr/>
          </a:p>
          <a:p>
            <a:pPr lvl="1">
              <a:defRPr/>
            </a:pPr>
            <a:r>
              <a:rPr lang="en-US" sz="2500">
                <a:solidFill>
                  <a:srgbClr val="FF0000"/>
                </a:solidFill>
              </a:rPr>
              <a:t>If  &gt;</a:t>
            </a:r>
            <a:r>
              <a:rPr lang="en-US" sz="2500">
                <a:solidFill>
                  <a:srgbClr val="FF0000"/>
                </a:solidFill>
              </a:rPr>
              <a:t> </a:t>
            </a:r>
            <a:r>
              <a:rPr lang="en-US" sz="2500">
                <a:solidFill>
                  <a:srgbClr val="FF0000"/>
                </a:solidFill>
              </a:rPr>
              <a:t>, you are concentrating but not mindful</a:t>
            </a:r>
            <a:endParaRPr/>
          </a:p>
          <a:p>
            <a:pPr lvl="1">
              <a:defRPr/>
            </a:pPr>
            <a:r>
              <a:rPr lang="en-US" sz="2500">
                <a:solidFill>
                  <a:srgbClr val="FF0000"/>
                </a:solidFill>
              </a:rPr>
              <a:t>Our tradition of mindfulness goes with developing , while Western practice is about </a:t>
            </a:r>
            <a:endParaRPr/>
          </a:p>
          <a:p>
            <a:pPr lvl="1">
              <a:defRPr/>
            </a:pPr>
            <a:r>
              <a:rPr lang="en-US" sz="2500">
                <a:solidFill>
                  <a:srgbClr val="FF0000"/>
                </a:solidFill>
              </a:rPr>
              <a:t>Research – national relevance (cobra) + international recognition (antivenom)</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4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200694867" name="Title 1"/>
          <p:cNvSpPr>
            <a:spLocks noChangeArrowheads="1" noGrp="1"/>
          </p:cNvSpPr>
          <p:nvPr>
            <p:ph type="title"/>
          </p:nvPr>
        </p:nvSpPr>
        <p:spPr bwMode="auto"/>
        <p:txBody>
          <a:bodyPr/>
          <a:lstStyle/>
          <a:p>
            <a:pPr>
              <a:defRPr/>
            </a:pPr>
            <a:r>
              <a:rPr lang="en-US" b="1">
                <a:solidFill>
                  <a:srgbClr val="00B050"/>
                </a:solidFill>
              </a:rPr>
              <a:t>Brain Computer Interfacing</a:t>
            </a:r>
            <a:endParaRPr/>
          </a:p>
        </p:txBody>
      </p:sp>
      <p:sp>
        <p:nvSpPr>
          <p:cNvPr id="744057741" name="Content Placeholder 2"/>
          <p:cNvSpPr>
            <a:spLocks noChangeArrowheads="1" noGrp="1"/>
          </p:cNvSpPr>
          <p:nvPr>
            <p:ph idx="1"/>
          </p:nvPr>
        </p:nvSpPr>
        <p:spPr bwMode="auto">
          <a:xfrm>
            <a:off x="38100" y="1246187"/>
            <a:ext cx="9334500" cy="5334000"/>
          </a:xfrm>
        </p:spPr>
        <p:txBody>
          <a:bodyPr/>
          <a:lstStyle/>
          <a:p>
            <a:pPr>
              <a:defRPr/>
            </a:pPr>
            <a:r>
              <a:rPr lang="en-US" sz="2500">
                <a:solidFill>
                  <a:srgbClr val="0070C0"/>
                </a:solidFill>
              </a:rPr>
              <a:t>Capturing EEG signals and processing on a Computer for different purposes comes under BCI (Brain Computer Interfacing) – The smart car key can be extended with BCI</a:t>
            </a:r>
            <a:endParaRPr/>
          </a:p>
          <a:p>
            <a:pPr lvl="1">
              <a:defRPr/>
            </a:pPr>
            <a:r>
              <a:rPr lang="en-US" sz="2200">
                <a:solidFill>
                  <a:srgbClr val="0070C0"/>
                </a:solidFill>
              </a:rPr>
              <a:t>Mind-machine communications</a:t>
            </a:r>
            <a:endParaRPr/>
          </a:p>
          <a:p>
            <a:pPr lvl="2">
              <a:defRPr/>
            </a:pPr>
            <a:r>
              <a:rPr lang="en-US">
                <a:solidFill>
                  <a:srgbClr val="0070C0"/>
                </a:solidFill>
              </a:rPr>
              <a:t>lower arm robot – brain (Bluetooth and EEG)</a:t>
            </a:r>
            <a:endParaRPr/>
          </a:p>
          <a:p>
            <a:pPr lvl="2">
              <a:defRPr/>
            </a:pPr>
            <a:r>
              <a:rPr lang="en-US">
                <a:solidFill>
                  <a:srgbClr val="0070C0"/>
                </a:solidFill>
              </a:rPr>
              <a:t>Opening/closing a door by thinking</a:t>
            </a:r>
            <a:endParaRPr/>
          </a:p>
          <a:p>
            <a:pPr lvl="1">
              <a:defRPr/>
            </a:pPr>
            <a:r>
              <a:rPr lang="en-US" sz="2200">
                <a:solidFill>
                  <a:srgbClr val="0070C0"/>
                </a:solidFill>
              </a:rPr>
              <a:t>Mind-mind communication </a:t>
            </a:r>
            <a:endParaRPr/>
          </a:p>
          <a:p>
            <a:pPr lvl="1">
              <a:defRPr/>
            </a:pPr>
            <a:r>
              <a:rPr lang="en-US" sz="2200">
                <a:solidFill>
                  <a:srgbClr val="0070C0"/>
                </a:solidFill>
              </a:rPr>
              <a:t>Machine-mind communication (neural link)</a:t>
            </a:r>
            <a:endParaRPr/>
          </a:p>
          <a:p>
            <a:pPr lvl="1">
              <a:defRPr/>
            </a:pPr>
            <a:r>
              <a:rPr lang="en-US" sz="2200">
                <a:solidFill>
                  <a:srgbClr val="0070C0"/>
                </a:solidFill>
              </a:rPr>
              <a:t>Future keyboard, mouse, and microphone will be replaced by BCI </a:t>
            </a:r>
            <a:endParaRPr/>
          </a:p>
          <a:p>
            <a:pPr>
              <a:defRPr/>
            </a:pPr>
            <a:r>
              <a:rPr lang="en-US" sz="2400">
                <a:solidFill>
                  <a:srgbClr val="FF0000"/>
                </a:solidFill>
              </a:rPr>
              <a:t>EEG signals are to be preprocessed to identify </a:t>
            </a:r>
            <a:r>
              <a:rPr lang="en-US" sz="2400">
                <a:solidFill>
                  <a:srgbClr val="FF0000"/>
                </a:solidFill>
              </a:rPr>
              <a:t></a:t>
            </a:r>
            <a:r>
              <a:rPr lang="en-US" sz="2400">
                <a:solidFill>
                  <a:srgbClr val="FF0000"/>
                </a:solidFill>
              </a:rPr>
              <a:t>, </a:t>
            </a:r>
            <a:r>
              <a:rPr lang="en-US" sz="2400">
                <a:solidFill>
                  <a:srgbClr val="FF0000"/>
                </a:solidFill>
              </a:rPr>
              <a:t></a:t>
            </a:r>
            <a:r>
              <a:rPr lang="en-US" sz="2400">
                <a:solidFill>
                  <a:srgbClr val="FF0000"/>
                </a:solidFill>
              </a:rPr>
              <a:t>, </a:t>
            </a:r>
            <a:r>
              <a:rPr lang="en-US" sz="2400">
                <a:solidFill>
                  <a:srgbClr val="FF0000"/>
                </a:solidFill>
              </a:rPr>
              <a:t></a:t>
            </a:r>
            <a:r>
              <a:rPr lang="en-US" sz="2400">
                <a:solidFill>
                  <a:srgbClr val="FF0000"/>
                </a:solidFill>
              </a:rPr>
              <a:t>, </a:t>
            </a:r>
            <a:r>
              <a:rPr lang="en-US" sz="2400">
                <a:solidFill>
                  <a:srgbClr val="FF0000"/>
                </a:solidFill>
              </a:rPr>
              <a:t></a:t>
            </a:r>
            <a:r>
              <a:rPr lang="en-US" sz="2400">
                <a:solidFill>
                  <a:srgbClr val="FF0000"/>
                </a:solidFill>
              </a:rPr>
              <a:t> and </a:t>
            </a:r>
            <a:r>
              <a:rPr lang="en-US" sz="2400">
                <a:solidFill>
                  <a:srgbClr val="FF0000"/>
                </a:solidFill>
              </a:rPr>
              <a:t></a:t>
            </a:r>
            <a:r>
              <a:rPr lang="en-US" sz="2400">
                <a:solidFill>
                  <a:srgbClr val="FF0000"/>
                </a:solidFill>
              </a:rPr>
              <a:t> wave related to a particular tasks</a:t>
            </a:r>
            <a:endParaRPr/>
          </a:p>
          <a:p>
            <a:pPr lvl="1">
              <a:defRPr/>
            </a:pPr>
            <a:r>
              <a:rPr lang="en-US" sz="2400">
                <a:solidFill>
                  <a:srgbClr val="FF0000"/>
                </a:solidFill>
              </a:rPr>
              <a:t>Note: Any task has a combination of all waves </a:t>
            </a:r>
            <a:endParaRPr/>
          </a:p>
          <a:p>
            <a:pPr lvl="1">
              <a:defRPr/>
            </a:pPr>
            <a:r>
              <a:rPr lang="en-US" sz="2400">
                <a:solidFill>
                  <a:srgbClr val="FF0000"/>
                </a:solidFill>
              </a:rPr>
              <a:t>There are other </a:t>
            </a:r>
            <a:r>
              <a:rPr lang="en-US" sz="2400">
                <a:solidFill>
                  <a:srgbClr val="FF0000"/>
                </a:solidFill>
                <a:highlight>
                  <a:srgbClr val="FFFF00"/>
                </a:highlight>
              </a:rPr>
              <a:t>brain imaging techniques</a:t>
            </a:r>
            <a:r>
              <a:rPr lang="en-US" sz="2400">
                <a:solidFill>
                  <a:srgbClr val="FF0000"/>
                </a:solidFill>
              </a:rPr>
              <a:t> like PET, CT, </a:t>
            </a:r>
            <a:r>
              <a:rPr lang="en-US">
                <a:solidFill>
                  <a:srgbClr val="FF0000"/>
                </a:solidFill>
              </a:rPr>
              <a:t>fMRI</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4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2118903257" name="Title 1"/>
          <p:cNvSpPr>
            <a:spLocks noChangeArrowheads="1" noGrp="1"/>
          </p:cNvSpPr>
          <p:nvPr>
            <p:ph type="title"/>
          </p:nvPr>
        </p:nvSpPr>
        <p:spPr bwMode="auto"/>
        <p:txBody>
          <a:bodyPr/>
          <a:lstStyle/>
          <a:p>
            <a:pPr>
              <a:defRPr/>
            </a:pPr>
            <a:r>
              <a:rPr lang="en-US" b="1">
                <a:solidFill>
                  <a:srgbClr val="00B050"/>
                </a:solidFill>
              </a:rPr>
              <a:t>Exercise 7</a:t>
            </a:r>
            <a:endParaRPr/>
          </a:p>
        </p:txBody>
      </p:sp>
      <p:sp>
        <p:nvSpPr>
          <p:cNvPr id="1665795521" name="Content Placeholder 2"/>
          <p:cNvSpPr>
            <a:spLocks noChangeArrowheads="1" noGrp="1"/>
          </p:cNvSpPr>
          <p:nvPr>
            <p:ph idx="1"/>
          </p:nvPr>
        </p:nvSpPr>
        <p:spPr bwMode="auto">
          <a:xfrm>
            <a:off x="457200" y="1417638"/>
            <a:ext cx="8839200" cy="4713287"/>
          </a:xfrm>
        </p:spPr>
        <p:txBody>
          <a:bodyPr/>
          <a:lstStyle/>
          <a:p>
            <a:pPr>
              <a:defRPr/>
            </a:pPr>
            <a:r>
              <a:rPr lang="en-US" sz="2600">
                <a:solidFill>
                  <a:srgbClr val="3333FF"/>
                </a:solidFill>
              </a:rPr>
              <a:t>Identify whether the following cognitive features can be implemented by symbolic or/and non-symbolic approach to AI? In each case give examples.</a:t>
            </a:r>
            <a:endParaRPr/>
          </a:p>
        </p:txBody>
      </p:sp>
      <p:graphicFrame>
        <p:nvGraphicFramePr>
          <p:cNvPr id="1608697617" name="Table 4"/>
          <p:cNvGraphicFramePr>
            <a:graphicFrameLocks xmlns:a="http://schemas.openxmlformats.org/drawingml/2006/main" noGrp="1"/>
          </p:cNvGraphicFramePr>
          <p:nvPr/>
        </p:nvGraphicFramePr>
        <p:xfrm>
          <a:off x="685800" y="2922588"/>
          <a:ext cx="8458200" cy="3459162"/>
        </p:xfrm>
        <a:graphic>
          <a:graphicData uri="http://schemas.openxmlformats.org/drawingml/2006/table">
            <a:tbl>
              <a:tblPr firstRow="1" firstCol="0" lastRow="0" lastCol="0" bandRow="1" bandCol="0">
                <a:tableStyleId>{5C22544A-7EE6-4342-B048-85BDC9FD1C3A}</a:tableStyleId>
              </a:tblPr>
              <a:tblGrid>
                <a:gridCol w="2615938"/>
                <a:gridCol w="5842262"/>
              </a:tblGrid>
              <a:tr h="397990">
                <a:tc>
                  <a:txBody>
                    <a:bodyPr/>
                    <a:p>
                      <a:pPr>
                        <a:defRPr/>
                      </a:pPr>
                      <a:r>
                        <a:rPr lang="en-US" sz="1800"/>
                        <a:t>Cognitive Feature</a:t>
                      </a:r>
                      <a:endParaRPr/>
                    </a:p>
                  </a:txBody>
                  <a:tcPr marT="45715" marB="45715"/>
                </a:tc>
                <a:tc>
                  <a:txBody>
                    <a:bodyPr/>
                    <a:p>
                      <a:pPr>
                        <a:defRPr/>
                      </a:pPr>
                      <a:r>
                        <a:rPr lang="en-US" sz="1800"/>
                        <a:t>Symbolic/non-symbolic</a:t>
                      </a:r>
                      <a:endParaRPr/>
                    </a:p>
                  </a:txBody>
                  <a:tcPr marT="45715" marB="45715"/>
                </a:tc>
              </a:tr>
              <a:tr h="403517">
                <a:tc>
                  <a:txBody>
                    <a:bodyPr/>
                    <a:p>
                      <a:pPr>
                        <a:defRPr/>
                      </a:pPr>
                      <a:r>
                        <a:rPr lang="en-US" sz="1800"/>
                        <a:t>Learning</a:t>
                      </a:r>
                      <a:endParaRPr/>
                    </a:p>
                  </a:txBody>
                  <a:tcPr marT="45715" marB="45715"/>
                </a:tc>
                <a:tc>
                  <a:txBody>
                    <a:bodyPr/>
                    <a:p>
                      <a:pPr>
                        <a:defRPr/>
                      </a:pPr>
                      <a:r>
                        <a:rPr lang="en-US" sz="1800"/>
                        <a:t>Learn from theory/learn from training</a:t>
                      </a:r>
                      <a:endParaRPr/>
                    </a:p>
                  </a:txBody>
                  <a:tcPr marT="45715" marB="45715"/>
                </a:tc>
              </a:tr>
              <a:tr h="403517">
                <a:tc>
                  <a:txBody>
                    <a:bodyPr/>
                    <a:p>
                      <a:pPr>
                        <a:defRPr/>
                      </a:pPr>
                      <a:r>
                        <a:rPr lang="en-US" sz="1800">
                          <a:solidFill>
                            <a:srgbClr val="00B050"/>
                          </a:solidFill>
                        </a:rPr>
                        <a:t>Thinking</a:t>
                      </a:r>
                      <a:endParaRPr/>
                    </a:p>
                  </a:txBody>
                  <a:tcPr marT="45715" marB="45715"/>
                </a:tc>
                <a:tc>
                  <a:txBody>
                    <a:bodyPr/>
                    <a:p>
                      <a:pPr>
                        <a:defRPr/>
                      </a:pPr>
                      <a:r>
                        <a:rPr lang="en-US" sz="1800"/>
                        <a:t>Thinking involves Math, games, and problem-solving </a:t>
                      </a:r>
                      <a:endParaRPr/>
                    </a:p>
                  </a:txBody>
                  <a:tcPr marT="45715" marB="45715"/>
                </a:tc>
              </a:tr>
              <a:tr h="640067">
                <a:tc>
                  <a:txBody>
                    <a:bodyPr/>
                    <a:p>
                      <a:pPr>
                        <a:defRPr/>
                      </a:pPr>
                      <a:r>
                        <a:rPr lang="en-US" sz="1800"/>
                        <a:t>Retention</a:t>
                      </a:r>
                      <a:endParaRPr/>
                    </a:p>
                  </a:txBody>
                  <a:tcPr marT="45715" marB="45715"/>
                </a:tc>
                <a:tc>
                  <a:txBody>
                    <a:bodyPr/>
                    <a:p>
                      <a:pPr>
                        <a:defRPr/>
                      </a:pPr>
                      <a:r>
                        <a:rPr lang="en-US" sz="1800"/>
                        <a:t>Non-symbolic, but can be developed by symbolic manner</a:t>
                      </a:r>
                      <a:endParaRPr/>
                    </a:p>
                  </a:txBody>
                  <a:tcPr marT="45715" marB="45715"/>
                </a:tc>
              </a:tr>
              <a:tr h="403517">
                <a:tc>
                  <a:txBody>
                    <a:bodyPr/>
                    <a:p>
                      <a:pPr>
                        <a:defRPr/>
                      </a:pPr>
                      <a:r>
                        <a:rPr lang="en-US" sz="1800">
                          <a:solidFill>
                            <a:srgbClr val="00B050"/>
                          </a:solidFill>
                        </a:rPr>
                        <a:t>Problem solving</a:t>
                      </a:r>
                      <a:endParaRPr/>
                    </a:p>
                  </a:txBody>
                  <a:tcPr marT="45715" marB="45715"/>
                </a:tc>
                <a:tc>
                  <a:txBody>
                    <a:bodyPr/>
                    <a:p>
                      <a:pPr>
                        <a:defRPr/>
                      </a:pPr>
                      <a:r>
                        <a:rPr lang="en-US" sz="1800"/>
                        <a:t>Symbolic and non-symbolic </a:t>
                      </a:r>
                      <a:endParaRPr/>
                    </a:p>
                  </a:txBody>
                  <a:tcPr marT="45715" marB="45715"/>
                </a:tc>
              </a:tr>
              <a:tr h="403517">
                <a:tc>
                  <a:txBody>
                    <a:bodyPr/>
                    <a:p>
                      <a:pPr>
                        <a:defRPr/>
                      </a:pPr>
                      <a:r>
                        <a:rPr lang="en-US" sz="1800"/>
                        <a:t>Mindfulness</a:t>
                      </a:r>
                      <a:endParaRPr/>
                    </a:p>
                  </a:txBody>
                  <a:tcPr marT="45715" marB="45715"/>
                </a:tc>
                <a:tc>
                  <a:txBody>
                    <a:bodyPr/>
                    <a:p>
                      <a:pPr>
                        <a:defRPr/>
                      </a:pPr>
                      <a:r>
                        <a:rPr lang="en-US" sz="1800"/>
                        <a:t>Fp1 – largely symbolic</a:t>
                      </a:r>
                      <a:endParaRPr/>
                    </a:p>
                  </a:txBody>
                  <a:tcPr marT="45715" marB="45715"/>
                </a:tc>
              </a:tr>
              <a:tr h="403517">
                <a:tc>
                  <a:txBody>
                    <a:bodyPr/>
                    <a:p>
                      <a:pPr>
                        <a:defRPr/>
                      </a:pPr>
                      <a:r>
                        <a:rPr lang="en-US" sz="1800"/>
                        <a:t>Understanding</a:t>
                      </a:r>
                      <a:endParaRPr/>
                    </a:p>
                  </a:txBody>
                  <a:tcPr marT="45715" marB="45715"/>
                </a:tc>
                <a:tc>
                  <a:txBody>
                    <a:bodyPr/>
                    <a:p>
                      <a:pPr>
                        <a:defRPr/>
                      </a:pPr>
                      <a:r>
                        <a:rPr lang="en-US" sz="1800"/>
                        <a:t>Shown in both sides of the brain</a:t>
                      </a:r>
                      <a:endParaRPr/>
                    </a:p>
                  </a:txBody>
                  <a:tcPr marT="45715" marB="45715"/>
                </a:tc>
              </a:tr>
              <a:tr h="403517">
                <a:tc>
                  <a:txBody>
                    <a:bodyPr/>
                    <a:p>
                      <a:pPr>
                        <a:defRPr/>
                      </a:pPr>
                      <a:r>
                        <a:rPr lang="en-US" sz="1800"/>
                        <a:t>Perception</a:t>
                      </a:r>
                      <a:endParaRPr/>
                    </a:p>
                  </a:txBody>
                  <a:tcPr marT="45715" marB="45715"/>
                </a:tc>
                <a:tc>
                  <a:txBody>
                    <a:bodyPr/>
                    <a:p>
                      <a:pPr>
                        <a:defRPr/>
                      </a:pPr>
                      <a:r>
                        <a:rPr lang="en-US" sz="1800"/>
                        <a:t>Both</a:t>
                      </a:r>
                      <a:endParaRPr/>
                    </a:p>
                  </a:txBody>
                  <a:tcPr marT="45715" marB="45715"/>
                </a:tc>
              </a:tr>
            </a:tbl>
          </a:graphicData>
        </a:graphic>
      </p:graphicFrame>
      <p:sp>
        <p:nvSpPr>
          <p:cNvPr id="1165162081" name="TextBox 1"/>
          <p:cNvSpPr txBox="1"/>
          <p:nvPr/>
        </p:nvSpPr>
        <p:spPr bwMode="auto">
          <a:xfrm>
            <a:off x="9550400" y="1417638"/>
            <a:ext cx="1984839" cy="2308324"/>
          </a:xfrm>
          <a:prstGeom prst="rect">
            <a:avLst/>
          </a:prstGeom>
          <a:noFill/>
        </p:spPr>
        <p:txBody>
          <a:bodyPr wrap="none" rtlCol="0">
            <a:spAutoFit/>
          </a:bodyPr>
          <a:lstStyle/>
          <a:p>
            <a:pPr>
              <a:defRPr/>
            </a:pPr>
            <a:r>
              <a:rPr lang="en-US">
                <a:solidFill>
                  <a:srgbClr val="FFFF00"/>
                </a:solidFill>
              </a:rPr>
              <a:t>XCON</a:t>
            </a:r>
            <a:endParaRPr/>
          </a:p>
          <a:p>
            <a:pPr>
              <a:defRPr/>
            </a:pPr>
            <a:r>
              <a:rPr lang="en-US">
                <a:solidFill>
                  <a:srgbClr val="FFFF00"/>
                </a:solidFill>
              </a:rPr>
              <a:t>DART </a:t>
            </a:r>
            <a:endParaRPr/>
          </a:p>
          <a:p>
            <a:pPr>
              <a:defRPr/>
            </a:pPr>
            <a:endParaRPr lang="en-US">
              <a:solidFill>
                <a:srgbClr val="FFFF00"/>
              </a:solidFill>
            </a:endParaRPr>
          </a:p>
          <a:p>
            <a:pPr>
              <a:defRPr/>
            </a:pPr>
            <a:r>
              <a:rPr lang="en-US">
                <a:solidFill>
                  <a:srgbClr val="FFFF00"/>
                </a:solidFill>
              </a:rPr>
              <a:t>Knowledge</a:t>
            </a:r>
            <a:endParaRPr/>
          </a:p>
          <a:p>
            <a:pPr>
              <a:defRPr/>
            </a:pPr>
            <a:r>
              <a:rPr lang="en-US">
                <a:solidFill>
                  <a:srgbClr val="FFFF00"/>
                </a:solidFill>
              </a:rPr>
              <a:t>Explainability</a:t>
            </a:r>
            <a:endParaRPr/>
          </a:p>
          <a:p>
            <a:pPr>
              <a:defRPr/>
            </a:pPr>
            <a:r>
              <a:rPr lang="en-US">
                <a:solidFill>
                  <a:srgbClr val="FFFF00"/>
                </a:solidFill>
              </a:rPr>
              <a:t>Reliable</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4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821587617" name="Rectangle 2"/>
          <p:cNvSpPr>
            <a:spLocks noChangeArrowheads="1" noGrp="1"/>
          </p:cNvSpPr>
          <p:nvPr>
            <p:ph type="title"/>
          </p:nvPr>
        </p:nvSpPr>
        <p:spPr bwMode="auto"/>
        <p:txBody>
          <a:bodyPr/>
          <a:lstStyle/>
          <a:p>
            <a:pPr>
              <a:defRPr/>
            </a:pPr>
            <a:r>
              <a:rPr lang="en-US" sz="4400" b="1">
                <a:solidFill>
                  <a:srgbClr val="00B050"/>
                </a:solidFill>
              </a:rPr>
              <a:t>Cognitive systems</a:t>
            </a:r>
            <a:br>
              <a:rPr lang="en-US" sz="4400" b="1">
                <a:solidFill>
                  <a:srgbClr val="00B050"/>
                </a:solidFill>
              </a:rPr>
            </a:br>
            <a:endParaRPr lang="en-US" sz="4400" b="1">
              <a:solidFill>
                <a:srgbClr val="00B050"/>
              </a:solidFill>
            </a:endParaRPr>
          </a:p>
        </p:txBody>
      </p:sp>
      <p:sp>
        <p:nvSpPr>
          <p:cNvPr id="1793889244" name="Rectangle 3"/>
          <p:cNvSpPr>
            <a:spLocks noChangeArrowheads="1" noGrp="1"/>
          </p:cNvSpPr>
          <p:nvPr>
            <p:ph type="body" idx="1"/>
          </p:nvPr>
        </p:nvSpPr>
        <p:spPr bwMode="auto">
          <a:xfrm>
            <a:off x="304800" y="1417638"/>
            <a:ext cx="8686800" cy="4530725"/>
          </a:xfrm>
        </p:spPr>
        <p:txBody>
          <a:bodyPr/>
          <a:lstStyle/>
          <a:p>
            <a:pPr>
              <a:defRPr/>
            </a:pPr>
            <a:r>
              <a:rPr lang="en-US">
                <a:solidFill>
                  <a:srgbClr val="FF0000"/>
                </a:solidFill>
              </a:rPr>
              <a:t>Certain cognitive tasks have already been built as following cognitive systems</a:t>
            </a:r>
            <a:r>
              <a:rPr lang="en-US">
                <a:solidFill>
                  <a:srgbClr val="0066FF"/>
                </a:solidFill>
              </a:rPr>
              <a:t> </a:t>
            </a:r>
            <a:endParaRPr/>
          </a:p>
        </p:txBody>
      </p:sp>
      <p:graphicFrame>
        <p:nvGraphicFramePr>
          <p:cNvPr id="177423751" name="Table 2"/>
          <p:cNvGraphicFramePr>
            <a:graphicFrameLocks xmlns:a="http://schemas.openxmlformats.org/drawingml/2006/main" noGrp="1"/>
          </p:cNvGraphicFramePr>
          <p:nvPr/>
        </p:nvGraphicFramePr>
        <p:xfrm>
          <a:off x="685800" y="2573338"/>
          <a:ext cx="7086600" cy="2427922"/>
        </p:xfrm>
        <a:graphic>
          <a:graphicData uri="http://schemas.openxmlformats.org/drawingml/2006/table">
            <a:tbl>
              <a:tblPr firstRow="1" firstCol="0" lastRow="0" lastCol="0" bandRow="1" bandCol="0">
                <a:tableStyleId>{5C22544A-7EE6-4342-B048-85BDC9FD1C3A}</a:tableStyleId>
              </a:tblPr>
              <a:tblGrid>
                <a:gridCol w="3543300"/>
                <a:gridCol w="3543300"/>
              </a:tblGrid>
              <a:tr h="573722">
                <a:tc>
                  <a:txBody>
                    <a:bodyPr/>
                    <a:p>
                      <a:pPr>
                        <a:defRPr/>
                      </a:pPr>
                      <a:r>
                        <a:rPr lang="en-US"/>
                        <a:t>Cognitive feature</a:t>
                      </a:r>
                      <a:endParaRPr/>
                    </a:p>
                  </a:txBody>
                  <a:tcPr/>
                </a:tc>
                <a:tc>
                  <a:txBody>
                    <a:bodyPr/>
                    <a:p>
                      <a:pPr>
                        <a:defRPr/>
                      </a:pPr>
                      <a:r>
                        <a:rPr lang="en-US"/>
                        <a:t>AI technique to implement</a:t>
                      </a:r>
                      <a:endParaRPr/>
                    </a:p>
                  </a:txBody>
                  <a:tcPr/>
                </a:tc>
              </a:tr>
              <a:tr h="370840">
                <a:tc>
                  <a:txBody>
                    <a:bodyPr/>
                    <a:p>
                      <a:pPr>
                        <a:defRPr/>
                      </a:pPr>
                      <a:r>
                        <a:rPr lang="en-US"/>
                        <a:t>Perception </a:t>
                      </a:r>
                      <a:endParaRPr/>
                    </a:p>
                  </a:txBody>
                  <a:tcPr/>
                </a:tc>
                <a:tc>
                  <a:txBody>
                    <a:bodyPr/>
                    <a:p>
                      <a:pPr>
                        <a:defRPr/>
                      </a:pPr>
                      <a:r>
                        <a:rPr lang="en-US"/>
                        <a:t>Robotics, Agent</a:t>
                      </a:r>
                      <a:endParaRPr/>
                    </a:p>
                  </a:txBody>
                  <a:tcPr/>
                </a:tc>
              </a:tr>
              <a:tr h="370840">
                <a:tc>
                  <a:txBody>
                    <a:bodyPr/>
                    <a:p>
                      <a:pPr>
                        <a:defRPr/>
                      </a:pPr>
                      <a:r>
                        <a:rPr lang="en-US"/>
                        <a:t>Leaning</a:t>
                      </a:r>
                      <a:endParaRPr/>
                    </a:p>
                  </a:txBody>
                  <a:tcPr/>
                </a:tc>
                <a:tc>
                  <a:txBody>
                    <a:bodyPr/>
                    <a:p>
                      <a:pPr>
                        <a:defRPr/>
                      </a:pPr>
                      <a:r>
                        <a:rPr lang="en-US"/>
                        <a:t>ML,ES, Robotics</a:t>
                      </a:r>
                      <a:endParaRPr/>
                    </a:p>
                  </a:txBody>
                  <a:tcPr/>
                </a:tc>
              </a:tr>
              <a:tr h="370840">
                <a:tc>
                  <a:txBody>
                    <a:bodyPr/>
                    <a:p>
                      <a:pPr>
                        <a:defRPr/>
                      </a:pPr>
                      <a:r>
                        <a:rPr lang="en-US"/>
                        <a:t>Reason out (problem solving)</a:t>
                      </a:r>
                      <a:endParaRPr/>
                    </a:p>
                  </a:txBody>
                  <a:tcPr/>
                </a:tc>
                <a:tc>
                  <a:txBody>
                    <a:bodyPr/>
                    <a:p>
                      <a:pPr>
                        <a:defRPr/>
                      </a:pPr>
                      <a:r>
                        <a:rPr lang="en-US"/>
                        <a:t>MAS, ES, Search</a:t>
                      </a:r>
                      <a:endParaRPr/>
                    </a:p>
                  </a:txBody>
                  <a:tcPr/>
                </a:tc>
              </a:tr>
              <a:tr h="370840">
                <a:tc>
                  <a:txBody>
                    <a:bodyPr/>
                    <a:p>
                      <a:pPr>
                        <a:defRPr/>
                      </a:pPr>
                      <a:r>
                        <a:rPr lang="en-US"/>
                        <a:t>Communication</a:t>
                      </a:r>
                      <a:endParaRPr/>
                    </a:p>
                  </a:txBody>
                  <a:tcPr/>
                </a:tc>
                <a:tc>
                  <a:txBody>
                    <a:bodyPr/>
                    <a:p>
                      <a:pPr>
                        <a:defRPr/>
                      </a:pPr>
                      <a:r>
                        <a:rPr lang="en-US"/>
                        <a:t>NLP, Chatbot, MAS</a:t>
                      </a:r>
                      <a:endParaRPr/>
                    </a:p>
                  </a:txBody>
                  <a:tcPr/>
                </a:tc>
              </a:tr>
              <a:tr h="370840">
                <a:tc>
                  <a:txBody>
                    <a:bodyPr/>
                    <a:p>
                      <a:pPr>
                        <a:defRPr/>
                      </a:pPr>
                      <a:r>
                        <a:rPr lang="en-US"/>
                        <a:t>Make decision</a:t>
                      </a:r>
                      <a:endParaRPr/>
                    </a:p>
                  </a:txBody>
                  <a:tcPr/>
                </a:tc>
                <a:tc>
                  <a:txBody>
                    <a:bodyPr/>
                    <a:p>
                      <a:pPr>
                        <a:defRPr/>
                      </a:pPr>
                      <a:endParaRPr lang="en-US"/>
                    </a:p>
                  </a:txBody>
                  <a:tcPr/>
                </a:tc>
              </a:tr>
            </a:tbl>
          </a:graphicData>
        </a:graphic>
      </p:graphicFrame>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4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099671908" name="Title 1"/>
          <p:cNvSpPr>
            <a:spLocks noChangeArrowheads="1" noGrp="1"/>
          </p:cNvSpPr>
          <p:nvPr>
            <p:ph type="title"/>
          </p:nvPr>
        </p:nvSpPr>
        <p:spPr bwMode="auto"/>
        <p:txBody>
          <a:bodyPr/>
          <a:lstStyle/>
          <a:p>
            <a:pPr>
              <a:defRPr/>
            </a:pPr>
            <a:r>
              <a:rPr lang="en-US" b="1">
                <a:solidFill>
                  <a:srgbClr val="00B050"/>
                </a:solidFill>
              </a:rPr>
              <a:t>Exercise 6</a:t>
            </a:r>
            <a:endParaRPr/>
          </a:p>
        </p:txBody>
      </p:sp>
      <p:sp>
        <p:nvSpPr>
          <p:cNvPr id="1858450453" name="Content Placeholder 2"/>
          <p:cNvSpPr>
            <a:spLocks noChangeArrowheads="1" noGrp="1"/>
          </p:cNvSpPr>
          <p:nvPr>
            <p:ph idx="1"/>
          </p:nvPr>
        </p:nvSpPr>
        <p:spPr bwMode="auto">
          <a:xfrm>
            <a:off x="228600" y="990600"/>
            <a:ext cx="8686800" cy="4530725"/>
          </a:xfrm>
        </p:spPr>
        <p:txBody>
          <a:bodyPr/>
          <a:lstStyle/>
          <a:p>
            <a:pPr>
              <a:defRPr/>
            </a:pPr>
            <a:r>
              <a:rPr lang="en-US" sz="2200">
                <a:solidFill>
                  <a:srgbClr val="0070C0"/>
                </a:solidFill>
              </a:rPr>
              <a:t>Discuss the importance of </a:t>
            </a:r>
            <a:r>
              <a:rPr lang="en-US" sz="2200">
                <a:solidFill>
                  <a:srgbClr val="0070C0"/>
                </a:solidFill>
                <a:highlight>
                  <a:srgbClr val="FFFF00"/>
                </a:highlight>
              </a:rPr>
              <a:t>communication</a:t>
            </a:r>
            <a:r>
              <a:rPr lang="en-US" sz="2200">
                <a:solidFill>
                  <a:srgbClr val="0070C0"/>
                </a:solidFill>
              </a:rPr>
              <a:t> (the use of symbols) for the </a:t>
            </a:r>
            <a:r>
              <a:rPr lang="en-US" sz="2200">
                <a:solidFill>
                  <a:srgbClr val="0070C0"/>
                </a:solidFill>
                <a:highlight>
                  <a:srgbClr val="FFFF00"/>
                </a:highlight>
              </a:rPr>
              <a:t>evolution of the intelligence</a:t>
            </a:r>
            <a:r>
              <a:rPr lang="en-US" sz="2200">
                <a:solidFill>
                  <a:srgbClr val="0070C0"/>
                </a:solidFill>
              </a:rPr>
              <a:t> of mankind</a:t>
            </a:r>
            <a:endParaRPr/>
          </a:p>
          <a:p>
            <a:pPr lvl="1">
              <a:defRPr/>
            </a:pPr>
            <a:r>
              <a:rPr lang="en-US" sz="2200">
                <a:solidFill>
                  <a:srgbClr val="0070C0"/>
                </a:solidFill>
              </a:rPr>
              <a:t>Communication enables the </a:t>
            </a:r>
            <a:r>
              <a:rPr lang="en-US" sz="2200">
                <a:solidFill>
                  <a:srgbClr val="0070C0"/>
                </a:solidFill>
                <a:highlight>
                  <a:srgbClr val="FFFF00"/>
                </a:highlight>
              </a:rPr>
              <a:t>sharing of knowledge</a:t>
            </a:r>
            <a:endParaRPr/>
          </a:p>
          <a:p>
            <a:pPr lvl="1">
              <a:defRPr/>
            </a:pPr>
            <a:r>
              <a:rPr lang="en-US" sz="2200">
                <a:solidFill>
                  <a:srgbClr val="0070C0"/>
                </a:solidFill>
              </a:rPr>
              <a:t>Discovering new knowledge</a:t>
            </a:r>
            <a:endParaRPr/>
          </a:p>
          <a:p>
            <a:pPr lvl="1">
              <a:defRPr/>
            </a:pPr>
            <a:r>
              <a:rPr lang="en-US" sz="2200">
                <a:solidFill>
                  <a:srgbClr val="0070C0"/>
                </a:solidFill>
              </a:rPr>
              <a:t> Communication requires a </a:t>
            </a:r>
            <a:r>
              <a:rPr lang="en-US" sz="2200">
                <a:solidFill>
                  <a:srgbClr val="0070C0"/>
                </a:solidFill>
                <a:highlight>
                  <a:srgbClr val="FFFF00"/>
                </a:highlight>
              </a:rPr>
              <a:t>language</a:t>
            </a:r>
            <a:endParaRPr/>
          </a:p>
          <a:p>
            <a:pPr lvl="1">
              <a:defRPr/>
            </a:pPr>
            <a:r>
              <a:rPr lang="en-US" sz="2200">
                <a:solidFill>
                  <a:srgbClr val="0070C0"/>
                </a:solidFill>
              </a:rPr>
              <a:t>Human </a:t>
            </a:r>
            <a:r>
              <a:rPr lang="en-US" sz="2200">
                <a:solidFill>
                  <a:srgbClr val="0070C0"/>
                </a:solidFill>
                <a:highlight>
                  <a:srgbClr val="FFFF00"/>
                </a:highlight>
              </a:rPr>
              <a:t>languages are symbolic-based</a:t>
            </a:r>
            <a:endParaRPr/>
          </a:p>
          <a:p>
            <a:pPr lvl="1">
              <a:defRPr/>
            </a:pPr>
            <a:r>
              <a:rPr lang="en-US" sz="2200">
                <a:solidFill>
                  <a:srgbClr val="0070C0"/>
                </a:solidFill>
              </a:rPr>
              <a:t> The higher the symbolic usage smarter the intelligence</a:t>
            </a:r>
            <a:endParaRPr lang="en-US">
              <a:solidFill>
                <a:srgbClr val="0070C0"/>
              </a:solidFill>
            </a:endParaRPr>
          </a:p>
          <a:p>
            <a:pPr marL="449262" indent="-457200">
              <a:defRPr/>
            </a:pPr>
            <a:r>
              <a:rPr lang="en-US" sz="2200">
                <a:solidFill>
                  <a:srgbClr val="FF0000"/>
                </a:solidFill>
              </a:rPr>
              <a:t>Question - Why </a:t>
            </a:r>
            <a:r>
              <a:rPr lang="en-US" sz="2200">
                <a:solidFill>
                  <a:srgbClr val="FF0000"/>
                </a:solidFill>
                <a:highlight>
                  <a:srgbClr val="FFFF00"/>
                </a:highlight>
              </a:rPr>
              <a:t>cannot our mathematics students </a:t>
            </a:r>
            <a:r>
              <a:rPr lang="en-US" sz="2200">
                <a:solidFill>
                  <a:srgbClr val="FF0000"/>
                </a:solidFill>
              </a:rPr>
              <a:t>write well when mathematicians (Harking, Russell, Newton) are good writers?</a:t>
            </a:r>
            <a:endParaRPr/>
          </a:p>
          <a:p>
            <a:pPr marL="776287" lvl="1" indent="-457200">
              <a:defRPr/>
            </a:pPr>
            <a:r>
              <a:rPr lang="en-US" sz="2000">
                <a:solidFill>
                  <a:srgbClr val="0070C0"/>
                </a:solidFill>
                <a:highlight>
                  <a:srgbClr val="FFFF00"/>
                </a:highlight>
              </a:rPr>
              <a:t>Reading</a:t>
            </a:r>
            <a:r>
              <a:rPr lang="en-US" sz="2000">
                <a:solidFill>
                  <a:srgbClr val="0070C0"/>
                </a:solidFill>
              </a:rPr>
              <a:t> has not been encouraged for mathematics students. Therefore, they cannot get the </a:t>
            </a:r>
            <a:r>
              <a:rPr lang="en-US" sz="2000">
                <a:solidFill>
                  <a:srgbClr val="0070C0"/>
                </a:solidFill>
                <a:highlight>
                  <a:srgbClr val="FFFF00"/>
                </a:highlight>
              </a:rPr>
              <a:t>benefit of reading, </a:t>
            </a:r>
            <a:r>
              <a:rPr lang="en-US" sz="2000">
                <a:solidFill>
                  <a:srgbClr val="0070C0"/>
                </a:solidFill>
              </a:rPr>
              <a:t>such as improving vocabulary and nice patterns of writing. This amounts to </a:t>
            </a:r>
            <a:r>
              <a:rPr lang="en-US" sz="2000">
                <a:solidFill>
                  <a:srgbClr val="0070C0"/>
                </a:solidFill>
                <a:highlight>
                  <a:srgbClr val="FFFF00"/>
                </a:highlight>
              </a:rPr>
              <a:t>poor reading comprehension</a:t>
            </a:r>
            <a:r>
              <a:rPr lang="en-US" sz="2000">
                <a:solidFill>
                  <a:srgbClr val="0070C0"/>
                </a:solidFill>
              </a:rPr>
              <a:t> and </a:t>
            </a:r>
            <a:r>
              <a:rPr lang="en-US" sz="2000">
                <a:solidFill>
                  <a:srgbClr val="0070C0"/>
                </a:solidFill>
                <a:highlight>
                  <a:srgbClr val="FFFF00"/>
                </a:highlight>
              </a:rPr>
              <a:t>poor expressive power</a:t>
            </a:r>
            <a:r>
              <a:rPr lang="en-US" sz="2000">
                <a:solidFill>
                  <a:srgbClr val="0070C0"/>
                </a:solidFill>
              </a:rPr>
              <a:t>. </a:t>
            </a:r>
            <a:endParaRPr/>
          </a:p>
          <a:p>
            <a:pPr marL="776287" lvl="1" indent="-457200">
              <a:defRPr/>
            </a:pPr>
            <a:r>
              <a:rPr lang="en-US" sz="2000">
                <a:solidFill>
                  <a:srgbClr val="0070C0"/>
                </a:solidFill>
              </a:rPr>
              <a:t>Reading comprehension is so weak in humanity in general</a:t>
            </a:r>
            <a:endParaRPr/>
          </a:p>
          <a:p>
            <a:pPr marL="449262" indent="-457200">
              <a:defRPr/>
            </a:pPr>
            <a:endParaRPr lang="en-US" sz="2200">
              <a:solidFill>
                <a:srgbClr val="FF0000"/>
              </a:solidFill>
            </a:endParaRPr>
          </a:p>
          <a:p>
            <a:pPr marL="449262" indent="-457200">
              <a:defRPr/>
            </a:pPr>
            <a:endParaRPr lang="en-US" sz="2200">
              <a:solidFill>
                <a:srgbClr val="FF0000"/>
              </a:solidFil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4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234893836" name="Rectangle 2"/>
          <p:cNvSpPr>
            <a:spLocks noChangeArrowheads="1" noGrp="1"/>
          </p:cNvSpPr>
          <p:nvPr>
            <p:ph type="title"/>
          </p:nvPr>
        </p:nvSpPr>
        <p:spPr bwMode="auto"/>
        <p:txBody>
          <a:bodyPr/>
          <a:lstStyle/>
          <a:p>
            <a:pPr>
              <a:defRPr/>
            </a:pPr>
            <a:r>
              <a:rPr lang="en-US" sz="4400" b="1">
                <a:solidFill>
                  <a:srgbClr val="00B050"/>
                </a:solidFill>
              </a:rPr>
              <a:t>What are cognitive systems?</a:t>
            </a:r>
            <a:endParaRPr/>
          </a:p>
        </p:txBody>
      </p:sp>
      <p:sp>
        <p:nvSpPr>
          <p:cNvPr id="249642989" name="Rectangle 3"/>
          <p:cNvSpPr>
            <a:spLocks noChangeArrowheads="1" noGrp="1"/>
          </p:cNvSpPr>
          <p:nvPr>
            <p:ph type="body" idx="1"/>
          </p:nvPr>
        </p:nvSpPr>
        <p:spPr bwMode="auto">
          <a:xfrm>
            <a:off x="342900" y="1143000"/>
            <a:ext cx="8458200" cy="5084763"/>
          </a:xfrm>
        </p:spPr>
        <p:txBody>
          <a:bodyPr/>
          <a:lstStyle/>
          <a:p>
            <a:pPr>
              <a:lnSpc>
                <a:spcPct val="90000"/>
              </a:lnSpc>
              <a:defRPr/>
            </a:pPr>
            <a:r>
              <a:rPr lang="en-US" sz="2400">
                <a:solidFill>
                  <a:srgbClr val="0070C0"/>
                </a:solidFill>
              </a:rPr>
              <a:t>From a computational viewpoint Cognitive systems deal with </a:t>
            </a:r>
            <a:r>
              <a:rPr lang="en-US" sz="2400">
                <a:solidFill>
                  <a:srgbClr val="0070C0"/>
                </a:solidFill>
                <a:highlight>
                  <a:srgbClr val="FFFF00"/>
                </a:highlight>
              </a:rPr>
              <a:t>symbolic</a:t>
            </a:r>
            <a:r>
              <a:rPr lang="en-US" sz="2400">
                <a:solidFill>
                  <a:srgbClr val="0070C0"/>
                </a:solidFill>
              </a:rPr>
              <a:t> (controversial) manipulations of knowledge</a:t>
            </a:r>
            <a:endParaRPr/>
          </a:p>
          <a:p>
            <a:pPr>
              <a:lnSpc>
                <a:spcPct val="90000"/>
              </a:lnSpc>
              <a:defRPr/>
            </a:pPr>
            <a:r>
              <a:rPr lang="en-US" sz="2400">
                <a:solidFill>
                  <a:srgbClr val="FF0000"/>
                </a:solidFill>
              </a:rPr>
              <a:t>Manipulation of intelligence via stored knowledge as rules/theories/logic/frames comes under knowledge representation or </a:t>
            </a:r>
            <a:r>
              <a:rPr lang="en-US" sz="2400">
                <a:solidFill>
                  <a:srgbClr val="FF0000"/>
                </a:solidFill>
                <a:highlight>
                  <a:srgbClr val="FFFF00"/>
                </a:highlight>
              </a:rPr>
              <a:t>knowledge modeling (1970s)</a:t>
            </a:r>
            <a:endParaRPr/>
          </a:p>
          <a:p>
            <a:pPr>
              <a:lnSpc>
                <a:spcPct val="90000"/>
              </a:lnSpc>
              <a:defRPr/>
            </a:pPr>
            <a:r>
              <a:rPr lang="en-US" sz="2400">
                <a:solidFill>
                  <a:srgbClr val="3333FF"/>
                </a:solidFill>
              </a:rPr>
              <a:t>Examples of cognitive systems</a:t>
            </a:r>
            <a:endParaRPr/>
          </a:p>
          <a:p>
            <a:pPr lvl="1">
              <a:lnSpc>
                <a:spcPct val="90000"/>
              </a:lnSpc>
              <a:defRPr/>
            </a:pPr>
            <a:r>
              <a:rPr lang="en-US" sz="2200">
                <a:solidFill>
                  <a:srgbClr val="FF0000"/>
                </a:solidFill>
              </a:rPr>
              <a:t>Expert Systems</a:t>
            </a:r>
            <a:endParaRPr/>
          </a:p>
          <a:p>
            <a:pPr lvl="1">
              <a:lnSpc>
                <a:spcPct val="90000"/>
              </a:lnSpc>
              <a:defRPr/>
            </a:pPr>
            <a:r>
              <a:rPr lang="en-US" sz="2200">
                <a:solidFill>
                  <a:srgbClr val="FF0000"/>
                </a:solidFill>
              </a:rPr>
              <a:t>Natural Language Processing</a:t>
            </a:r>
            <a:endParaRPr/>
          </a:p>
          <a:p>
            <a:pPr lvl="1">
              <a:lnSpc>
                <a:spcPct val="90000"/>
              </a:lnSpc>
              <a:defRPr/>
            </a:pPr>
            <a:r>
              <a:rPr lang="en-US" sz="2200">
                <a:solidFill>
                  <a:srgbClr val="FF0000"/>
                </a:solidFill>
              </a:rPr>
              <a:t>Image Processing</a:t>
            </a:r>
            <a:endParaRPr/>
          </a:p>
          <a:p>
            <a:pPr lvl="1">
              <a:lnSpc>
                <a:spcPct val="90000"/>
              </a:lnSpc>
              <a:defRPr/>
            </a:pPr>
            <a:r>
              <a:rPr lang="en-US" sz="2200">
                <a:solidFill>
                  <a:srgbClr val="FF0000"/>
                </a:solidFill>
              </a:rPr>
              <a:t>Game Player</a:t>
            </a:r>
            <a:endParaRPr/>
          </a:p>
          <a:p>
            <a:pPr lvl="1">
              <a:lnSpc>
                <a:spcPct val="90000"/>
              </a:lnSpc>
              <a:defRPr/>
            </a:pPr>
            <a:r>
              <a:rPr lang="en-US" sz="2200">
                <a:solidFill>
                  <a:srgbClr val="FF0000"/>
                </a:solidFill>
              </a:rPr>
              <a:t>MAS</a:t>
            </a:r>
            <a:endParaRPr/>
          </a:p>
          <a:p>
            <a:pPr>
              <a:lnSpc>
                <a:spcPct val="90000"/>
              </a:lnSpc>
              <a:defRPr/>
            </a:pPr>
            <a:r>
              <a:rPr lang="en-US" sz="2600">
                <a:solidFill>
                  <a:srgbClr val="0070C0"/>
                </a:solidFill>
              </a:rPr>
              <a:t>Each cognitive system has its own specific cognitive features. </a:t>
            </a:r>
            <a:endParaRPr/>
          </a:p>
          <a:p>
            <a:pPr lvl="1">
              <a:lnSpc>
                <a:spcPct val="90000"/>
              </a:lnSpc>
              <a:defRPr/>
            </a:pPr>
            <a:r>
              <a:rPr lang="en-US" sz="2400">
                <a:solidFill>
                  <a:srgbClr val="FF0000"/>
                </a:solidFill>
              </a:rPr>
              <a:t>NLP deals with communication, understanding, translation, generation</a:t>
            </a:r>
            <a:endParaRPr/>
          </a:p>
          <a:p>
            <a:pPr lvl="1">
              <a:lnSpc>
                <a:spcPct val="90000"/>
              </a:lnSpc>
              <a:defRPr/>
            </a:pPr>
            <a:endParaRPr lang="en-US">
              <a:solidFill>
                <a:srgbClr val="0070C0"/>
              </a:solidFill>
            </a:endParaRPr>
          </a:p>
          <a:p>
            <a:pPr marL="0" indent="0">
              <a:lnSpc>
                <a:spcPct val="90000"/>
              </a:lnSpc>
              <a:buFont typeface="Wingdings"/>
              <a:buNone/>
              <a:defRPr/>
            </a:pPr>
            <a:endParaRPr lang="en-US" sz="2400">
              <a:solidFill>
                <a:srgbClr val="FF0000"/>
              </a:solidFill>
            </a:endParaRPr>
          </a:p>
          <a:p>
            <a:pPr>
              <a:lnSpc>
                <a:spcPct val="90000"/>
              </a:lnSpc>
              <a:defRPr/>
            </a:pPr>
            <a:endParaRPr lang="en-US">
              <a:solidFill>
                <a:srgbClr val="FF0000"/>
              </a:solidFill>
            </a:endParaRPr>
          </a:p>
          <a:p>
            <a:pPr>
              <a:lnSpc>
                <a:spcPct val="90000"/>
              </a:lnSpc>
              <a:defRPr/>
            </a:pPr>
            <a:endParaRPr lang="en-US">
              <a:solidFill>
                <a:srgbClr val="FF0000"/>
              </a:solidFill>
            </a:endParaRPr>
          </a:p>
          <a:p>
            <a:pPr>
              <a:lnSpc>
                <a:spcPct val="90000"/>
              </a:lnSpc>
              <a:defRPr/>
            </a:pPr>
            <a:endParaRPr lang="en-US">
              <a:solidFill>
                <a:srgbClr val="993300"/>
              </a:solidFil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4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808724773" name="Title 1"/>
          <p:cNvSpPr>
            <a:spLocks noChangeArrowheads="1" noGrp="1"/>
          </p:cNvSpPr>
          <p:nvPr>
            <p:ph type="title"/>
          </p:nvPr>
        </p:nvSpPr>
        <p:spPr bwMode="auto">
          <a:xfrm>
            <a:off x="533400" y="460375"/>
            <a:ext cx="9067800" cy="1139825"/>
          </a:xfrm>
        </p:spPr>
        <p:txBody>
          <a:bodyPr/>
          <a:lstStyle/>
          <a:p>
            <a:pPr>
              <a:defRPr/>
            </a:pPr>
            <a:r>
              <a:rPr lang="en-US" sz="3800" b="1">
                <a:solidFill>
                  <a:srgbClr val="00B050"/>
                </a:solidFill>
              </a:rPr>
              <a:t>Knowledge modeling to </a:t>
            </a:r>
            <a:r>
              <a:rPr lang="en-US" sz="3800" b="1">
                <a:solidFill>
                  <a:srgbClr val="00B050"/>
                </a:solidFill>
                <a:highlight>
                  <a:srgbClr val="FFFF00"/>
                </a:highlight>
              </a:rPr>
              <a:t>modern trends</a:t>
            </a:r>
            <a:endParaRPr/>
          </a:p>
        </p:txBody>
      </p:sp>
      <p:sp>
        <p:nvSpPr>
          <p:cNvPr id="797316777" name="Content Placeholder 2"/>
          <p:cNvSpPr>
            <a:spLocks noGrp="1"/>
          </p:cNvSpPr>
          <p:nvPr>
            <p:ph idx="1"/>
          </p:nvPr>
        </p:nvSpPr>
        <p:spPr bwMode="auto">
          <a:xfrm>
            <a:off x="26377" y="1163637"/>
            <a:ext cx="8991600" cy="4530725"/>
          </a:xfrm>
        </p:spPr>
        <p:txBody>
          <a:bodyPr/>
          <a:lstStyle/>
          <a:p>
            <a:pPr>
              <a:defRPr/>
            </a:pPr>
            <a:r>
              <a:rPr lang="en-US">
                <a:solidFill>
                  <a:srgbClr val="0070C0"/>
                </a:solidFill>
              </a:rPr>
              <a:t>Logic-based </a:t>
            </a:r>
            <a:r>
              <a:rPr lang="en-US">
                <a:solidFill>
                  <a:srgbClr val="0070C0"/>
                </a:solidFill>
              </a:rPr>
              <a:t> </a:t>
            </a:r>
            <a:r>
              <a:rPr lang="en-US">
                <a:solidFill>
                  <a:srgbClr val="0070C0"/>
                </a:solidFill>
                <a:highlight>
                  <a:srgbClr val="FFFF00"/>
                </a:highlight>
              </a:rPr>
              <a:t>Expert systems</a:t>
            </a:r>
            <a:endParaRPr lang="en-US">
              <a:solidFill>
                <a:srgbClr val="0070C0"/>
              </a:solidFill>
              <a:highlight>
                <a:srgbClr val="FFFF00"/>
              </a:highlight>
            </a:endParaRPr>
          </a:p>
          <a:p>
            <a:pPr>
              <a:defRPr/>
            </a:pPr>
            <a:r>
              <a:rPr lang="en-US">
                <a:solidFill>
                  <a:srgbClr val="FF0000"/>
                </a:solidFill>
              </a:rPr>
              <a:t>Rule-based </a:t>
            </a:r>
            <a:r>
              <a:rPr lang="en-US">
                <a:solidFill>
                  <a:srgbClr val="FF0000"/>
                </a:solidFill>
              </a:rPr>
              <a:t> Expert systems/NLP/Game/Search</a:t>
            </a:r>
            <a:endParaRPr/>
          </a:p>
          <a:p>
            <a:pPr lvl="1">
              <a:defRPr/>
            </a:pPr>
            <a:r>
              <a:rPr lang="en-US">
                <a:solidFill>
                  <a:srgbClr val="FF0000"/>
                </a:solidFill>
              </a:rPr>
              <a:t>Only logic can handle P </a:t>
            </a:r>
            <a:r>
              <a:rPr lang="en-US">
                <a:solidFill>
                  <a:srgbClr val="FF0000"/>
                </a:solidFill>
              </a:rPr>
              <a:t> (</a:t>
            </a:r>
            <a:r>
              <a:rPr lang="en-US">
                <a:solidFill>
                  <a:srgbClr val="FF0000"/>
                </a:solidFill>
              </a:rPr>
              <a:t>Q, R), but not rules</a:t>
            </a:r>
            <a:endParaRPr lang="en-US">
              <a:solidFill>
                <a:srgbClr val="FF0000"/>
              </a:solidFill>
            </a:endParaRPr>
          </a:p>
          <a:p>
            <a:pPr>
              <a:defRPr/>
            </a:pPr>
            <a:r>
              <a:rPr lang="en-US">
                <a:solidFill>
                  <a:srgbClr val="0070C0"/>
                </a:solidFill>
              </a:rPr>
              <a:t>Semantic Networks </a:t>
            </a:r>
            <a:r>
              <a:rPr lang="en-US">
                <a:solidFill>
                  <a:srgbClr val="0070C0"/>
                </a:solidFill>
              </a:rPr>
              <a:t> Frames/Ontology/LLM/RAG</a:t>
            </a:r>
            <a:endParaRPr lang="en-US">
              <a:solidFill>
                <a:srgbClr val="0070C0"/>
              </a:solidFill>
            </a:endParaRPr>
          </a:p>
          <a:p>
            <a:pPr>
              <a:defRPr/>
            </a:pPr>
            <a:r>
              <a:rPr lang="en-US">
                <a:solidFill>
                  <a:srgbClr val="FF0000"/>
                </a:solidFill>
              </a:rPr>
              <a:t>Frames </a:t>
            </a:r>
            <a:r>
              <a:rPr lang="en-US">
                <a:solidFill>
                  <a:srgbClr val="FF0000"/>
                </a:solidFill>
              </a:rPr>
              <a:t> Object-oriented </a:t>
            </a:r>
            <a:endParaRPr/>
          </a:p>
          <a:p>
            <a:pPr>
              <a:defRPr/>
            </a:pPr>
            <a:r>
              <a:rPr lang="en-US">
                <a:solidFill>
                  <a:srgbClr val="0070C0"/>
                </a:solidFill>
              </a:rPr>
              <a:t>To model something, we use another thing involving the 1</a:t>
            </a:r>
            <a:r>
              <a:rPr lang="en-US" baseline="30000">
                <a:solidFill>
                  <a:srgbClr val="0070C0"/>
                </a:solidFill>
              </a:rPr>
              <a:t>st</a:t>
            </a:r>
            <a:r>
              <a:rPr lang="en-US">
                <a:solidFill>
                  <a:srgbClr val="0070C0"/>
                </a:solidFill>
              </a:rPr>
              <a:t> thing</a:t>
            </a:r>
            <a:endParaRPr/>
          </a:p>
          <a:p>
            <a:pPr lvl="2">
              <a:defRPr/>
            </a:pPr>
            <a:r>
              <a:rPr lang="en-US">
                <a:solidFill>
                  <a:srgbClr val="FF0000"/>
                </a:solidFill>
              </a:rPr>
              <a:t> intelligence is modeled by knowledge</a:t>
            </a:r>
            <a:endParaRPr/>
          </a:p>
          <a:p>
            <a:pPr lvl="2">
              <a:defRPr/>
            </a:pPr>
            <a:r>
              <a:rPr lang="en-US">
                <a:solidFill>
                  <a:srgbClr val="FF0000"/>
                </a:solidFill>
              </a:rPr>
              <a:t>thinking is modelled in Game, Problem-solving)</a:t>
            </a:r>
            <a:endParaRPr lang="en-US">
              <a:solidFill>
                <a:srgbClr val="FF0000"/>
              </a:solidFill>
            </a:endParaRPr>
          </a:p>
          <a:p>
            <a:pPr marL="0" indent="0">
              <a:buFont typeface="Wingdings"/>
              <a:buNone/>
              <a:defRPr/>
            </a:pPr>
            <a:r>
              <a:rPr lang="en-US"/>
              <a:t>--</a:t>
            </a:r>
            <a:endParaRPr/>
          </a:p>
        </p:txBody>
      </p:sp>
      <p:sp>
        <p:nvSpPr>
          <p:cNvPr id="239566194" name="Slide Number Placeholder 3"/>
          <p:cNvSpPr>
            <a:spLocks noChangeArrowheads="1" noGrp="1"/>
          </p:cNvSpPr>
          <p:nvPr>
            <p:ph type="sldNum" sz="quarter" idx="12"/>
          </p:nvPr>
        </p:nvSpPr>
        <p:spPr bwMode="auto">
          <a:prstGeom prst="rect">
            <a:avLst/>
          </a:prstGeom>
          <a:noFill/>
          <a:ln/>
        </p:spPr>
        <p:txBody>
          <a:bodyPr/>
          <a:lstStyle>
            <a:lvl1pPr>
              <a:defRPr sz="2400">
                <a:solidFill>
                  <a:schemeClr val="tx1"/>
                </a:solidFill>
                <a:latin typeface="Arial"/>
              </a:defRPr>
            </a:lvl1pPr>
            <a:lvl2pPr marL="742950" indent="-285750">
              <a:defRPr sz="2400">
                <a:solidFill>
                  <a:schemeClr val="tx1"/>
                </a:solidFill>
                <a:latin typeface="Arial"/>
              </a:defRPr>
            </a:lvl2pPr>
            <a:lvl3pPr marL="1143000" indent="-228600">
              <a:defRPr sz="2400">
                <a:solidFill>
                  <a:schemeClr val="tx1"/>
                </a:solidFill>
                <a:latin typeface="Arial"/>
              </a:defRPr>
            </a:lvl3pPr>
            <a:lvl4pPr marL="1600200" indent="-228600">
              <a:defRPr sz="2400">
                <a:solidFill>
                  <a:schemeClr val="tx1"/>
                </a:solidFill>
                <a:latin typeface="Arial"/>
              </a:defRPr>
            </a:lvl4pPr>
            <a:lvl5pPr marL="2057400" indent="-228600">
              <a:defRPr sz="2400">
                <a:solidFill>
                  <a:schemeClr val="tx1"/>
                </a:solidFill>
                <a:latin typeface="Arial"/>
              </a:defRPr>
            </a:lvl5pPr>
            <a:lvl6pPr marL="2514600" indent="-228600">
              <a:spcBef>
                <a:spcPts val="0"/>
              </a:spcBef>
              <a:spcAft>
                <a:spcPts val="0"/>
              </a:spcAft>
              <a:defRPr sz="2400">
                <a:solidFill>
                  <a:schemeClr val="tx1"/>
                </a:solidFill>
                <a:latin typeface="Arial"/>
              </a:defRPr>
            </a:lvl6pPr>
            <a:lvl7pPr marL="2971800" indent="-228600">
              <a:spcBef>
                <a:spcPts val="0"/>
              </a:spcBef>
              <a:spcAft>
                <a:spcPts val="0"/>
              </a:spcAft>
              <a:defRPr sz="2400">
                <a:solidFill>
                  <a:schemeClr val="tx1"/>
                </a:solidFill>
                <a:latin typeface="Arial"/>
              </a:defRPr>
            </a:lvl7pPr>
            <a:lvl8pPr marL="3429000" indent="-228600">
              <a:spcBef>
                <a:spcPts val="0"/>
              </a:spcBef>
              <a:spcAft>
                <a:spcPts val="0"/>
              </a:spcAft>
              <a:defRPr sz="2400">
                <a:solidFill>
                  <a:schemeClr val="tx1"/>
                </a:solidFill>
                <a:latin typeface="Arial"/>
              </a:defRPr>
            </a:lvl8pPr>
            <a:lvl9pPr marL="3886200" indent="-228600">
              <a:spcBef>
                <a:spcPts val="0"/>
              </a:spcBef>
              <a:spcAft>
                <a:spcPts val="0"/>
              </a:spcAft>
              <a:defRPr sz="2400">
                <a:solidFill>
                  <a:schemeClr val="tx1"/>
                </a:solidFill>
                <a:latin typeface="Arial"/>
              </a:defRPr>
            </a:lvl9pPr>
          </a:lstStyle>
          <a:p>
            <a:pPr>
              <a:defRPr/>
            </a:pPr>
            <a:fld id="{A972E274-648B-45C8-9668-54C2A1D04F80}" type="slidenum">
              <a:rPr lang="en-US" sz="1200">
                <a:latin typeface="Garamond"/>
                <a:cs typeface="Arial"/>
              </a:rPr>
              <a:t>47</a:t>
            </a:fld>
            <a:endParaRPr lang="en-US" sz="1200">
              <a:latin typeface="Garamond"/>
              <a:cs typeface="Aria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4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803896148" name="Title 1"/>
          <p:cNvSpPr>
            <a:spLocks noChangeArrowheads="1" noGrp="1"/>
          </p:cNvSpPr>
          <p:nvPr>
            <p:ph type="title"/>
          </p:nvPr>
        </p:nvSpPr>
        <p:spPr bwMode="auto"/>
        <p:txBody>
          <a:bodyPr/>
          <a:lstStyle/>
          <a:p>
            <a:pPr>
              <a:defRPr/>
            </a:pPr>
            <a:r>
              <a:rPr lang="en-US" b="1">
                <a:solidFill>
                  <a:srgbClr val="00B050"/>
                </a:solidFill>
              </a:rPr>
              <a:t>Exercise</a:t>
            </a:r>
            <a:endParaRPr/>
          </a:p>
        </p:txBody>
      </p:sp>
      <p:sp>
        <p:nvSpPr>
          <p:cNvPr id="444403548" name="Content Placeholder 2"/>
          <p:cNvSpPr>
            <a:spLocks noGrp="1"/>
          </p:cNvSpPr>
          <p:nvPr>
            <p:ph idx="1"/>
          </p:nvPr>
        </p:nvSpPr>
        <p:spPr bwMode="auto">
          <a:xfrm>
            <a:off x="96520" y="1295400"/>
            <a:ext cx="9067800" cy="4530725"/>
          </a:xfrm>
        </p:spPr>
        <p:txBody>
          <a:bodyPr/>
          <a:lstStyle/>
          <a:p>
            <a:pPr>
              <a:defRPr/>
            </a:pPr>
            <a:r>
              <a:rPr lang="en-US"/>
              <a:t>Which of thinking or mindfulness is the boss, given that all cognitive features are fundamental to thinking?</a:t>
            </a:r>
            <a:endParaRPr/>
          </a:p>
          <a:p>
            <a:pPr lvl="1">
              <a:defRPr/>
            </a:pPr>
            <a:r>
              <a:rPr lang="en-US"/>
              <a:t>Although thinking is fundamental, it tends the mind to wander to the past and the future. Unless the thinking is guided, this capacity is useless. Mindfulness enables guided thinking and also energizes all cognitive features</a:t>
            </a:r>
            <a:endParaRPr/>
          </a:p>
          <a:p>
            <a:pPr lvl="1">
              <a:defRPr/>
            </a:pPr>
            <a:r>
              <a:rPr lang="en-US"/>
              <a:t>Dog (thinking) and belt (mindfulness)</a:t>
            </a:r>
            <a:endParaRPr/>
          </a:p>
          <a:p>
            <a:pPr marL="0" indent="0">
              <a:buNone/>
              <a:defRPr/>
            </a:pPr>
            <a:endParaRPr lang="en-US"/>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4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843678715" name="Rectangle 2"/>
          <p:cNvSpPr>
            <a:spLocks noChangeArrowheads="1" noGrp="1"/>
          </p:cNvSpPr>
          <p:nvPr>
            <p:ph type="title"/>
          </p:nvPr>
        </p:nvSpPr>
        <p:spPr bwMode="auto">
          <a:xfrm>
            <a:off x="457200" y="277813"/>
            <a:ext cx="8915400" cy="1139825"/>
          </a:xfrm>
        </p:spPr>
        <p:txBody>
          <a:bodyPr/>
          <a:lstStyle/>
          <a:p>
            <a:pPr>
              <a:defRPr/>
            </a:pPr>
            <a:r>
              <a:rPr lang="en-US" b="1">
                <a:solidFill>
                  <a:srgbClr val="00B050"/>
                </a:solidFill>
              </a:rPr>
              <a:t>Expert Systems – A cognitive system</a:t>
            </a:r>
            <a:endParaRPr/>
          </a:p>
        </p:txBody>
      </p:sp>
      <p:sp>
        <p:nvSpPr>
          <p:cNvPr id="74183375" name="Rectangle 3"/>
          <p:cNvSpPr>
            <a:spLocks noChangeArrowheads="1" noGrp="1"/>
          </p:cNvSpPr>
          <p:nvPr>
            <p:ph type="body" idx="1"/>
          </p:nvPr>
        </p:nvSpPr>
        <p:spPr bwMode="auto">
          <a:xfrm>
            <a:off x="-76200" y="1295400"/>
            <a:ext cx="9144000" cy="4530725"/>
          </a:xfrm>
        </p:spPr>
        <p:txBody>
          <a:bodyPr/>
          <a:lstStyle/>
          <a:p>
            <a:pPr>
              <a:defRPr/>
            </a:pPr>
            <a:r>
              <a:rPr lang="en-US" sz="2200">
                <a:solidFill>
                  <a:srgbClr val="FF0000"/>
                </a:solidFill>
              </a:rPr>
              <a:t>Expert Systems (ES) are considered a </a:t>
            </a:r>
            <a:r>
              <a:rPr lang="en-US" sz="2200">
                <a:solidFill>
                  <a:srgbClr val="FF0000"/>
                </a:solidFill>
                <a:highlight>
                  <a:srgbClr val="FFFF00"/>
                </a:highlight>
              </a:rPr>
              <a:t>classic example</a:t>
            </a:r>
            <a:r>
              <a:rPr lang="en-US" sz="2200">
                <a:solidFill>
                  <a:srgbClr val="FF0000"/>
                </a:solidFill>
              </a:rPr>
              <a:t> of the cognitive system and the oldest AI technique</a:t>
            </a:r>
            <a:endParaRPr/>
          </a:p>
          <a:p>
            <a:pPr lvl="1">
              <a:defRPr/>
            </a:pPr>
            <a:r>
              <a:rPr lang="en-US" sz="2200">
                <a:solidFill>
                  <a:srgbClr val="0070C0"/>
                </a:solidFill>
              </a:rPr>
              <a:t>McCarthy - Stanford(</a:t>
            </a:r>
            <a:r>
              <a:rPr lang="en-US" sz="2200">
                <a:solidFill>
                  <a:srgbClr val="0070C0"/>
                </a:solidFill>
                <a:highlight>
                  <a:srgbClr val="FFFF00"/>
                </a:highlight>
              </a:rPr>
              <a:t>ES</a:t>
            </a:r>
            <a:r>
              <a:rPr lang="en-US" sz="2200">
                <a:solidFill>
                  <a:srgbClr val="0070C0"/>
                </a:solidFill>
              </a:rPr>
              <a:t>)/CMU(XCON, ALVIN, Deep Blue, KM)</a:t>
            </a:r>
            <a:endParaRPr/>
          </a:p>
          <a:p>
            <a:pPr>
              <a:defRPr/>
            </a:pPr>
            <a:r>
              <a:rPr lang="en-US" sz="2200">
                <a:solidFill>
                  <a:srgbClr val="0070C0"/>
                </a:solidFill>
              </a:rPr>
              <a:t>ES made AI popular in the early days (XCON-industry, DART-public)</a:t>
            </a:r>
            <a:endParaRPr/>
          </a:p>
          <a:p>
            <a:pPr>
              <a:defRPr/>
            </a:pPr>
            <a:r>
              <a:rPr lang="en-US" sz="2200">
                <a:solidFill>
                  <a:srgbClr val="FF0000"/>
                </a:solidFill>
              </a:rPr>
              <a:t>ES are also called Knowledge-based systems (KBS)</a:t>
            </a:r>
            <a:endParaRPr/>
          </a:p>
          <a:p>
            <a:pPr>
              <a:defRPr/>
            </a:pPr>
            <a:r>
              <a:rPr lang="en-US" sz="2200">
                <a:solidFill>
                  <a:srgbClr val="0066FF"/>
                </a:solidFill>
              </a:rPr>
              <a:t>ES has specific cognitive features (problem-solving, communication, perception) </a:t>
            </a:r>
            <a:endParaRPr/>
          </a:p>
          <a:p>
            <a:pPr>
              <a:defRPr/>
            </a:pPr>
            <a:r>
              <a:rPr lang="en-US" sz="2200">
                <a:solidFill>
                  <a:srgbClr val="FF0000"/>
                </a:solidFill>
              </a:rPr>
              <a:t>ES is a computer program </a:t>
            </a:r>
            <a:r>
              <a:rPr lang="en-US" sz="2200">
                <a:solidFill>
                  <a:srgbClr val="FF0000"/>
                </a:solidFill>
                <a:highlight>
                  <a:srgbClr val="FFFF00"/>
                </a:highlight>
              </a:rPr>
              <a:t>that can solve problems like a human expert </a:t>
            </a:r>
            <a:r>
              <a:rPr lang="en-US" sz="2200">
                <a:solidFill>
                  <a:srgbClr val="FF0000"/>
                </a:solidFill>
              </a:rPr>
              <a:t>(grandmother, carpenter, doctor, mother, engineer, counselor, trip-advisor, farmer, lecturer, technician) </a:t>
            </a:r>
            <a:endParaRPr/>
          </a:p>
          <a:p>
            <a:pPr>
              <a:defRPr/>
            </a:pPr>
            <a:r>
              <a:rPr lang="en-US" sz="2200">
                <a:solidFill>
                  <a:srgbClr val="3333FF"/>
                </a:solidFill>
              </a:rPr>
              <a:t>Most experts present their knowledge as rules, procedures, etc.</a:t>
            </a:r>
            <a:endParaRPr/>
          </a:p>
          <a:p>
            <a:pPr marL="0" indent="0">
              <a:buFont typeface="Wingdings"/>
              <a:buNone/>
              <a:defRPr/>
            </a:pPr>
            <a:endParaRPr lang="en-US" sz="2200">
              <a:solidFill>
                <a:srgbClr val="3333FF"/>
              </a:solidFill>
            </a:endParaRPr>
          </a:p>
          <a:p>
            <a:pPr>
              <a:buFont typeface="Wingdings"/>
              <a:buNone/>
              <a:defRPr/>
            </a:pPr>
            <a:endParaRPr lang="en-US">
              <a:solidFill>
                <a:srgbClr val="3333FF"/>
              </a:solidFill>
            </a:endParaRPr>
          </a:p>
          <a:p>
            <a:pPr>
              <a:defRPr/>
            </a:pPr>
            <a:endParaRPr lang="en-US"/>
          </a:p>
          <a:p>
            <a:pPr>
              <a:defRPr/>
            </a:pPr>
            <a:endParaRPr lang="en-US"/>
          </a:p>
        </p:txBody>
      </p:sp>
      <p:sp>
        <p:nvSpPr>
          <p:cNvPr id="1319042125" name="Oval 1"/>
          <p:cNvSpPr/>
          <p:nvPr/>
        </p:nvSpPr>
        <p:spPr bwMode="auto">
          <a:xfrm>
            <a:off x="6934200" y="5826125"/>
            <a:ext cx="1919287" cy="1000125"/>
          </a:xfrm>
          <a:prstGeom prst="ellipse">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1800"/>
              <a:t>4</a:t>
            </a:r>
            <a:endParaRPr/>
          </a:p>
          <a:p>
            <a:pPr algn="ctr">
              <a:defRPr/>
            </a:pPr>
            <a:r>
              <a:rPr lang="en-US" sz="1800"/>
              <a:t>22/03/2026</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5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735297014" name="Title 1"/>
          <p:cNvSpPr>
            <a:spLocks noChangeArrowheads="1" noGrp="1"/>
          </p:cNvSpPr>
          <p:nvPr>
            <p:ph type="title"/>
          </p:nvPr>
        </p:nvSpPr>
        <p:spPr bwMode="auto"/>
        <p:txBody>
          <a:bodyPr/>
          <a:lstStyle/>
          <a:p>
            <a:pPr>
              <a:defRPr/>
            </a:pPr>
            <a:r>
              <a:rPr lang="en-US" b="1">
                <a:solidFill>
                  <a:srgbClr val="00B050"/>
                </a:solidFill>
              </a:rPr>
              <a:t>Exercise 7</a:t>
            </a:r>
            <a:endParaRPr/>
          </a:p>
        </p:txBody>
      </p:sp>
      <p:sp>
        <p:nvSpPr>
          <p:cNvPr id="462943085" name="Content Placeholder 2"/>
          <p:cNvSpPr>
            <a:spLocks noChangeArrowheads="1" noGrp="1"/>
          </p:cNvSpPr>
          <p:nvPr>
            <p:ph idx="1"/>
          </p:nvPr>
        </p:nvSpPr>
        <p:spPr bwMode="auto">
          <a:xfrm>
            <a:off x="152400" y="1412558"/>
            <a:ext cx="8839200" cy="4530725"/>
          </a:xfrm>
        </p:spPr>
        <p:txBody>
          <a:bodyPr/>
          <a:lstStyle/>
          <a:p>
            <a:pPr>
              <a:defRPr/>
            </a:pPr>
            <a:r>
              <a:rPr lang="en-US">
                <a:solidFill>
                  <a:srgbClr val="0070C0"/>
                </a:solidFill>
              </a:rPr>
              <a:t>Can all </a:t>
            </a:r>
            <a:r>
              <a:rPr lang="en-US">
                <a:solidFill>
                  <a:srgbClr val="0070C0"/>
                </a:solidFill>
                <a:highlight>
                  <a:srgbClr val="FFFF00"/>
                </a:highlight>
              </a:rPr>
              <a:t>Experts</a:t>
            </a:r>
            <a:r>
              <a:rPr lang="en-US">
                <a:solidFill>
                  <a:srgbClr val="0070C0"/>
                </a:solidFill>
              </a:rPr>
              <a:t> express how they do things?</a:t>
            </a:r>
            <a:endParaRPr/>
          </a:p>
          <a:p>
            <a:pPr lvl="1">
              <a:defRPr/>
            </a:pPr>
            <a:r>
              <a:rPr lang="en-US">
                <a:solidFill>
                  <a:srgbClr val="FF0000"/>
                </a:solidFill>
              </a:rPr>
              <a:t>Some experts may not have even literacy to express their ideas. This is one problem in the construction of ES</a:t>
            </a:r>
            <a:endParaRPr/>
          </a:p>
          <a:p>
            <a:pPr>
              <a:defRPr/>
            </a:pPr>
            <a:r>
              <a:rPr lang="en-US">
                <a:solidFill>
                  <a:srgbClr val="0070C0"/>
                </a:solidFill>
              </a:rPr>
              <a:t>Can all the Expert Systems be considered only under symbolic AI (Artificial Cognitive Systems)? </a:t>
            </a:r>
            <a:endParaRPr/>
          </a:p>
          <a:p>
            <a:pPr lvl="1">
              <a:defRPr/>
            </a:pPr>
            <a:r>
              <a:rPr lang="en-US">
                <a:solidFill>
                  <a:srgbClr val="FF0000"/>
                </a:solidFill>
              </a:rPr>
              <a:t>Expertise is not limited to knowledge but also includes training experience. Think of a doctor.</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5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623479407" name="Rectangle 2"/>
          <p:cNvSpPr>
            <a:spLocks noChangeArrowheads="1" noGrp="1"/>
          </p:cNvSpPr>
          <p:nvPr>
            <p:ph type="title"/>
          </p:nvPr>
        </p:nvSpPr>
        <p:spPr bwMode="auto"/>
        <p:txBody>
          <a:bodyPr/>
          <a:lstStyle/>
          <a:p>
            <a:pPr>
              <a:defRPr/>
            </a:pPr>
            <a:r>
              <a:rPr lang="en-US" b="1">
                <a:solidFill>
                  <a:srgbClr val="00B050"/>
                </a:solidFill>
              </a:rPr>
              <a:t>Philosophy of Expert Systems</a:t>
            </a:r>
            <a:endParaRPr/>
          </a:p>
        </p:txBody>
      </p:sp>
      <p:sp>
        <p:nvSpPr>
          <p:cNvPr id="958991269" name="Rectangle 3"/>
          <p:cNvSpPr>
            <a:spLocks noChangeArrowheads="1" noGrp="1"/>
          </p:cNvSpPr>
          <p:nvPr>
            <p:ph type="body" idx="1"/>
          </p:nvPr>
        </p:nvSpPr>
        <p:spPr bwMode="auto">
          <a:xfrm>
            <a:off x="0" y="1106488"/>
            <a:ext cx="9144000" cy="4800600"/>
          </a:xfrm>
        </p:spPr>
        <p:txBody>
          <a:bodyPr/>
          <a:lstStyle/>
          <a:p>
            <a:pPr>
              <a:defRPr/>
            </a:pPr>
            <a:r>
              <a:rPr lang="en-US" sz="2400">
                <a:solidFill>
                  <a:srgbClr val="0066FF"/>
                </a:solidFill>
              </a:rPr>
              <a:t>We all know that Experts are intelligent </a:t>
            </a:r>
            <a:endParaRPr/>
          </a:p>
          <a:p>
            <a:pPr>
              <a:defRPr/>
            </a:pPr>
            <a:r>
              <a:rPr lang="en-US" sz="2400">
                <a:solidFill>
                  <a:srgbClr val="FF0000"/>
                </a:solidFill>
              </a:rPr>
              <a:t>Building the Expertise into a computer was a challenge</a:t>
            </a:r>
            <a:endParaRPr/>
          </a:p>
          <a:p>
            <a:pPr>
              <a:defRPr/>
            </a:pPr>
            <a:r>
              <a:rPr lang="en-US" sz="2400">
                <a:solidFill>
                  <a:srgbClr val="0066FF"/>
                </a:solidFill>
              </a:rPr>
              <a:t>Inspiration for the philosophy of Expert Systems  </a:t>
            </a:r>
            <a:endParaRPr/>
          </a:p>
          <a:p>
            <a:pPr lvl="1">
              <a:defRPr/>
            </a:pPr>
            <a:r>
              <a:rPr lang="en-US" sz="2400">
                <a:solidFill>
                  <a:srgbClr val="0066FF"/>
                </a:solidFill>
              </a:rPr>
              <a:t> Experts’ knowledge comes in two forms:</a:t>
            </a:r>
            <a:endParaRPr/>
          </a:p>
          <a:p>
            <a:pPr lvl="2">
              <a:defRPr/>
            </a:pPr>
            <a:r>
              <a:rPr lang="en-US" sz="2000">
                <a:solidFill>
                  <a:srgbClr val="FF0000"/>
                </a:solidFill>
              </a:rPr>
              <a:t>Subject/Domain-specific knowledge </a:t>
            </a:r>
            <a:endParaRPr/>
          </a:p>
          <a:p>
            <a:pPr lvl="2">
              <a:defRPr/>
            </a:pPr>
            <a:r>
              <a:rPr lang="en-US" sz="2000">
                <a:solidFill>
                  <a:srgbClr val="FF0000"/>
                </a:solidFill>
                <a:highlight>
                  <a:srgbClr val="FFFF00"/>
                </a:highlight>
              </a:rPr>
              <a:t>Problem-solving knowledge</a:t>
            </a:r>
            <a:endParaRPr/>
          </a:p>
          <a:p>
            <a:pPr lvl="1">
              <a:defRPr/>
            </a:pPr>
            <a:r>
              <a:rPr lang="en-US" sz="2400">
                <a:solidFill>
                  <a:srgbClr val="FF0000"/>
                </a:solidFill>
              </a:rPr>
              <a:t>Best analogy – Dog digging in a bin </a:t>
            </a:r>
            <a:r>
              <a:rPr lang="en-US" sz="2400" u="sng">
                <a:solidFill>
                  <a:srgbClr val="FF0000"/>
                </a:solidFill>
                <a:hlinkClick r:id="rId3" tooltip="https://www.youtube.com/watch?v=FNcjyrZuP_0"/>
              </a:rPr>
              <a:t>https://www.youtube.com/watch?v=FNcjyrZuP_0</a:t>
            </a:r>
            <a:endParaRPr lang="en-US" sz="2400">
              <a:solidFill>
                <a:srgbClr val="FF0000"/>
              </a:solidFill>
            </a:endParaRPr>
          </a:p>
          <a:p>
            <a:pPr>
              <a:defRPr/>
            </a:pPr>
            <a:r>
              <a:rPr lang="en-US" sz="2400">
                <a:solidFill>
                  <a:srgbClr val="0066FF"/>
                </a:solidFill>
              </a:rPr>
              <a:t> Benefits of maintaining two separate bodies of knowledge</a:t>
            </a:r>
            <a:endParaRPr/>
          </a:p>
          <a:p>
            <a:pPr lvl="2">
              <a:defRPr/>
            </a:pPr>
            <a:r>
              <a:rPr lang="en-US" sz="2000">
                <a:solidFill>
                  <a:srgbClr val="FF0000"/>
                </a:solidFill>
              </a:rPr>
              <a:t>Ease of maintenance</a:t>
            </a:r>
            <a:endParaRPr/>
          </a:p>
          <a:p>
            <a:pPr lvl="2">
              <a:defRPr/>
            </a:pPr>
            <a:r>
              <a:rPr lang="en-US" sz="2000">
                <a:solidFill>
                  <a:srgbClr val="FF0000"/>
                </a:solidFill>
              </a:rPr>
              <a:t>Increased reusability of problem-solving knowledge, across  domains)</a:t>
            </a:r>
            <a:endParaRPr/>
          </a:p>
          <a:p>
            <a:pPr lvl="2">
              <a:defRPr/>
            </a:pPr>
            <a:r>
              <a:rPr lang="en-US" sz="2000">
                <a:solidFill>
                  <a:srgbClr val="FF0000"/>
                </a:solidFill>
              </a:rPr>
              <a:t>Increase portability</a:t>
            </a:r>
            <a:endParaRPr/>
          </a:p>
          <a:p>
            <a:pPr lvl="2">
              <a:defRPr/>
            </a:pPr>
            <a:r>
              <a:rPr lang="en-US" sz="2000">
                <a:solidFill>
                  <a:srgbClr val="FF0000"/>
                </a:solidFill>
              </a:rPr>
              <a:t>Updating ….</a:t>
            </a:r>
            <a:endParaRPr/>
          </a:p>
          <a:p>
            <a:pPr marL="0" indent="0">
              <a:buFont typeface="Wingdings"/>
              <a:buNone/>
              <a:defRPr/>
            </a:pPr>
            <a:endParaRPr lang="en-US" sz="2500">
              <a:solidFill>
                <a:srgbClr val="0066FF"/>
              </a:solidFill>
            </a:endParaRPr>
          </a:p>
          <a:p>
            <a:pPr marL="0" indent="0">
              <a:buFont typeface="Wingdings"/>
              <a:buNone/>
              <a:defRPr/>
            </a:pPr>
            <a:endParaRPr lang="en-US">
              <a:solidFill>
                <a:srgbClr val="0066FF"/>
              </a:solidFill>
            </a:endParaRPr>
          </a:p>
          <a:p>
            <a:pPr>
              <a:buFont typeface="Wingdings"/>
              <a:buNone/>
              <a:defRPr/>
            </a:pPr>
            <a:endParaRPr lang="en-US">
              <a:solidFill>
                <a:srgbClr val="0066FF"/>
              </a:solidFill>
            </a:endParaRPr>
          </a:p>
        </p:txBody>
      </p:sp>
      <p:sp>
        <p:nvSpPr>
          <p:cNvPr id="209064027" name="TextBox 2"/>
          <p:cNvSpPr txBox="1">
            <a:spLocks noChangeArrowheads="1"/>
          </p:cNvSpPr>
          <p:nvPr/>
        </p:nvSpPr>
        <p:spPr bwMode="auto">
          <a:xfrm>
            <a:off x="7543800" y="3276600"/>
            <a:ext cx="354013" cy="461963"/>
          </a:xfrm>
          <a:prstGeom prst="rect">
            <a:avLst/>
          </a:prstGeom>
          <a:noFill/>
          <a:ln>
            <a:noFill/>
          </a:ln>
        </p:spPr>
        <p:txBody>
          <a:bodyPr wrap="none">
            <a:spAutoFit/>
          </a:bodyPr>
          <a:lstStyle>
            <a:lvl1pPr>
              <a:defRPr sz="2400">
                <a:solidFill>
                  <a:schemeClr val="tx1"/>
                </a:solidFill>
                <a:latin typeface="Arial"/>
              </a:defRPr>
            </a:lvl1pPr>
            <a:lvl2pPr marL="742950" indent="-285750">
              <a:defRPr sz="2400">
                <a:solidFill>
                  <a:schemeClr val="tx1"/>
                </a:solidFill>
                <a:latin typeface="Arial"/>
              </a:defRPr>
            </a:lvl2pPr>
            <a:lvl3pPr marL="1143000" indent="-228600">
              <a:defRPr sz="2400">
                <a:solidFill>
                  <a:schemeClr val="tx1"/>
                </a:solidFill>
                <a:latin typeface="Arial"/>
              </a:defRPr>
            </a:lvl3pPr>
            <a:lvl4pPr marL="1600200" indent="-228600">
              <a:defRPr sz="2400">
                <a:solidFill>
                  <a:schemeClr val="tx1"/>
                </a:solidFill>
                <a:latin typeface="Arial"/>
              </a:defRPr>
            </a:lvl4pPr>
            <a:lvl5pPr marL="2057400" indent="-228600">
              <a:defRPr sz="2400">
                <a:solidFill>
                  <a:schemeClr val="tx1"/>
                </a:solidFill>
                <a:latin typeface="Arial"/>
              </a:defRPr>
            </a:lvl5pPr>
            <a:lvl6pPr marL="2514600" indent="-228600">
              <a:spcBef>
                <a:spcPts val="0"/>
              </a:spcBef>
              <a:spcAft>
                <a:spcPts val="0"/>
              </a:spcAft>
              <a:defRPr sz="2400">
                <a:solidFill>
                  <a:schemeClr val="tx1"/>
                </a:solidFill>
                <a:latin typeface="Arial"/>
              </a:defRPr>
            </a:lvl6pPr>
            <a:lvl7pPr marL="2971800" indent="-228600">
              <a:spcBef>
                <a:spcPts val="0"/>
              </a:spcBef>
              <a:spcAft>
                <a:spcPts val="0"/>
              </a:spcAft>
              <a:defRPr sz="2400">
                <a:solidFill>
                  <a:schemeClr val="tx1"/>
                </a:solidFill>
                <a:latin typeface="Arial"/>
              </a:defRPr>
            </a:lvl7pPr>
            <a:lvl8pPr marL="3429000" indent="-228600">
              <a:spcBef>
                <a:spcPts val="0"/>
              </a:spcBef>
              <a:spcAft>
                <a:spcPts val="0"/>
              </a:spcAft>
              <a:defRPr sz="2400">
                <a:solidFill>
                  <a:schemeClr val="tx1"/>
                </a:solidFill>
                <a:latin typeface="Arial"/>
              </a:defRPr>
            </a:lvl8pPr>
            <a:lvl9pPr marL="3886200" indent="-228600">
              <a:spcBef>
                <a:spcPts val="0"/>
              </a:spcBef>
              <a:spcAft>
                <a:spcPts val="0"/>
              </a:spcAft>
              <a:defRPr sz="2400">
                <a:solidFill>
                  <a:schemeClr val="tx1"/>
                </a:solidFill>
                <a:latin typeface="Arial"/>
              </a:defRPr>
            </a:lvl9pPr>
          </a:lstStyle>
          <a:p>
            <a:pPr>
              <a:defRPr/>
            </a:pPr>
            <a:r>
              <a:rPr lang="en-US"/>
              <a:t>  </a:t>
            </a:r>
            <a:endParaRPr/>
          </a:p>
        </p:txBody>
      </p:sp>
      <p:pic>
        <p:nvPicPr>
          <p:cNvPr id="1615174548" name="Picture 4" descr="A dog sniffing a basket&#10;&#10;AI-generated content may be incorrect."/>
          <p:cNvPicPr>
            <a:picLocks noChangeAspect="1" noChangeArrowheads="1"/>
          </p:cNvPicPr>
          <p:nvPr/>
        </p:nvPicPr>
        <p:blipFill>
          <a:blip r:embed="rId4"/>
          <a:stretch/>
        </p:blipFill>
        <p:spPr bwMode="auto">
          <a:xfrm>
            <a:off x="9179560" y="1682750"/>
            <a:ext cx="3773488" cy="3187700"/>
          </a:xfrm>
          <a:prstGeom prst="rect">
            <a:avLst/>
          </a:prstGeom>
          <a:noFill/>
          <a:ln>
            <a:noFill/>
          </a:ln>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5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2061569330" name="Title 1"/>
          <p:cNvSpPr>
            <a:spLocks noChangeArrowheads="1" noGrp="1"/>
          </p:cNvSpPr>
          <p:nvPr>
            <p:ph type="title"/>
          </p:nvPr>
        </p:nvSpPr>
        <p:spPr bwMode="auto"/>
        <p:txBody>
          <a:bodyPr/>
          <a:lstStyle/>
          <a:p>
            <a:pPr>
              <a:defRPr/>
            </a:pPr>
            <a:r>
              <a:rPr lang="en-US" b="1">
                <a:solidFill>
                  <a:srgbClr val="00B050"/>
                </a:solidFill>
              </a:rPr>
              <a:t>Exercise 8</a:t>
            </a:r>
            <a:endParaRPr/>
          </a:p>
        </p:txBody>
      </p:sp>
      <p:sp>
        <p:nvSpPr>
          <p:cNvPr id="334210419" name="Content Placeholder 2"/>
          <p:cNvSpPr>
            <a:spLocks noChangeArrowheads="1" noGrp="1"/>
          </p:cNvSpPr>
          <p:nvPr>
            <p:ph idx="1"/>
          </p:nvPr>
        </p:nvSpPr>
        <p:spPr bwMode="auto">
          <a:xfrm>
            <a:off x="0" y="1163638"/>
            <a:ext cx="9144000" cy="4530725"/>
          </a:xfrm>
        </p:spPr>
        <p:txBody>
          <a:bodyPr/>
          <a:lstStyle/>
          <a:p>
            <a:pPr>
              <a:defRPr/>
            </a:pPr>
            <a:r>
              <a:rPr lang="en-US" sz="2600">
                <a:solidFill>
                  <a:srgbClr val="3333FF"/>
                </a:solidFill>
              </a:rPr>
              <a:t>Explain how the </a:t>
            </a:r>
            <a:r>
              <a:rPr lang="en-US" sz="2600">
                <a:solidFill>
                  <a:srgbClr val="3333FF"/>
                </a:solidFill>
                <a:highlight>
                  <a:srgbClr val="FFFF00"/>
                </a:highlight>
              </a:rPr>
              <a:t>philosophy of ES </a:t>
            </a:r>
            <a:r>
              <a:rPr lang="en-US" sz="2600">
                <a:solidFill>
                  <a:srgbClr val="3333FF"/>
                </a:solidFill>
              </a:rPr>
              <a:t>applies when a </a:t>
            </a:r>
            <a:r>
              <a:rPr lang="en-US" sz="2600">
                <a:solidFill>
                  <a:srgbClr val="3333FF"/>
                </a:solidFill>
                <a:highlight>
                  <a:srgbClr val="FFFF00"/>
                </a:highlight>
              </a:rPr>
              <a:t>student prepares</a:t>
            </a:r>
            <a:r>
              <a:rPr lang="en-US" sz="2600">
                <a:solidFill>
                  <a:srgbClr val="3333FF"/>
                </a:solidFill>
              </a:rPr>
              <a:t> for a GCE (A/L) like examination.</a:t>
            </a:r>
            <a:endParaRPr/>
          </a:p>
          <a:p>
            <a:pPr lvl="1">
              <a:defRPr/>
            </a:pPr>
            <a:r>
              <a:rPr lang="en-US" sz="2200">
                <a:solidFill>
                  <a:srgbClr val="3333FF"/>
                </a:solidFill>
              </a:rPr>
              <a:t> </a:t>
            </a:r>
            <a:r>
              <a:rPr lang="en-US" sz="2200">
                <a:solidFill>
                  <a:srgbClr val="FF0000"/>
                </a:solidFill>
              </a:rPr>
              <a:t>Two tuition masters -</a:t>
            </a:r>
            <a:endParaRPr/>
          </a:p>
          <a:p>
            <a:pPr>
              <a:defRPr/>
            </a:pPr>
            <a:r>
              <a:rPr lang="en-US" sz="2600">
                <a:solidFill>
                  <a:srgbClr val="3333FF"/>
                </a:solidFill>
              </a:rPr>
              <a:t>Based on the philosophy of </a:t>
            </a:r>
            <a:r>
              <a:rPr lang="en-US" sz="2600">
                <a:solidFill>
                  <a:srgbClr val="3333FF"/>
                </a:solidFill>
                <a:highlight>
                  <a:srgbClr val="FFFF00"/>
                </a:highlight>
              </a:rPr>
              <a:t>ES,</a:t>
            </a:r>
            <a:r>
              <a:rPr lang="en-US" sz="2600">
                <a:solidFill>
                  <a:srgbClr val="3333FF"/>
                </a:solidFill>
              </a:rPr>
              <a:t> which makes two </a:t>
            </a:r>
            <a:r>
              <a:rPr lang="en-US" sz="2600">
                <a:solidFill>
                  <a:srgbClr val="3333FF"/>
                </a:solidFill>
                <a:highlight>
                  <a:srgbClr val="FFFF00"/>
                </a:highlight>
              </a:rPr>
              <a:t>medical doctors </a:t>
            </a:r>
            <a:r>
              <a:rPr lang="en-US" sz="2600">
                <a:solidFill>
                  <a:srgbClr val="3333FF"/>
                </a:solidFill>
              </a:rPr>
              <a:t>in the same field give different diagnoses for a set of symptoms </a:t>
            </a:r>
            <a:endParaRPr/>
          </a:p>
          <a:p>
            <a:pPr lvl="1">
              <a:defRPr/>
            </a:pPr>
            <a:r>
              <a:rPr lang="en-US" sz="2200">
                <a:solidFill>
                  <a:srgbClr val="FF0000"/>
                </a:solidFill>
              </a:rPr>
              <a:t>Problem-solving knowledge is different</a:t>
            </a:r>
            <a:r>
              <a:rPr lang="en-US" sz="2200">
                <a:solidFill>
                  <a:srgbClr val="3333FF"/>
                </a:solidFill>
              </a:rPr>
              <a:t>.</a:t>
            </a:r>
            <a:endParaRPr/>
          </a:p>
          <a:p>
            <a:pPr>
              <a:defRPr/>
            </a:pPr>
            <a:r>
              <a:rPr lang="en-US" sz="2600">
                <a:solidFill>
                  <a:srgbClr val="0070C0"/>
                </a:solidFill>
              </a:rPr>
              <a:t>Under what conditions can the same Expert give two different answers to the same question?</a:t>
            </a:r>
            <a:endParaRPr/>
          </a:p>
          <a:p>
            <a:pPr lvl="1">
              <a:defRPr/>
            </a:pPr>
            <a:r>
              <a:rPr lang="en-US" sz="2200">
                <a:solidFill>
                  <a:srgbClr val="0070C0"/>
                </a:solidFill>
              </a:rPr>
              <a:t> </a:t>
            </a:r>
            <a:r>
              <a:rPr lang="en-US" sz="2200">
                <a:solidFill>
                  <a:srgbClr val="FF0000"/>
                </a:solidFill>
              </a:rPr>
              <a:t>Doctors use different pieces of problem knowledge</a:t>
            </a:r>
            <a:endParaRPr/>
          </a:p>
          <a:p>
            <a:pPr lvl="1">
              <a:defRPr/>
            </a:pPr>
            <a:r>
              <a:rPr lang="en-US" sz="2200">
                <a:solidFill>
                  <a:srgbClr val="FF0000"/>
                </a:solidFill>
              </a:rPr>
              <a:t>Patient gives new information, like a new symptom/report </a:t>
            </a:r>
            <a:endParaRPr/>
          </a:p>
          <a:p>
            <a:pPr lvl="1">
              <a:defRPr/>
            </a:pPr>
            <a:endParaRPr lang="en-US" sz="2200">
              <a:solidFill>
                <a:srgbClr val="0070C0"/>
              </a:solidFill>
            </a:endParaRPr>
          </a:p>
          <a:p>
            <a:pPr marL="344487" lvl="1" indent="0">
              <a:buFont typeface="Wingdings"/>
              <a:buNone/>
              <a:defRPr/>
            </a:pPr>
            <a:endParaRPr lang="en-US">
              <a:solidFill>
                <a:srgbClr val="FF0000"/>
              </a:solidFil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5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69719810" name="Title 1"/>
          <p:cNvSpPr>
            <a:spLocks noChangeArrowheads="1" noGrp="1"/>
          </p:cNvSpPr>
          <p:nvPr>
            <p:ph type="title"/>
          </p:nvPr>
        </p:nvSpPr>
        <p:spPr bwMode="auto"/>
        <p:txBody>
          <a:bodyPr/>
          <a:lstStyle/>
          <a:p>
            <a:pPr>
              <a:defRPr/>
            </a:pPr>
            <a:r>
              <a:rPr lang="en-US" b="1">
                <a:solidFill>
                  <a:srgbClr val="00B050"/>
                </a:solidFill>
              </a:rPr>
              <a:t>Exercise 9</a:t>
            </a:r>
            <a:endParaRPr/>
          </a:p>
        </p:txBody>
      </p:sp>
      <p:sp>
        <p:nvSpPr>
          <p:cNvPr id="426619021" name="Content Placeholder 2"/>
          <p:cNvSpPr>
            <a:spLocks noChangeArrowheads="1" noGrp="1"/>
          </p:cNvSpPr>
          <p:nvPr>
            <p:ph idx="1"/>
          </p:nvPr>
        </p:nvSpPr>
        <p:spPr bwMode="auto">
          <a:xfrm>
            <a:off x="467360" y="1163637"/>
            <a:ext cx="8534400" cy="4530725"/>
          </a:xfrm>
        </p:spPr>
        <p:txBody>
          <a:bodyPr/>
          <a:lstStyle/>
          <a:p>
            <a:pPr>
              <a:defRPr/>
            </a:pPr>
            <a:r>
              <a:rPr lang="en-US">
                <a:solidFill>
                  <a:srgbClr val="3333FF"/>
                </a:solidFill>
              </a:rPr>
              <a:t>Would the </a:t>
            </a:r>
            <a:r>
              <a:rPr lang="en-US">
                <a:solidFill>
                  <a:srgbClr val="3333FF"/>
                </a:solidFill>
                <a:highlight>
                  <a:srgbClr val="FFFF00"/>
                </a:highlight>
              </a:rPr>
              <a:t>philosophy of ES </a:t>
            </a:r>
            <a:r>
              <a:rPr lang="en-US">
                <a:solidFill>
                  <a:srgbClr val="3333FF"/>
                </a:solidFill>
              </a:rPr>
              <a:t>and </a:t>
            </a:r>
            <a:r>
              <a:rPr lang="en-US">
                <a:solidFill>
                  <a:srgbClr val="3333FF"/>
                </a:solidFill>
                <a:highlight>
                  <a:srgbClr val="FFFF00"/>
                </a:highlight>
              </a:rPr>
              <a:t>Neuroscience of the brain</a:t>
            </a:r>
            <a:r>
              <a:rPr lang="en-US">
                <a:solidFill>
                  <a:srgbClr val="3333FF"/>
                </a:solidFill>
              </a:rPr>
              <a:t> tell the same thing?</a:t>
            </a:r>
            <a:endParaRPr/>
          </a:p>
          <a:p>
            <a:pPr lvl="1">
              <a:defRPr/>
            </a:pPr>
            <a:r>
              <a:rPr lang="en-US">
                <a:solidFill>
                  <a:srgbClr val="3333FF"/>
                </a:solidFill>
              </a:rPr>
              <a:t> ES viewpoint: domain knowledge/problem solving</a:t>
            </a:r>
            <a:endParaRPr lang="en-US">
              <a:solidFill>
                <a:srgbClr val="3333FF"/>
              </a:solidFill>
              <a:highlight>
                <a:srgbClr val="FFFF00"/>
              </a:highlight>
            </a:endParaRPr>
          </a:p>
          <a:p>
            <a:pPr lvl="1">
              <a:defRPr/>
            </a:pPr>
            <a:r>
              <a:rPr lang="en-US">
                <a:solidFill>
                  <a:srgbClr val="3333FF"/>
                </a:solidFill>
              </a:rPr>
              <a:t>NS viewpoint:  </a:t>
            </a:r>
            <a:r>
              <a:rPr lang="en-US">
                <a:solidFill>
                  <a:srgbClr val="3333FF"/>
                </a:solidFill>
                <a:highlight>
                  <a:srgbClr val="00FFFF"/>
                </a:highlight>
              </a:rPr>
              <a:t>analytical/training  </a:t>
            </a:r>
            <a:endParaRPr/>
          </a:p>
          <a:p>
            <a:pPr lvl="1">
              <a:defRPr/>
            </a:pPr>
            <a:r>
              <a:rPr lang="en-US">
                <a:solidFill>
                  <a:srgbClr val="FF0000"/>
                </a:solidFill>
              </a:rPr>
              <a:t>They are not the same, because domain knowledge could be both analytical and training knowledge.</a:t>
            </a:r>
            <a:endParaRPr/>
          </a:p>
          <a:p>
            <a:pPr lvl="2">
              <a:defRPr/>
            </a:pPr>
            <a:r>
              <a:rPr lang="en-US">
                <a:solidFill>
                  <a:srgbClr val="00B050"/>
                </a:solidFill>
              </a:rPr>
              <a:t>Domain knowledge could be both analytical and training knowledge. Further, problem-solving knowledge could be both analytical and training knowledge. Therefore, two views are not the same</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5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231802435" name="Rectangle 2"/>
          <p:cNvSpPr>
            <a:spLocks noChangeArrowheads="1" noGrp="1"/>
          </p:cNvSpPr>
          <p:nvPr>
            <p:ph type="title"/>
          </p:nvPr>
        </p:nvSpPr>
        <p:spPr bwMode="auto"/>
        <p:txBody>
          <a:bodyPr/>
          <a:lstStyle/>
          <a:p>
            <a:pPr>
              <a:defRPr/>
            </a:pPr>
            <a:r>
              <a:rPr lang="en-US" b="1">
                <a:solidFill>
                  <a:srgbClr val="00B050"/>
                </a:solidFill>
              </a:rPr>
              <a:t>Domain (subject) knowledge</a:t>
            </a:r>
            <a:endParaRPr/>
          </a:p>
        </p:txBody>
      </p:sp>
      <p:sp>
        <p:nvSpPr>
          <p:cNvPr id="78360925" name="Rectangle 3"/>
          <p:cNvSpPr>
            <a:spLocks noChangeArrowheads="1" noGrp="1"/>
          </p:cNvSpPr>
          <p:nvPr>
            <p:ph type="body" idx="1"/>
          </p:nvPr>
        </p:nvSpPr>
        <p:spPr bwMode="auto">
          <a:xfrm>
            <a:off x="0" y="1143000"/>
            <a:ext cx="9144000" cy="4783138"/>
          </a:xfrm>
        </p:spPr>
        <p:txBody>
          <a:bodyPr/>
          <a:lstStyle/>
          <a:p>
            <a:pPr lvl="1">
              <a:defRPr/>
            </a:pPr>
            <a:r>
              <a:rPr lang="en-US">
                <a:solidFill>
                  <a:srgbClr val="0066FF"/>
                </a:solidFill>
              </a:rPr>
              <a:t>Example for Subject-specific </a:t>
            </a:r>
            <a:r>
              <a:rPr lang="en-US">
                <a:solidFill>
                  <a:srgbClr val="0066FF"/>
                </a:solidFill>
                <a:highlight>
                  <a:srgbClr val="FFFF00"/>
                </a:highlight>
              </a:rPr>
              <a:t>knowledge of an Expert  </a:t>
            </a:r>
            <a:r>
              <a:rPr lang="en-US">
                <a:solidFill>
                  <a:srgbClr val="0066FF"/>
                </a:solidFill>
              </a:rPr>
              <a:t>                </a:t>
            </a:r>
            <a:endParaRPr/>
          </a:p>
          <a:p>
            <a:pPr lvl="2">
              <a:defRPr/>
            </a:pPr>
            <a:r>
              <a:rPr lang="en-US">
                <a:solidFill>
                  <a:srgbClr val="FF0000"/>
                </a:solidFill>
                <a:highlight>
                  <a:srgbClr val="FFFF00"/>
                </a:highlight>
              </a:rPr>
              <a:t>Heart</a:t>
            </a:r>
            <a:r>
              <a:rPr lang="en-US">
                <a:solidFill>
                  <a:srgbClr val="FF0000"/>
                </a:solidFill>
              </a:rPr>
              <a:t> diseases </a:t>
            </a:r>
            <a:endParaRPr/>
          </a:p>
          <a:p>
            <a:pPr lvl="2">
              <a:defRPr/>
            </a:pPr>
            <a:r>
              <a:rPr lang="en-US">
                <a:solidFill>
                  <a:srgbClr val="FF0000"/>
                </a:solidFill>
              </a:rPr>
              <a:t>Design of </a:t>
            </a:r>
            <a:r>
              <a:rPr lang="en-US">
                <a:solidFill>
                  <a:srgbClr val="FF0000"/>
                </a:solidFill>
                <a:highlight>
                  <a:srgbClr val="FFFF00"/>
                </a:highlight>
              </a:rPr>
              <a:t>Buildings</a:t>
            </a:r>
            <a:endParaRPr/>
          </a:p>
          <a:p>
            <a:pPr lvl="2">
              <a:defRPr/>
            </a:pPr>
            <a:r>
              <a:rPr lang="en-US">
                <a:solidFill>
                  <a:srgbClr val="FF0000"/>
                </a:solidFill>
              </a:rPr>
              <a:t>Configuring </a:t>
            </a:r>
            <a:r>
              <a:rPr lang="en-US">
                <a:solidFill>
                  <a:srgbClr val="FF0000"/>
                </a:solidFill>
                <a:highlight>
                  <a:srgbClr val="FFFF00"/>
                </a:highlight>
              </a:rPr>
              <a:t>Computers</a:t>
            </a:r>
            <a:endParaRPr/>
          </a:p>
          <a:p>
            <a:pPr lvl="2">
              <a:defRPr/>
            </a:pPr>
            <a:r>
              <a:rPr lang="en-US">
                <a:solidFill>
                  <a:srgbClr val="FF0000"/>
                </a:solidFill>
              </a:rPr>
              <a:t>Transport and logistics</a:t>
            </a:r>
            <a:endParaRPr/>
          </a:p>
          <a:p>
            <a:pPr lvl="2">
              <a:defRPr/>
            </a:pPr>
            <a:r>
              <a:rPr lang="en-US">
                <a:solidFill>
                  <a:srgbClr val="FF0000"/>
                </a:solidFill>
              </a:rPr>
              <a:t>Manufacturing, Agriculture, Defense, Education, Health care, Finance, counseling, career guidance</a:t>
            </a:r>
            <a:endParaRPr/>
          </a:p>
          <a:p>
            <a:pPr lvl="2">
              <a:defRPr/>
            </a:pPr>
            <a:r>
              <a:rPr lang="en-US">
                <a:solidFill>
                  <a:srgbClr val="FF0000"/>
                </a:solidFill>
              </a:rPr>
              <a:t>Fault diagnosis in vehicles/electrical systems,  </a:t>
            </a:r>
            <a:endParaRPr/>
          </a:p>
          <a:p>
            <a:pPr lvl="1">
              <a:defRPr/>
            </a:pPr>
            <a:r>
              <a:rPr lang="en-US">
                <a:solidFill>
                  <a:srgbClr val="0070C0"/>
                </a:solidFill>
              </a:rPr>
              <a:t>Without </a:t>
            </a:r>
            <a:r>
              <a:rPr lang="en-US">
                <a:solidFill>
                  <a:srgbClr val="0070C0"/>
                </a:solidFill>
                <a:highlight>
                  <a:srgbClr val="FFFF00"/>
                </a:highlight>
              </a:rPr>
              <a:t>domain knowledge</a:t>
            </a:r>
            <a:r>
              <a:rPr lang="en-US">
                <a:solidFill>
                  <a:srgbClr val="0070C0"/>
                </a:solidFill>
              </a:rPr>
              <a:t>, nothing can be done even in </a:t>
            </a:r>
            <a:r>
              <a:rPr lang="en-US">
                <a:solidFill>
                  <a:srgbClr val="0070C0"/>
                </a:solidFill>
                <a:highlight>
                  <a:srgbClr val="FFFF00"/>
                </a:highlight>
              </a:rPr>
              <a:t>machine-learning</a:t>
            </a:r>
            <a:r>
              <a:rPr lang="en-US">
                <a:solidFill>
                  <a:srgbClr val="0070C0"/>
                </a:solidFill>
              </a:rPr>
              <a:t> applications, why?</a:t>
            </a:r>
            <a:endParaRPr/>
          </a:p>
          <a:p>
            <a:pPr lvl="1">
              <a:defRPr/>
            </a:pPr>
            <a:r>
              <a:rPr lang="en-US">
                <a:solidFill>
                  <a:srgbClr val="FF0000"/>
                </a:solidFill>
              </a:rPr>
              <a:t>A doctor has the knowledge to interpret data in a report and make conclusions. But ordinary people cannot do so, why?</a:t>
            </a:r>
            <a:endParaRPr/>
          </a:p>
          <a:p>
            <a:pPr>
              <a:buFont typeface="Wingdings"/>
              <a:buNone/>
              <a:defRPr/>
            </a:pPr>
            <a:endParaRPr lang="en-US">
              <a:solidFill>
                <a:srgbClr val="0066FF"/>
              </a:solidFill>
            </a:endParaRPr>
          </a:p>
        </p:txBody>
      </p:sp>
      <p:sp>
        <p:nvSpPr>
          <p:cNvPr id="1030164676" name="TextBox 1"/>
          <p:cNvSpPr txBox="1"/>
          <p:nvPr/>
        </p:nvSpPr>
        <p:spPr bwMode="auto">
          <a:xfrm>
            <a:off x="9753600" y="1828800"/>
            <a:ext cx="3191899" cy="2923877"/>
          </a:xfrm>
          <a:prstGeom prst="rect">
            <a:avLst/>
          </a:prstGeom>
          <a:noFill/>
        </p:spPr>
        <p:txBody>
          <a:bodyPr wrap="none" rtlCol="0">
            <a:spAutoFit/>
          </a:bodyPr>
          <a:lstStyle/>
          <a:p>
            <a:pPr>
              <a:defRPr/>
            </a:pPr>
            <a:r>
              <a:rPr lang="en-US" sz="2000">
                <a:solidFill>
                  <a:srgbClr val="FFFF00"/>
                </a:solidFill>
              </a:rPr>
              <a:t>Given that a blood </a:t>
            </a:r>
            <a:endParaRPr/>
          </a:p>
          <a:p>
            <a:pPr>
              <a:defRPr/>
            </a:pPr>
            <a:r>
              <a:rPr lang="en-US" sz="2000">
                <a:solidFill>
                  <a:srgbClr val="FFFF00"/>
                </a:solidFill>
              </a:rPr>
              <a:t>The report has data </a:t>
            </a:r>
            <a:endParaRPr/>
          </a:p>
          <a:p>
            <a:pPr>
              <a:defRPr/>
            </a:pPr>
            <a:r>
              <a:rPr lang="en-US" sz="2000">
                <a:solidFill>
                  <a:srgbClr val="FFFF00"/>
                </a:solidFill>
              </a:rPr>
              <a:t>of medical </a:t>
            </a:r>
            <a:endParaRPr/>
          </a:p>
          <a:p>
            <a:pPr>
              <a:defRPr/>
            </a:pPr>
            <a:r>
              <a:rPr lang="en-US" sz="2000">
                <a:solidFill>
                  <a:srgbClr val="FFFF00"/>
                </a:solidFill>
              </a:rPr>
              <a:t>Parameters, why</a:t>
            </a:r>
            <a:endParaRPr/>
          </a:p>
          <a:p>
            <a:pPr>
              <a:defRPr/>
            </a:pPr>
            <a:r>
              <a:rPr lang="en-US" sz="2000">
                <a:solidFill>
                  <a:srgbClr val="FFFF00"/>
                </a:solidFill>
              </a:rPr>
              <a:t>do you go a medical</a:t>
            </a:r>
            <a:endParaRPr/>
          </a:p>
          <a:p>
            <a:pPr>
              <a:defRPr/>
            </a:pPr>
            <a:r>
              <a:rPr lang="en-US" sz="2000">
                <a:solidFill>
                  <a:srgbClr val="FFFF00"/>
                </a:solidFill>
              </a:rPr>
              <a:t>Doctor?</a:t>
            </a:r>
            <a:endParaRPr/>
          </a:p>
          <a:p>
            <a:pPr>
              <a:defRPr/>
            </a:pPr>
            <a:endParaRPr lang="en-US" sz="2000">
              <a:solidFill>
                <a:srgbClr val="FFFF00"/>
              </a:solidFill>
            </a:endParaRPr>
          </a:p>
          <a:p>
            <a:pPr>
              <a:defRPr/>
            </a:pPr>
            <a:r>
              <a:rPr lang="en-US" sz="2000">
                <a:solidFill>
                  <a:srgbClr val="FFFF00"/>
                </a:solidFill>
              </a:rPr>
              <a:t>The doctor has knowledge</a:t>
            </a:r>
            <a:endParaRPr/>
          </a:p>
          <a:p>
            <a:pPr>
              <a:defRPr/>
            </a:pPr>
            <a:r>
              <a:rPr lang="en-US" sz="2000">
                <a:solidFill>
                  <a:srgbClr val="FFFF00"/>
                </a:solidFill>
              </a:rPr>
              <a:t>i</a:t>
            </a:r>
            <a:r>
              <a:rPr lang="en-US">
                <a:solidFill>
                  <a:srgbClr val="FFFF00"/>
                </a:solidFill>
              </a:rPr>
              <a:t>n medicine</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5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852711673" name="Title 1"/>
          <p:cNvSpPr>
            <a:spLocks noChangeArrowheads="1" noGrp="1"/>
          </p:cNvSpPr>
          <p:nvPr>
            <p:ph type="title"/>
          </p:nvPr>
        </p:nvSpPr>
        <p:spPr bwMode="auto">
          <a:xfrm>
            <a:off x="457200" y="258763"/>
            <a:ext cx="8229600" cy="1139825"/>
          </a:xfrm>
        </p:spPr>
        <p:txBody>
          <a:bodyPr/>
          <a:lstStyle/>
          <a:p>
            <a:pPr>
              <a:defRPr/>
            </a:pPr>
            <a:r>
              <a:rPr lang="en-US" b="1">
                <a:solidFill>
                  <a:srgbClr val="00B050"/>
                </a:solidFill>
              </a:rPr>
              <a:t>Exercise  9</a:t>
            </a:r>
            <a:endParaRPr/>
          </a:p>
        </p:txBody>
      </p:sp>
      <p:sp>
        <p:nvSpPr>
          <p:cNvPr id="1675920458" name="Content Placeholder 2"/>
          <p:cNvSpPr>
            <a:spLocks noChangeArrowheads="1" noGrp="1"/>
          </p:cNvSpPr>
          <p:nvPr>
            <p:ph idx="1"/>
          </p:nvPr>
        </p:nvSpPr>
        <p:spPr bwMode="auto">
          <a:xfrm>
            <a:off x="446088" y="1163638"/>
            <a:ext cx="8229600" cy="4530725"/>
          </a:xfrm>
        </p:spPr>
        <p:txBody>
          <a:bodyPr/>
          <a:lstStyle/>
          <a:p>
            <a:pPr>
              <a:defRPr/>
            </a:pPr>
            <a:r>
              <a:rPr lang="en-US">
                <a:solidFill>
                  <a:srgbClr val="FF0000"/>
                </a:solidFill>
              </a:rPr>
              <a:t>Give examples of dynamic knowledge</a:t>
            </a:r>
            <a:endParaRPr/>
          </a:p>
          <a:p>
            <a:pPr lvl="2">
              <a:defRPr/>
            </a:pPr>
            <a:r>
              <a:rPr lang="en-US">
                <a:solidFill>
                  <a:srgbClr val="0070C0"/>
                </a:solidFill>
              </a:rPr>
              <a:t>Stock prices</a:t>
            </a:r>
            <a:endParaRPr/>
          </a:p>
          <a:p>
            <a:pPr lvl="2">
              <a:defRPr/>
            </a:pPr>
            <a:r>
              <a:rPr lang="en-US">
                <a:solidFill>
                  <a:srgbClr val="0070C0"/>
                </a:solidFill>
              </a:rPr>
              <a:t>Weather information</a:t>
            </a:r>
            <a:endParaRPr/>
          </a:p>
          <a:p>
            <a:pPr lvl="2">
              <a:defRPr/>
            </a:pPr>
            <a:r>
              <a:rPr lang="en-US">
                <a:solidFill>
                  <a:srgbClr val="0070C0"/>
                </a:solidFill>
              </a:rPr>
              <a:t>Telecom billing information</a:t>
            </a:r>
            <a:endParaRPr/>
          </a:p>
          <a:p>
            <a:pPr lvl="2">
              <a:defRPr/>
            </a:pPr>
            <a:r>
              <a:rPr lang="en-US">
                <a:solidFill>
                  <a:srgbClr val="0070C0"/>
                </a:solidFill>
              </a:rPr>
              <a:t>Population, Exchange rate, pressure, sugar, </a:t>
            </a:r>
            <a:endParaRPr/>
          </a:p>
          <a:p>
            <a:pPr lvl="2">
              <a:defRPr/>
            </a:pPr>
            <a:r>
              <a:rPr lang="en-US">
                <a:solidFill>
                  <a:srgbClr val="0070C0"/>
                </a:solidFill>
              </a:rPr>
              <a:t>……..</a:t>
            </a:r>
            <a:endParaRPr/>
          </a:p>
          <a:p>
            <a:pPr>
              <a:defRPr/>
            </a:pPr>
            <a:r>
              <a:rPr lang="en-US">
                <a:solidFill>
                  <a:srgbClr val="FF0000"/>
                </a:solidFill>
              </a:rPr>
              <a:t>Give an example of static knowledge</a:t>
            </a:r>
            <a:endParaRPr/>
          </a:p>
          <a:p>
            <a:pPr lvl="2">
              <a:defRPr/>
            </a:pPr>
            <a:r>
              <a:rPr lang="en-US">
                <a:solidFill>
                  <a:srgbClr val="0070C0"/>
                </a:solidFill>
              </a:rPr>
              <a:t>F=ma</a:t>
            </a:r>
            <a:endParaRPr/>
          </a:p>
          <a:p>
            <a:pPr lvl="2">
              <a:defRPr/>
            </a:pPr>
            <a:r>
              <a:rPr lang="en-US">
                <a:solidFill>
                  <a:srgbClr val="0070C0"/>
                </a:solidFill>
              </a:rPr>
              <a:t>Heat goes from high temp to low temp</a:t>
            </a:r>
            <a:endParaRPr/>
          </a:p>
          <a:p>
            <a:pPr lvl="2">
              <a:defRPr/>
            </a:pPr>
            <a:r>
              <a:rPr lang="en-US">
                <a:solidFill>
                  <a:srgbClr val="0070C0"/>
                </a:solidFill>
              </a:rPr>
              <a:t>Covid information</a:t>
            </a:r>
            <a:endParaRPr/>
          </a:p>
          <a:p>
            <a:pPr lvl="2">
              <a:defRPr/>
            </a:pPr>
            <a:r>
              <a:rPr lang="en-US">
                <a:solidFill>
                  <a:srgbClr val="0070C0"/>
                </a:solidFill>
              </a:rPr>
              <a:t>DoB, </a:t>
            </a:r>
            <a:endParaRPr/>
          </a:p>
          <a:p>
            <a:pPr lvl="2">
              <a:defRPr/>
            </a:pPr>
            <a:endParaRPr lang="en-US">
              <a:solidFill>
                <a:srgbClr val="FF0000"/>
              </a:solidFill>
            </a:endParaRPr>
          </a:p>
          <a:p>
            <a:pPr marL="342900" lvl="1" indent="0">
              <a:buFont typeface="Wingdings"/>
              <a:buNone/>
              <a:defRPr/>
            </a:pPr>
            <a:endParaRPr lang="en-US"/>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5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493445418" name="Rectangle 2"/>
          <p:cNvSpPr>
            <a:spLocks noChangeArrowheads="1" noGrp="1"/>
          </p:cNvSpPr>
          <p:nvPr>
            <p:ph type="title"/>
          </p:nvPr>
        </p:nvSpPr>
        <p:spPr bwMode="auto"/>
        <p:txBody>
          <a:bodyPr/>
          <a:lstStyle/>
          <a:p>
            <a:pPr>
              <a:defRPr/>
            </a:pPr>
            <a:r>
              <a:rPr lang="en-US" b="1">
                <a:solidFill>
                  <a:srgbClr val="00B050"/>
                </a:solidFill>
              </a:rPr>
              <a:t>Problem solving knowledge</a:t>
            </a:r>
            <a:endParaRPr/>
          </a:p>
        </p:txBody>
      </p:sp>
      <p:sp>
        <p:nvSpPr>
          <p:cNvPr id="583744418" name="Rectangle 3"/>
          <p:cNvSpPr>
            <a:spLocks noChangeArrowheads="1" noGrp="1"/>
          </p:cNvSpPr>
          <p:nvPr>
            <p:ph type="body" idx="1"/>
          </p:nvPr>
        </p:nvSpPr>
        <p:spPr bwMode="auto">
          <a:xfrm>
            <a:off x="26988" y="1219200"/>
            <a:ext cx="9144000" cy="4530725"/>
          </a:xfrm>
        </p:spPr>
        <p:txBody>
          <a:bodyPr/>
          <a:lstStyle/>
          <a:p>
            <a:pPr>
              <a:defRPr/>
            </a:pPr>
            <a:r>
              <a:rPr lang="en-US" sz="2500">
                <a:solidFill>
                  <a:srgbClr val="0066FF"/>
                </a:solidFill>
              </a:rPr>
              <a:t>Also called inference (problem-solving) knowledge</a:t>
            </a:r>
            <a:endParaRPr/>
          </a:p>
          <a:p>
            <a:pPr>
              <a:defRPr/>
            </a:pPr>
            <a:r>
              <a:rPr lang="en-US" sz="2500">
                <a:solidFill>
                  <a:srgbClr val="FF0000"/>
                </a:solidFill>
              </a:rPr>
              <a:t> Problem-solving knowledge operates on domain knowledge</a:t>
            </a:r>
            <a:endParaRPr/>
          </a:p>
          <a:p>
            <a:pPr>
              <a:defRPr/>
            </a:pPr>
            <a:r>
              <a:rPr lang="en-US" sz="2500">
                <a:solidFill>
                  <a:srgbClr val="0070C0"/>
                </a:solidFill>
              </a:rPr>
              <a:t>They would be </a:t>
            </a:r>
            <a:r>
              <a:rPr lang="en-US" sz="2500">
                <a:solidFill>
                  <a:srgbClr val="0070C0"/>
                </a:solidFill>
                <a:highlight>
                  <a:srgbClr val="FFFF00"/>
                </a:highlight>
              </a:rPr>
              <a:t>applicable across </a:t>
            </a:r>
            <a:r>
              <a:rPr lang="en-US" sz="2500">
                <a:solidFill>
                  <a:srgbClr val="0070C0"/>
                </a:solidFill>
              </a:rPr>
              <a:t>the domain</a:t>
            </a:r>
            <a:endParaRPr/>
          </a:p>
          <a:p>
            <a:pPr lvl="1">
              <a:defRPr/>
            </a:pPr>
            <a:r>
              <a:rPr lang="en-US" sz="2500">
                <a:solidFill>
                  <a:srgbClr val="0070C0"/>
                </a:solidFill>
              </a:rPr>
              <a:t>Search, FC/BC  reasoning, TT/EQ/IR/CNF, simple thing first, most familiar first, already visited the place first, </a:t>
            </a:r>
            <a:endParaRPr/>
          </a:p>
          <a:p>
            <a:pPr>
              <a:defRPr/>
            </a:pPr>
            <a:r>
              <a:rPr lang="en-US" sz="2500">
                <a:solidFill>
                  <a:srgbClr val="FF0000"/>
                </a:solidFill>
              </a:rPr>
              <a:t>More examples for problem-solving strategies</a:t>
            </a:r>
            <a:endParaRPr/>
          </a:p>
          <a:p>
            <a:pPr lvl="1">
              <a:defRPr/>
            </a:pPr>
            <a:r>
              <a:rPr lang="en-US" sz="2500">
                <a:solidFill>
                  <a:srgbClr val="0070C0"/>
                </a:solidFill>
              </a:rPr>
              <a:t>Solving from data to goal (FC)</a:t>
            </a:r>
            <a:endParaRPr/>
          </a:p>
          <a:p>
            <a:pPr lvl="1">
              <a:defRPr/>
            </a:pPr>
            <a:r>
              <a:rPr lang="en-US" sz="2500">
                <a:solidFill>
                  <a:srgbClr val="0070C0"/>
                </a:solidFill>
              </a:rPr>
              <a:t>Solving from goal to data (BC)</a:t>
            </a:r>
            <a:endParaRPr/>
          </a:p>
          <a:p>
            <a:pPr lvl="1">
              <a:defRPr/>
            </a:pPr>
            <a:r>
              <a:rPr lang="en-US" sz="2500">
                <a:solidFill>
                  <a:srgbClr val="0070C0"/>
                </a:solidFill>
              </a:rPr>
              <a:t>Solve the simple thing first</a:t>
            </a:r>
            <a:endParaRPr/>
          </a:p>
          <a:p>
            <a:pPr lvl="1">
              <a:defRPr/>
            </a:pPr>
            <a:r>
              <a:rPr lang="en-US" sz="2500">
                <a:solidFill>
                  <a:srgbClr val="0070C0"/>
                </a:solidFill>
              </a:rPr>
              <a:t>Solve the familiar thing first</a:t>
            </a:r>
            <a:endParaRPr/>
          </a:p>
          <a:p>
            <a:pPr lvl="1">
              <a:defRPr/>
            </a:pPr>
            <a:r>
              <a:rPr lang="en-US">
                <a:solidFill>
                  <a:srgbClr val="0070C0"/>
                </a:solidFill>
              </a:rPr>
              <a:t>………</a:t>
            </a:r>
            <a:endParaRPr/>
          </a:p>
          <a:p>
            <a:pPr>
              <a:buFont typeface="Wingdings"/>
              <a:buNone/>
              <a:defRPr/>
            </a:pPr>
            <a:endParaRPr lang="en-US">
              <a:solidFill>
                <a:srgbClr val="0066FF"/>
              </a:solidFill>
            </a:endParaRPr>
          </a:p>
          <a:p>
            <a:pPr>
              <a:defRPr/>
            </a:pPr>
            <a:endParaRPr lang="en-US"/>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5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957554898" name="Title 1"/>
          <p:cNvSpPr>
            <a:spLocks noChangeArrowheads="1" noGrp="1"/>
          </p:cNvSpPr>
          <p:nvPr>
            <p:ph type="title"/>
          </p:nvPr>
        </p:nvSpPr>
        <p:spPr bwMode="auto">
          <a:xfrm>
            <a:off x="420688" y="304800"/>
            <a:ext cx="8229600" cy="1139825"/>
          </a:xfrm>
        </p:spPr>
        <p:txBody>
          <a:bodyPr/>
          <a:lstStyle/>
          <a:p>
            <a:pPr>
              <a:defRPr/>
            </a:pPr>
            <a:r>
              <a:rPr lang="en-US" b="1">
                <a:solidFill>
                  <a:srgbClr val="00B050"/>
                </a:solidFill>
              </a:rPr>
              <a:t>Exercise 10</a:t>
            </a:r>
            <a:endParaRPr/>
          </a:p>
        </p:txBody>
      </p:sp>
      <p:sp>
        <p:nvSpPr>
          <p:cNvPr id="1201351636" name="Content Placeholder 2"/>
          <p:cNvSpPr>
            <a:spLocks noGrp="1"/>
          </p:cNvSpPr>
          <p:nvPr>
            <p:ph idx="1"/>
          </p:nvPr>
        </p:nvSpPr>
        <p:spPr bwMode="auto">
          <a:xfrm>
            <a:off x="304800" y="1371600"/>
            <a:ext cx="8229600" cy="4530725"/>
          </a:xfrm>
        </p:spPr>
        <p:txBody>
          <a:bodyPr/>
          <a:lstStyle/>
          <a:p>
            <a:pPr algn="just">
              <a:defRPr/>
            </a:pPr>
            <a:r>
              <a:rPr lang="en-US">
                <a:solidFill>
                  <a:srgbClr val="0070C0"/>
                </a:solidFill>
              </a:rPr>
              <a:t>Identify 5 problem-solving techniques practiced by major Politicians.</a:t>
            </a:r>
            <a:endParaRPr/>
          </a:p>
          <a:p>
            <a:pPr lvl="2" algn="just">
              <a:defRPr/>
            </a:pPr>
            <a:r>
              <a:rPr lang="en-US">
                <a:solidFill>
                  <a:srgbClr val="0070C0"/>
                </a:solidFill>
              </a:rPr>
              <a:t>Divide people</a:t>
            </a:r>
            <a:endParaRPr/>
          </a:p>
          <a:p>
            <a:pPr lvl="2" algn="just">
              <a:defRPr/>
            </a:pPr>
            <a:r>
              <a:rPr lang="en-US">
                <a:solidFill>
                  <a:srgbClr val="0070C0"/>
                </a:solidFill>
              </a:rPr>
              <a:t>Postponing elections</a:t>
            </a:r>
            <a:endParaRPr/>
          </a:p>
          <a:p>
            <a:pPr lvl="2" algn="just">
              <a:defRPr/>
            </a:pPr>
            <a:r>
              <a:rPr lang="en-US">
                <a:solidFill>
                  <a:srgbClr val="0070C0"/>
                </a:solidFill>
              </a:rPr>
              <a:t>Passing bills against the media</a:t>
            </a:r>
            <a:endParaRPr/>
          </a:p>
          <a:p>
            <a:pPr lvl="2" algn="just">
              <a:defRPr/>
            </a:pPr>
            <a:r>
              <a:rPr lang="en-US">
                <a:solidFill>
                  <a:srgbClr val="0070C0"/>
                </a:solidFill>
              </a:rPr>
              <a:t>Concession packages</a:t>
            </a:r>
            <a:endParaRPr/>
          </a:p>
          <a:p>
            <a:pPr lvl="2" algn="just">
              <a:defRPr/>
            </a:pPr>
            <a:r>
              <a:rPr lang="en-US">
                <a:solidFill>
                  <a:srgbClr val="0070C0"/>
                </a:solidFill>
              </a:rPr>
              <a:t>Bribe the members of parliament </a:t>
            </a:r>
            <a:endParaRPr/>
          </a:p>
          <a:p>
            <a:pPr lvl="2" algn="just">
              <a:defRPr/>
            </a:pPr>
            <a:r>
              <a:rPr lang="en-US">
                <a:solidFill>
                  <a:srgbClr val="0070C0"/>
                </a:solidFill>
              </a:rPr>
              <a:t>Planting stories related to religion, ethnic groups,</a:t>
            </a:r>
            <a:endParaRPr/>
          </a:p>
          <a:p>
            <a:pPr lvl="2" algn="just">
              <a:defRPr/>
            </a:pPr>
            <a:r>
              <a:rPr lang="en-US">
                <a:solidFill>
                  <a:srgbClr val="0070C0"/>
                </a:solidFill>
              </a:rPr>
              <a:t> Creating a crisis on fuel, gas, </a:t>
            </a:r>
            <a:endParaRPr/>
          </a:p>
          <a:p>
            <a:pPr lvl="2" algn="just">
              <a:defRPr/>
            </a:pPr>
            <a:endParaRPr lang="en-US">
              <a:solidFill>
                <a:srgbClr val="0070C0"/>
              </a:solidFill>
            </a:endParaRPr>
          </a:p>
          <a:p>
            <a:pPr marL="0" indent="0" algn="just">
              <a:buFont typeface="Wingdings"/>
              <a:buNone/>
              <a:defRPr/>
            </a:pPr>
            <a:endParaRPr lang="en-US">
              <a:solidFill>
                <a:srgbClr val="00B0F0"/>
              </a:solidFill>
            </a:endParaRPr>
          </a:p>
        </p:txBody>
      </p:sp>
      <p:sp>
        <p:nvSpPr>
          <p:cNvPr id="760357234" name="TextBox 1"/>
          <p:cNvSpPr txBox="1"/>
          <p:nvPr/>
        </p:nvSpPr>
        <p:spPr bwMode="auto">
          <a:xfrm>
            <a:off x="9448799" y="914400"/>
            <a:ext cx="3023585" cy="3785652"/>
          </a:xfrm>
          <a:prstGeom prst="rect">
            <a:avLst/>
          </a:prstGeom>
          <a:noFill/>
        </p:spPr>
        <p:txBody>
          <a:bodyPr wrap="none" rtlCol="0">
            <a:spAutoFit/>
          </a:bodyPr>
          <a:lstStyle/>
          <a:p>
            <a:pPr>
              <a:defRPr/>
            </a:pPr>
            <a:r>
              <a:rPr lang="en-US" sz="2000">
                <a:solidFill>
                  <a:srgbClr val="FFFF00"/>
                </a:solidFill>
              </a:rPr>
              <a:t>Military/Admin</a:t>
            </a:r>
            <a:endParaRPr/>
          </a:p>
          <a:p>
            <a:pPr>
              <a:defRPr/>
            </a:pPr>
            <a:endParaRPr lang="en-US" sz="2000">
              <a:solidFill>
                <a:srgbClr val="FFFF00"/>
              </a:solidFill>
            </a:endParaRPr>
          </a:p>
          <a:p>
            <a:pPr>
              <a:defRPr/>
            </a:pPr>
            <a:r>
              <a:rPr lang="en-US" sz="2000">
                <a:solidFill>
                  <a:srgbClr val="FFFF00"/>
                </a:solidFill>
              </a:rPr>
              <a:t>Teaching</a:t>
            </a:r>
            <a:endParaRPr/>
          </a:p>
          <a:p>
            <a:pPr>
              <a:defRPr/>
            </a:pPr>
            <a:r>
              <a:rPr lang="en-US" sz="2000">
                <a:solidFill>
                  <a:srgbClr val="FFFF00"/>
                </a:solidFill>
              </a:rPr>
              <a:t>   Children Learn</a:t>
            </a:r>
            <a:endParaRPr/>
          </a:p>
          <a:p>
            <a:pPr>
              <a:defRPr/>
            </a:pPr>
            <a:r>
              <a:rPr lang="en-US" sz="2000">
                <a:solidFill>
                  <a:srgbClr val="FFFF00"/>
                </a:solidFill>
              </a:rPr>
              <a:t>   Knowledge</a:t>
            </a:r>
            <a:endParaRPr/>
          </a:p>
          <a:p>
            <a:pPr>
              <a:defRPr/>
            </a:pPr>
            <a:r>
              <a:rPr lang="en-US" sz="2000">
                <a:solidFill>
                  <a:srgbClr val="FFFF00"/>
                </a:solidFill>
              </a:rPr>
              <a:t>   Intelligent</a:t>
            </a:r>
            <a:endParaRPr/>
          </a:p>
          <a:p>
            <a:pPr>
              <a:defRPr/>
            </a:pPr>
            <a:endParaRPr lang="en-US" sz="2000">
              <a:solidFill>
                <a:srgbClr val="FFFF00"/>
              </a:solidFill>
            </a:endParaRPr>
          </a:p>
          <a:p>
            <a:pPr>
              <a:defRPr/>
            </a:pPr>
            <a:r>
              <a:rPr lang="en-US" sz="2000">
                <a:solidFill>
                  <a:srgbClr val="FFFF00"/>
                </a:solidFill>
              </a:rPr>
              <a:t>Study Skills</a:t>
            </a:r>
            <a:endParaRPr/>
          </a:p>
          <a:p>
            <a:pPr>
              <a:defRPr/>
            </a:pPr>
            <a:r>
              <a:rPr lang="en-US" sz="2000">
                <a:solidFill>
                  <a:srgbClr val="FFFF00"/>
                </a:solidFill>
              </a:rPr>
              <a:t>Interest in scientists</a:t>
            </a:r>
            <a:endParaRPr/>
          </a:p>
          <a:p>
            <a:pPr>
              <a:defRPr/>
            </a:pPr>
            <a:r>
              <a:rPr lang="en-US" sz="2000">
                <a:solidFill>
                  <a:srgbClr val="FFFF00"/>
                </a:solidFill>
                <a:highlight>
                  <a:srgbClr val="FF00FF"/>
                </a:highlight>
              </a:rPr>
              <a:t>Reading</a:t>
            </a:r>
            <a:r>
              <a:rPr lang="en-US" sz="2000">
                <a:solidFill>
                  <a:srgbClr val="FFFF00"/>
                </a:solidFill>
              </a:rPr>
              <a:t> Comprehension</a:t>
            </a:r>
            <a:endParaRPr/>
          </a:p>
          <a:p>
            <a:pPr>
              <a:defRPr/>
            </a:pPr>
            <a:r>
              <a:rPr lang="en-US" sz="2000">
                <a:solidFill>
                  <a:srgbClr val="FFFF00"/>
                </a:solidFill>
              </a:rPr>
              <a:t>Thinking/understanding</a:t>
            </a:r>
            <a:endParaRPr/>
          </a:p>
          <a:p>
            <a:pPr>
              <a:defRPr/>
            </a:pPr>
            <a:r>
              <a:rPr lang="en-US" sz="2000">
                <a:solidFill>
                  <a:srgbClr val="FFFF00"/>
                </a:solidFill>
              </a:rPr>
              <a:t>Note taking</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5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706703727" name="Title 1"/>
          <p:cNvSpPr>
            <a:spLocks noChangeArrowheads="1" noGrp="1"/>
          </p:cNvSpPr>
          <p:nvPr>
            <p:ph type="title"/>
          </p:nvPr>
        </p:nvSpPr>
        <p:spPr bwMode="auto"/>
        <p:txBody>
          <a:bodyPr/>
          <a:lstStyle/>
          <a:p>
            <a:pPr>
              <a:defRPr/>
            </a:pPr>
            <a:r>
              <a:rPr lang="en-US" b="1">
                <a:solidFill>
                  <a:srgbClr val="00B050"/>
                </a:solidFill>
              </a:rPr>
              <a:t>Homework</a:t>
            </a:r>
            <a:endParaRPr/>
          </a:p>
        </p:txBody>
      </p:sp>
      <p:sp>
        <p:nvSpPr>
          <p:cNvPr id="738564630" name="Content Placeholder 2"/>
          <p:cNvSpPr>
            <a:spLocks noGrp="1"/>
          </p:cNvSpPr>
          <p:nvPr>
            <p:ph idx="1"/>
          </p:nvPr>
        </p:nvSpPr>
        <p:spPr bwMode="auto">
          <a:xfrm>
            <a:off x="-15875" y="1600200"/>
            <a:ext cx="8848725" cy="4530725"/>
          </a:xfrm>
        </p:spPr>
        <p:txBody>
          <a:bodyPr/>
          <a:lstStyle/>
          <a:p>
            <a:pPr marL="517525" indent="-517525" algn="just">
              <a:buFont typeface="Wingdings"/>
              <a:buAutoNum type="arabicParenBoth"/>
              <a:defRPr/>
            </a:pPr>
            <a:endParaRPr lang="en-US">
              <a:solidFill>
                <a:srgbClr val="0070C0"/>
              </a:solidFill>
            </a:endParaRPr>
          </a:p>
          <a:p>
            <a:pPr marL="0" indent="0">
              <a:buFont typeface="Wingdings"/>
              <a:buNone/>
              <a:defRPr/>
            </a:pPr>
            <a:r>
              <a:rPr lang="en-US">
                <a:solidFill>
                  <a:srgbClr val="0070C0"/>
                </a:solidFill>
              </a:rPr>
              <a:t>   (1) Identify FIVE areas where ES has been used. </a:t>
            </a:r>
            <a:endParaRPr/>
          </a:p>
          <a:p>
            <a:pPr marL="0" indent="0">
              <a:buFont typeface="Wingdings"/>
              <a:buNone/>
              <a:defRPr/>
            </a:pPr>
            <a:endParaRPr lang="en-US">
              <a:solidFill>
                <a:srgbClr val="0070C0"/>
              </a:solidFill>
            </a:endParaRPr>
          </a:p>
          <a:p>
            <a:pPr marL="0" indent="0">
              <a:buFont typeface="Wingdings"/>
              <a:buNone/>
              <a:defRPr/>
            </a:pPr>
            <a:r>
              <a:rPr lang="en-US">
                <a:solidFill>
                  <a:srgbClr val="0070C0"/>
                </a:solidFill>
              </a:rPr>
              <a:t>   (2) Survey toolkits for building ES.</a:t>
            </a:r>
            <a:endParaRPr/>
          </a:p>
          <a:p>
            <a:pPr marL="0" indent="0">
              <a:buFont typeface="Wingdings"/>
              <a:buNone/>
              <a:defRPr/>
            </a:pPr>
            <a:endParaRPr lang="en-US">
              <a:solidFill>
                <a:srgbClr val="0070C0"/>
              </a:solidFill>
            </a:endParaRPr>
          </a:p>
          <a:p>
            <a:pPr marL="0" indent="0">
              <a:buFont typeface="Wingdings"/>
              <a:buNone/>
              <a:defRPr/>
            </a:pPr>
            <a:r>
              <a:rPr lang="en-US">
                <a:solidFill>
                  <a:srgbClr val="0070C0"/>
                </a:solidFill>
              </a:rPr>
              <a:t>    (3) Prepare for discussion next week</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5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692654183" name="Rectangle 2"/>
          <p:cNvSpPr>
            <a:spLocks noChangeArrowheads="1" noGrp="1"/>
          </p:cNvSpPr>
          <p:nvPr>
            <p:ph type="title"/>
          </p:nvPr>
        </p:nvSpPr>
        <p:spPr bwMode="auto">
          <a:xfrm>
            <a:off x="304800" y="155575"/>
            <a:ext cx="8229600" cy="1139825"/>
          </a:xfrm>
        </p:spPr>
        <p:txBody>
          <a:bodyPr/>
          <a:lstStyle/>
          <a:p>
            <a:pPr>
              <a:defRPr/>
            </a:pPr>
            <a:r>
              <a:rPr lang="en-US" b="1">
                <a:solidFill>
                  <a:srgbClr val="00B050"/>
                </a:solidFill>
              </a:rPr>
              <a:t>Features of Expert Systems</a:t>
            </a:r>
            <a:endParaRPr/>
          </a:p>
        </p:txBody>
      </p:sp>
      <p:sp>
        <p:nvSpPr>
          <p:cNvPr id="1495171767" name="Rectangle 3"/>
          <p:cNvSpPr>
            <a:spLocks noChangeArrowheads="1" noGrp="1"/>
          </p:cNvSpPr>
          <p:nvPr>
            <p:ph type="body" idx="1"/>
          </p:nvPr>
        </p:nvSpPr>
        <p:spPr bwMode="auto">
          <a:xfrm>
            <a:off x="0" y="1163637"/>
            <a:ext cx="9067800" cy="4530725"/>
          </a:xfrm>
        </p:spPr>
        <p:txBody>
          <a:bodyPr/>
          <a:lstStyle/>
          <a:p>
            <a:pPr>
              <a:defRPr/>
            </a:pPr>
            <a:r>
              <a:rPr lang="en-GB">
                <a:solidFill>
                  <a:srgbClr val="0066FF"/>
                </a:solidFill>
              </a:rPr>
              <a:t>Think about the tasks by experts like </a:t>
            </a:r>
            <a:endParaRPr/>
          </a:p>
          <a:p>
            <a:pPr lvl="2">
              <a:defRPr/>
            </a:pPr>
            <a:r>
              <a:rPr lang="en-GB">
                <a:solidFill>
                  <a:srgbClr val="0066FF"/>
                </a:solidFill>
              </a:rPr>
              <a:t>Doctor/lawyer/engineer/Architect/counsellor/teacher</a:t>
            </a:r>
            <a:endParaRPr/>
          </a:p>
          <a:p>
            <a:pPr lvl="1">
              <a:defRPr/>
            </a:pPr>
            <a:r>
              <a:rPr lang="en-GB">
                <a:solidFill>
                  <a:srgbClr val="FF0000"/>
                </a:solidFill>
              </a:rPr>
              <a:t>ES operates in </a:t>
            </a:r>
            <a:r>
              <a:rPr lang="en-GB">
                <a:solidFill>
                  <a:srgbClr val="FF0000"/>
                </a:solidFill>
                <a:highlight>
                  <a:srgbClr val="FFFF00"/>
                </a:highlight>
              </a:rPr>
              <a:t>narrower areas</a:t>
            </a:r>
            <a:r>
              <a:rPr lang="en-GB">
                <a:solidFill>
                  <a:srgbClr val="FF0000"/>
                </a:solidFill>
              </a:rPr>
              <a:t> rather than broad areas </a:t>
            </a:r>
            <a:endParaRPr/>
          </a:p>
          <a:p>
            <a:pPr lvl="2">
              <a:defRPr/>
            </a:pPr>
            <a:r>
              <a:rPr lang="en-GB">
                <a:solidFill>
                  <a:srgbClr val="0070C0"/>
                </a:solidFill>
              </a:rPr>
              <a:t>But DART, Watson, ES has addressed a biological limitation of humans, handling a large number of parameters</a:t>
            </a:r>
            <a:endParaRPr/>
          </a:p>
          <a:p>
            <a:pPr lvl="1">
              <a:defRPr/>
            </a:pPr>
            <a:r>
              <a:rPr lang="en-GB">
                <a:solidFill>
                  <a:srgbClr val="FF0000"/>
                </a:solidFill>
              </a:rPr>
              <a:t>ES </a:t>
            </a:r>
            <a:r>
              <a:rPr lang="en-GB">
                <a:solidFill>
                  <a:srgbClr val="FF0000"/>
                </a:solidFill>
                <a:highlight>
                  <a:srgbClr val="FFFF00"/>
                </a:highlight>
              </a:rPr>
              <a:t>dominates in asking</a:t>
            </a:r>
            <a:r>
              <a:rPr lang="en-GB">
                <a:solidFill>
                  <a:srgbClr val="FF0000"/>
                </a:solidFill>
              </a:rPr>
              <a:t> questions</a:t>
            </a:r>
            <a:endParaRPr/>
          </a:p>
          <a:p>
            <a:pPr lvl="2">
              <a:defRPr/>
            </a:pPr>
            <a:r>
              <a:rPr lang="en-GB">
                <a:solidFill>
                  <a:srgbClr val="0070C0"/>
                </a:solidFill>
              </a:rPr>
              <a:t>More questions are asked by the doctor of the patient (MIS?)</a:t>
            </a:r>
            <a:endParaRPr/>
          </a:p>
          <a:p>
            <a:pPr lvl="1">
              <a:defRPr/>
            </a:pPr>
            <a:r>
              <a:rPr lang="en-GB">
                <a:solidFill>
                  <a:srgbClr val="FF0000"/>
                </a:solidFill>
              </a:rPr>
              <a:t>ES can handle </a:t>
            </a:r>
            <a:r>
              <a:rPr lang="en-GB">
                <a:solidFill>
                  <a:srgbClr val="FF0000"/>
                </a:solidFill>
                <a:highlight>
                  <a:srgbClr val="FFFF00"/>
                </a:highlight>
              </a:rPr>
              <a:t>incomplete information</a:t>
            </a:r>
            <a:endParaRPr/>
          </a:p>
          <a:p>
            <a:pPr lvl="2">
              <a:defRPr/>
            </a:pPr>
            <a:r>
              <a:rPr lang="en-GB">
                <a:solidFill>
                  <a:srgbClr val="0070C0"/>
                </a:solidFill>
              </a:rPr>
              <a:t>(</a:t>
            </a:r>
            <a:r>
              <a:rPr lang="en-GB">
                <a:solidFill>
                  <a:srgbClr val="0070C0"/>
                </a:solidFill>
              </a:rPr>
              <a:t>i</a:t>
            </a:r>
            <a:r>
              <a:rPr lang="en-GB">
                <a:solidFill>
                  <a:srgbClr val="0070C0"/>
                </a:solidFill>
              </a:rPr>
              <a:t>) Ask questions, (ii) Make assumptions, (iii) ignore</a:t>
            </a:r>
            <a:endParaRPr/>
          </a:p>
          <a:p>
            <a:pPr lvl="1">
              <a:defRPr/>
            </a:pPr>
            <a:r>
              <a:rPr lang="en-GB">
                <a:solidFill>
                  <a:srgbClr val="FF0000"/>
                </a:solidFill>
              </a:rPr>
              <a:t>ES Provide </a:t>
            </a:r>
            <a:r>
              <a:rPr lang="en-GB">
                <a:solidFill>
                  <a:srgbClr val="FF0000"/>
                </a:solidFill>
                <a:highlight>
                  <a:srgbClr val="FFFF00"/>
                </a:highlight>
              </a:rPr>
              <a:t>alternative solutions</a:t>
            </a:r>
            <a:endParaRPr/>
          </a:p>
          <a:p>
            <a:pPr lvl="2">
              <a:defRPr/>
            </a:pPr>
            <a:r>
              <a:rPr lang="en-GB">
                <a:solidFill>
                  <a:srgbClr val="3333FF"/>
                </a:solidFill>
              </a:rPr>
              <a:t>Buying a laptop, prescribing antibiotics,  </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6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245206163" name="Title 1"/>
          <p:cNvSpPr>
            <a:spLocks noChangeArrowheads="1" noGrp="1"/>
          </p:cNvSpPr>
          <p:nvPr>
            <p:ph type="title"/>
          </p:nvPr>
        </p:nvSpPr>
        <p:spPr bwMode="auto"/>
        <p:txBody>
          <a:bodyPr/>
          <a:lstStyle/>
          <a:p>
            <a:pPr>
              <a:defRPr/>
            </a:pPr>
            <a:r>
              <a:rPr lang="en-US" b="1">
                <a:solidFill>
                  <a:srgbClr val="00B050"/>
                </a:solidFill>
              </a:rPr>
              <a:t>Features of Expert Systems ……</a:t>
            </a:r>
            <a:endParaRPr lang="en-US"/>
          </a:p>
        </p:txBody>
      </p:sp>
      <p:sp>
        <p:nvSpPr>
          <p:cNvPr id="1517731691" name="Content Placeholder 2"/>
          <p:cNvSpPr>
            <a:spLocks noChangeArrowheads="1" noGrp="1"/>
          </p:cNvSpPr>
          <p:nvPr>
            <p:ph idx="1"/>
          </p:nvPr>
        </p:nvSpPr>
        <p:spPr bwMode="auto">
          <a:xfrm>
            <a:off x="25400" y="1392238"/>
            <a:ext cx="9118600" cy="4530725"/>
          </a:xfrm>
        </p:spPr>
        <p:txBody>
          <a:bodyPr/>
          <a:lstStyle/>
          <a:p>
            <a:pPr>
              <a:defRPr/>
            </a:pPr>
            <a:r>
              <a:rPr lang="en-GB" sz="2600">
                <a:solidFill>
                  <a:srgbClr val="FF0000"/>
                </a:solidFill>
              </a:rPr>
              <a:t>ES can give a </a:t>
            </a:r>
            <a:r>
              <a:rPr lang="en-GB" sz="2600">
                <a:solidFill>
                  <a:srgbClr val="FF0000"/>
                </a:solidFill>
                <a:highlight>
                  <a:srgbClr val="FFFF00"/>
                </a:highlight>
              </a:rPr>
              <a:t>level of assurance</a:t>
            </a:r>
            <a:endParaRPr/>
          </a:p>
          <a:p>
            <a:pPr lvl="1">
              <a:defRPr/>
            </a:pPr>
            <a:r>
              <a:rPr lang="en-GB" sz="2500">
                <a:solidFill>
                  <a:srgbClr val="0070C0"/>
                </a:solidFill>
              </a:rPr>
              <a:t>Level of assurance (probability) of each answer</a:t>
            </a:r>
            <a:endParaRPr/>
          </a:p>
          <a:p>
            <a:pPr>
              <a:defRPr/>
            </a:pPr>
            <a:r>
              <a:rPr lang="en-GB" sz="2600">
                <a:solidFill>
                  <a:srgbClr val="FF0000"/>
                </a:solidFill>
              </a:rPr>
              <a:t>Gives </a:t>
            </a:r>
            <a:r>
              <a:rPr lang="en-GB" sz="2600">
                <a:solidFill>
                  <a:srgbClr val="FF0000"/>
                </a:solidFill>
                <a:highlight>
                  <a:srgbClr val="FFFF00"/>
                </a:highlight>
              </a:rPr>
              <a:t>Recommendations</a:t>
            </a:r>
            <a:r>
              <a:rPr lang="en-GB" sz="2600">
                <a:solidFill>
                  <a:srgbClr val="FF0000"/>
                </a:solidFill>
              </a:rPr>
              <a:t> rather than exact answers </a:t>
            </a:r>
            <a:endParaRPr/>
          </a:p>
          <a:p>
            <a:pPr lvl="1">
              <a:defRPr/>
            </a:pPr>
            <a:r>
              <a:rPr lang="en-GB" sz="2500">
                <a:solidFill>
                  <a:srgbClr val="0070C0"/>
                </a:solidFill>
              </a:rPr>
              <a:t>Since experts see many dimensions, they see uncertainty, multiple options, and incomplete information; they would rather give recommendations. </a:t>
            </a:r>
            <a:endParaRPr/>
          </a:p>
          <a:p>
            <a:pPr>
              <a:defRPr/>
            </a:pPr>
            <a:r>
              <a:rPr lang="en-GB" sz="2600">
                <a:solidFill>
                  <a:srgbClr val="FF0000"/>
                </a:solidFill>
              </a:rPr>
              <a:t>ES </a:t>
            </a:r>
            <a:r>
              <a:rPr lang="en-GB" sz="2600">
                <a:solidFill>
                  <a:srgbClr val="FF0000"/>
                </a:solidFill>
                <a:highlight>
                  <a:srgbClr val="FFFF00"/>
                </a:highlight>
              </a:rPr>
              <a:t>uses heuristics and experiences</a:t>
            </a:r>
            <a:r>
              <a:rPr lang="en-GB" sz="2600">
                <a:solidFill>
                  <a:srgbClr val="FF0000"/>
                </a:solidFill>
              </a:rPr>
              <a:t> over theories</a:t>
            </a:r>
            <a:endParaRPr/>
          </a:p>
          <a:p>
            <a:pPr lvl="1">
              <a:defRPr/>
            </a:pPr>
            <a:r>
              <a:rPr lang="en-GB" sz="2500">
                <a:solidFill>
                  <a:srgbClr val="0070C0"/>
                </a:solidFill>
              </a:rPr>
              <a:t>Without a test, a doctor writes prescriptions, why?</a:t>
            </a:r>
            <a:endParaRPr/>
          </a:p>
          <a:p>
            <a:pPr>
              <a:defRPr/>
            </a:pPr>
            <a:r>
              <a:rPr lang="en-GB" sz="2600">
                <a:solidFill>
                  <a:srgbClr val="FF0000"/>
                </a:solidFill>
              </a:rPr>
              <a:t>Provide </a:t>
            </a:r>
            <a:r>
              <a:rPr lang="en-GB" sz="2600">
                <a:solidFill>
                  <a:srgbClr val="FF0000"/>
                </a:solidFill>
                <a:highlight>
                  <a:srgbClr val="FFFF00"/>
                </a:highlight>
              </a:rPr>
              <a:t>reasons for answers</a:t>
            </a:r>
            <a:r>
              <a:rPr lang="en-GB" sz="2600">
                <a:solidFill>
                  <a:srgbClr val="FF0000"/>
                </a:solidFill>
              </a:rPr>
              <a:t> (explainability with certainty)</a:t>
            </a:r>
            <a:r>
              <a:rPr lang="en-US" sz="2600">
                <a:solidFill>
                  <a:srgbClr val="FF0000"/>
                </a:solidFill>
              </a:rPr>
              <a:t>  </a:t>
            </a:r>
            <a:endParaRPr/>
          </a:p>
          <a:p>
            <a:pPr lvl="1">
              <a:defRPr/>
            </a:pPr>
            <a:r>
              <a:rPr lang="en-US">
                <a:solidFill>
                  <a:srgbClr val="0070C0"/>
                </a:solidFill>
              </a:rPr>
              <a:t>Doctor refer to rule used D:-F,V, R, 80%    </a:t>
            </a:r>
            <a:endParaRPr/>
          </a:p>
          <a:p>
            <a:pPr lvl="1">
              <a:defRPr/>
            </a:pPr>
            <a:r>
              <a:rPr lang="en-US">
                <a:solidFill>
                  <a:srgbClr val="0070C0"/>
                </a:solidFill>
              </a:rPr>
              <a:t>Doctor refer to rule used D:-F,V, 70%  </a:t>
            </a:r>
            <a:endParaRPr/>
          </a:p>
          <a:p>
            <a:pPr lvl="1">
              <a:defRPr/>
            </a:pPr>
            <a:endParaRPr lang="en-US">
              <a:solidFill>
                <a:srgbClr val="0070C0"/>
              </a:solidFil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6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245171664" name="Title 1"/>
          <p:cNvSpPr>
            <a:spLocks noChangeArrowheads="1" noGrp="1"/>
          </p:cNvSpPr>
          <p:nvPr>
            <p:ph type="title"/>
          </p:nvPr>
        </p:nvSpPr>
        <p:spPr bwMode="auto"/>
        <p:txBody>
          <a:bodyPr/>
          <a:lstStyle/>
          <a:p>
            <a:pPr>
              <a:defRPr/>
            </a:pPr>
            <a:r>
              <a:rPr lang="en-US" b="1">
                <a:solidFill>
                  <a:srgbClr val="00B050"/>
                </a:solidFill>
              </a:rPr>
              <a:t>Exercise  11</a:t>
            </a:r>
            <a:endParaRPr/>
          </a:p>
        </p:txBody>
      </p:sp>
      <p:sp>
        <p:nvSpPr>
          <p:cNvPr id="1032521256" name="Content Placeholder 2"/>
          <p:cNvSpPr>
            <a:spLocks noChangeArrowheads="1" noGrp="1"/>
          </p:cNvSpPr>
          <p:nvPr>
            <p:ph idx="1"/>
          </p:nvPr>
        </p:nvSpPr>
        <p:spPr bwMode="auto">
          <a:xfrm>
            <a:off x="0" y="1163638"/>
            <a:ext cx="9144000" cy="4856162"/>
          </a:xfrm>
        </p:spPr>
        <p:txBody>
          <a:bodyPr/>
          <a:lstStyle/>
          <a:p>
            <a:pPr>
              <a:defRPr/>
            </a:pPr>
            <a:r>
              <a:rPr lang="en-US">
                <a:solidFill>
                  <a:srgbClr val="0070C0"/>
                </a:solidFill>
              </a:rPr>
              <a:t>By considering a technician at a </a:t>
            </a:r>
            <a:r>
              <a:rPr lang="en-US">
                <a:solidFill>
                  <a:srgbClr val="0070C0"/>
                </a:solidFill>
                <a:highlight>
                  <a:srgbClr val="FFFF00"/>
                </a:highlight>
              </a:rPr>
              <a:t>computer shop</a:t>
            </a:r>
            <a:r>
              <a:rPr lang="en-US">
                <a:solidFill>
                  <a:srgbClr val="0070C0"/>
                </a:solidFill>
              </a:rPr>
              <a:t>, describe how the following ES features apply</a:t>
            </a:r>
            <a:endParaRPr/>
          </a:p>
          <a:p>
            <a:pPr lvl="2">
              <a:defRPr/>
            </a:pPr>
            <a:r>
              <a:rPr lang="en-US">
                <a:solidFill>
                  <a:srgbClr val="FF0000"/>
                </a:solidFill>
              </a:rPr>
              <a:t>Operate on a narrow domain (we do only SW, upgrade, repair)</a:t>
            </a:r>
            <a:endParaRPr/>
          </a:p>
          <a:p>
            <a:pPr lvl="2">
              <a:defRPr/>
            </a:pPr>
            <a:r>
              <a:rPr lang="en-US">
                <a:solidFill>
                  <a:srgbClr val="FF0000"/>
                </a:solidFill>
              </a:rPr>
              <a:t>ES dominates by asking the question (software update?)</a:t>
            </a:r>
            <a:endParaRPr/>
          </a:p>
          <a:p>
            <a:pPr lvl="2">
              <a:defRPr/>
            </a:pPr>
            <a:r>
              <a:rPr lang="en-US">
                <a:solidFill>
                  <a:srgbClr val="FF0000"/>
                </a:solidFill>
              </a:rPr>
              <a:t> Incomplete information (not booting, power ok?)</a:t>
            </a:r>
            <a:endParaRPr/>
          </a:p>
          <a:p>
            <a:pPr lvl="2">
              <a:defRPr/>
            </a:pPr>
            <a:r>
              <a:rPr lang="en-US">
                <a:solidFill>
                  <a:srgbClr val="FF0000"/>
                </a:solidFill>
              </a:rPr>
              <a:t>Alternative solutions (memory upgrade, SSD) </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6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152768519" name="Title 1"/>
          <p:cNvSpPr>
            <a:spLocks noChangeArrowheads="1" noGrp="1"/>
          </p:cNvSpPr>
          <p:nvPr>
            <p:ph type="title"/>
          </p:nvPr>
        </p:nvSpPr>
        <p:spPr bwMode="auto"/>
        <p:txBody>
          <a:bodyPr/>
          <a:lstStyle/>
          <a:p>
            <a:pPr>
              <a:defRPr/>
            </a:pPr>
            <a:r>
              <a:rPr lang="en-US" b="1">
                <a:solidFill>
                  <a:srgbClr val="00B050"/>
                </a:solidFill>
              </a:rPr>
              <a:t>Exercise ….</a:t>
            </a:r>
            <a:endParaRPr/>
          </a:p>
        </p:txBody>
      </p:sp>
      <p:sp>
        <p:nvSpPr>
          <p:cNvPr id="1426932379" name="Content Placeholder 2"/>
          <p:cNvSpPr>
            <a:spLocks noChangeArrowheads="1" noGrp="1"/>
          </p:cNvSpPr>
          <p:nvPr>
            <p:ph idx="1"/>
          </p:nvPr>
        </p:nvSpPr>
        <p:spPr bwMode="auto">
          <a:xfrm>
            <a:off x="34925" y="1339057"/>
            <a:ext cx="9067800" cy="4530725"/>
          </a:xfrm>
        </p:spPr>
        <p:txBody>
          <a:bodyPr/>
          <a:lstStyle/>
          <a:p>
            <a:pPr>
              <a:defRPr/>
            </a:pPr>
            <a:r>
              <a:rPr lang="en-US">
                <a:solidFill>
                  <a:srgbClr val="0070C0"/>
                </a:solidFill>
              </a:rPr>
              <a:t>Give real-world examples using ES where the following situations are involved</a:t>
            </a:r>
            <a:endParaRPr/>
          </a:p>
          <a:p>
            <a:pPr lvl="1">
              <a:defRPr/>
            </a:pPr>
            <a:r>
              <a:rPr lang="en-US"/>
              <a:t>Alternative solutions are required (medicine, shopping)</a:t>
            </a:r>
            <a:endParaRPr/>
          </a:p>
          <a:p>
            <a:pPr lvl="1">
              <a:defRPr/>
            </a:pPr>
            <a:r>
              <a:rPr lang="en-US"/>
              <a:t>Assurance of an answer is required (counselling, </a:t>
            </a:r>
            <a:endParaRPr/>
          </a:p>
          <a:p>
            <a:pPr marL="344487" lvl="1" indent="0">
              <a:buNone/>
              <a:defRPr/>
            </a:pPr>
            <a:endParaRPr lang="en-US"/>
          </a:p>
          <a:p>
            <a:pPr>
              <a:defRPr/>
            </a:pPr>
            <a:r>
              <a:rPr lang="en-US">
                <a:solidFill>
                  <a:srgbClr val="0070C0"/>
                </a:solidFill>
              </a:rPr>
              <a:t>After a discussion, a doctor prescribes a test, which ES feature is executed by the doctor?  </a:t>
            </a:r>
            <a:endParaRPr/>
          </a:p>
          <a:p>
            <a:pPr lvl="1">
              <a:defRPr/>
            </a:pPr>
            <a:r>
              <a:rPr lang="en-US"/>
              <a:t>Asking for a report means the doctor has not gone enough</a:t>
            </a:r>
            <a:endParaRPr/>
          </a:p>
          <a:p>
            <a:pPr lvl="1">
              <a:defRPr/>
            </a:pPr>
            <a:endParaRPr lang="en-US"/>
          </a:p>
          <a:p>
            <a:pPr marL="0" indent="0">
              <a:buFont typeface="Wingdings"/>
              <a:buNone/>
              <a:defRPr/>
            </a:pPr>
            <a:endParaRPr lang="en-US"/>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6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266535754" name="Rectangle 2"/>
          <p:cNvSpPr>
            <a:spLocks noChangeArrowheads="1" noGrp="1"/>
          </p:cNvSpPr>
          <p:nvPr>
            <p:ph type="title"/>
          </p:nvPr>
        </p:nvSpPr>
        <p:spPr bwMode="auto"/>
        <p:txBody>
          <a:bodyPr/>
          <a:lstStyle/>
          <a:p>
            <a:pPr>
              <a:defRPr/>
            </a:pPr>
            <a:r>
              <a:rPr lang="en-US" b="1">
                <a:solidFill>
                  <a:srgbClr val="00B050"/>
                </a:solidFill>
              </a:rPr>
              <a:t>Why Expert Systems?     </a:t>
            </a:r>
            <a:endParaRPr/>
          </a:p>
        </p:txBody>
      </p:sp>
      <p:sp>
        <p:nvSpPr>
          <p:cNvPr id="768326800" name="Rectangle 3"/>
          <p:cNvSpPr>
            <a:spLocks noChangeArrowheads="1" noGrp="1"/>
          </p:cNvSpPr>
          <p:nvPr>
            <p:ph type="body" idx="1"/>
          </p:nvPr>
        </p:nvSpPr>
        <p:spPr bwMode="auto">
          <a:xfrm>
            <a:off x="76200" y="1066800"/>
            <a:ext cx="9296400" cy="4530725"/>
          </a:xfrm>
        </p:spPr>
        <p:txBody>
          <a:bodyPr/>
          <a:lstStyle/>
          <a:p>
            <a:pPr>
              <a:lnSpc>
                <a:spcPct val="90000"/>
              </a:lnSpc>
              <a:defRPr/>
            </a:pPr>
            <a:r>
              <a:rPr lang="en-GB" sz="2600">
                <a:solidFill>
                  <a:srgbClr val="0070C0"/>
                </a:solidFill>
              </a:rPr>
              <a:t>To </a:t>
            </a:r>
            <a:r>
              <a:rPr lang="en-GB" sz="2600">
                <a:solidFill>
                  <a:srgbClr val="FF0000"/>
                </a:solidFill>
              </a:rPr>
              <a:t>extend</a:t>
            </a:r>
            <a:r>
              <a:rPr lang="en-GB" sz="2600">
                <a:solidFill>
                  <a:srgbClr val="0070C0"/>
                </a:solidFill>
              </a:rPr>
              <a:t> MIS/LLM/ML solutions</a:t>
            </a:r>
            <a:endParaRPr/>
          </a:p>
          <a:p>
            <a:pPr>
              <a:lnSpc>
                <a:spcPct val="90000"/>
              </a:lnSpc>
              <a:defRPr/>
            </a:pPr>
            <a:r>
              <a:rPr lang="en-GB" sz="2600">
                <a:solidFill>
                  <a:srgbClr val="0070C0"/>
                </a:solidFill>
              </a:rPr>
              <a:t>To </a:t>
            </a:r>
            <a:r>
              <a:rPr lang="en-GB" sz="2600">
                <a:solidFill>
                  <a:srgbClr val="FF0000"/>
                </a:solidFill>
              </a:rPr>
              <a:t>assist </a:t>
            </a:r>
            <a:r>
              <a:rPr lang="en-GB" sz="2600">
                <a:solidFill>
                  <a:srgbClr val="0070C0"/>
                </a:solidFill>
              </a:rPr>
              <a:t>human experts (Doctors, Lecturers, Lawyers)</a:t>
            </a:r>
            <a:endParaRPr lang="en-GB" sz="2600">
              <a:solidFill>
                <a:srgbClr val="FF0000"/>
              </a:solidFill>
            </a:endParaRPr>
          </a:p>
          <a:p>
            <a:pPr>
              <a:lnSpc>
                <a:spcPct val="90000"/>
              </a:lnSpc>
              <a:defRPr/>
            </a:pPr>
            <a:r>
              <a:rPr lang="en-GB" sz="2600">
                <a:solidFill>
                  <a:srgbClr val="0070C0"/>
                </a:solidFill>
              </a:rPr>
              <a:t>To </a:t>
            </a:r>
            <a:r>
              <a:rPr lang="en-GB" sz="2600">
                <a:solidFill>
                  <a:srgbClr val="FF0000"/>
                </a:solidFill>
              </a:rPr>
              <a:t>reduce the cost</a:t>
            </a:r>
            <a:r>
              <a:rPr lang="en-GB" sz="2600">
                <a:solidFill>
                  <a:srgbClr val="0070C0"/>
                </a:solidFill>
              </a:rPr>
              <a:t> of accessing human experts</a:t>
            </a:r>
            <a:endParaRPr/>
          </a:p>
          <a:p>
            <a:pPr>
              <a:lnSpc>
                <a:spcPct val="90000"/>
              </a:lnSpc>
              <a:defRPr/>
            </a:pPr>
            <a:r>
              <a:rPr lang="en-GB" sz="2600">
                <a:solidFill>
                  <a:srgbClr val="0070C0"/>
                </a:solidFill>
              </a:rPr>
              <a:t>To</a:t>
            </a:r>
            <a:r>
              <a:rPr lang="en-GB" sz="2600">
                <a:solidFill>
                  <a:srgbClr val="FF0000"/>
                </a:solidFill>
              </a:rPr>
              <a:t> access </a:t>
            </a:r>
            <a:r>
              <a:rPr lang="en-GB" sz="2600">
                <a:solidFill>
                  <a:srgbClr val="0070C0"/>
                </a:solidFill>
              </a:rPr>
              <a:t>the expert when not in the desired location</a:t>
            </a:r>
            <a:endParaRPr/>
          </a:p>
          <a:p>
            <a:pPr>
              <a:lnSpc>
                <a:spcPct val="90000"/>
              </a:lnSpc>
              <a:defRPr/>
            </a:pPr>
            <a:r>
              <a:rPr lang="en-GB" sz="2600">
                <a:solidFill>
                  <a:srgbClr val="0070C0"/>
                </a:solidFill>
              </a:rPr>
              <a:t>To </a:t>
            </a:r>
            <a:r>
              <a:rPr lang="en-GB" sz="2600">
                <a:solidFill>
                  <a:srgbClr val="FF0000"/>
                </a:solidFill>
              </a:rPr>
              <a:t>clarify </a:t>
            </a:r>
            <a:r>
              <a:rPr lang="en-GB" sz="2600">
                <a:solidFill>
                  <a:srgbClr val="0070C0"/>
                </a:solidFill>
              </a:rPr>
              <a:t>a decision/action </a:t>
            </a:r>
            <a:endParaRPr/>
          </a:p>
          <a:p>
            <a:pPr>
              <a:lnSpc>
                <a:spcPct val="90000"/>
              </a:lnSpc>
              <a:defRPr/>
            </a:pPr>
            <a:r>
              <a:rPr lang="en-GB" sz="2600">
                <a:solidFill>
                  <a:srgbClr val="0070C0"/>
                </a:solidFill>
              </a:rPr>
              <a:t>To</a:t>
            </a:r>
            <a:r>
              <a:rPr lang="en-GB" sz="2600">
                <a:solidFill>
                  <a:srgbClr val="FF0000"/>
                </a:solidFill>
              </a:rPr>
              <a:t> preserve experts’ knowledge</a:t>
            </a:r>
            <a:r>
              <a:rPr lang="en-GB" sz="2600">
                <a:solidFill>
                  <a:srgbClr val="0070C0"/>
                </a:solidFill>
              </a:rPr>
              <a:t> as ES (beyond books)</a:t>
            </a:r>
            <a:endParaRPr/>
          </a:p>
          <a:p>
            <a:pPr>
              <a:lnSpc>
                <a:spcPct val="90000"/>
              </a:lnSpc>
              <a:defRPr/>
            </a:pPr>
            <a:r>
              <a:rPr lang="en-GB" sz="2600">
                <a:solidFill>
                  <a:srgbClr val="FF0000"/>
                </a:solidFill>
              </a:rPr>
              <a:t>Avoiding mistakes </a:t>
            </a:r>
            <a:r>
              <a:rPr lang="en-GB" sz="2600">
                <a:solidFill>
                  <a:srgbClr val="0070C0"/>
                </a:solidFill>
              </a:rPr>
              <a:t>due to biological limitations </a:t>
            </a:r>
            <a:endParaRPr/>
          </a:p>
          <a:p>
            <a:pPr>
              <a:lnSpc>
                <a:spcPct val="90000"/>
              </a:lnSpc>
              <a:defRPr/>
            </a:pPr>
            <a:r>
              <a:rPr lang="en-GB" sz="2600">
                <a:solidFill>
                  <a:srgbClr val="0070C0"/>
                </a:solidFill>
              </a:rPr>
              <a:t>To </a:t>
            </a:r>
            <a:r>
              <a:rPr lang="en-GB" sz="2600">
                <a:solidFill>
                  <a:srgbClr val="FF0000"/>
                </a:solidFill>
              </a:rPr>
              <a:t>improve accuracy and efficiency </a:t>
            </a:r>
            <a:endParaRPr/>
          </a:p>
          <a:p>
            <a:pPr>
              <a:lnSpc>
                <a:spcPct val="90000"/>
              </a:lnSpc>
              <a:defRPr/>
            </a:pPr>
            <a:r>
              <a:rPr lang="en-GB" sz="2600">
                <a:solidFill>
                  <a:srgbClr val="0070C0"/>
                </a:solidFill>
              </a:rPr>
              <a:t>When</a:t>
            </a:r>
            <a:r>
              <a:rPr lang="en-GB" sz="2600">
                <a:solidFill>
                  <a:srgbClr val="FF0000"/>
                </a:solidFill>
              </a:rPr>
              <a:t> handling special/new/unknown/incomplete situations</a:t>
            </a:r>
            <a:endParaRPr lang="en-GB" sz="2600">
              <a:solidFill>
                <a:srgbClr val="0070C0"/>
              </a:solidFill>
            </a:endParaRPr>
          </a:p>
          <a:p>
            <a:pPr>
              <a:lnSpc>
                <a:spcPct val="90000"/>
              </a:lnSpc>
              <a:defRPr/>
            </a:pPr>
            <a:r>
              <a:rPr lang="en-GB" sz="2600">
                <a:solidFill>
                  <a:srgbClr val="FF0000"/>
                </a:solidFill>
              </a:rPr>
              <a:t>Marketing experts’ knowledge (e-</a:t>
            </a:r>
            <a:r>
              <a:rPr lang="en-GB" sz="2600">
                <a:solidFill>
                  <a:srgbClr val="FF0000"/>
                </a:solidFill>
              </a:rPr>
              <a:t>channeling</a:t>
            </a:r>
            <a:r>
              <a:rPr lang="en-GB" sz="2600">
                <a:solidFill>
                  <a:srgbClr val="FF0000"/>
                </a:solidFill>
              </a:rPr>
              <a:t> manager)</a:t>
            </a:r>
            <a:endParaRPr/>
          </a:p>
          <a:p>
            <a:pPr>
              <a:lnSpc>
                <a:spcPct val="90000"/>
              </a:lnSpc>
              <a:defRPr/>
            </a:pPr>
            <a:r>
              <a:rPr lang="en-GB" sz="2600">
                <a:solidFill>
                  <a:srgbClr val="FF0000"/>
                </a:solidFill>
              </a:rPr>
              <a:t>Saving experts’ time </a:t>
            </a:r>
            <a:r>
              <a:rPr lang="en-GB" sz="2600">
                <a:solidFill>
                  <a:srgbClr val="0070C0"/>
                </a:solidFill>
              </a:rPr>
              <a:t>(surgeon does only surgery )</a:t>
            </a:r>
            <a:endParaRPr/>
          </a:p>
          <a:p>
            <a:pPr>
              <a:lnSpc>
                <a:spcPct val="90000"/>
              </a:lnSpc>
              <a:defRPr/>
            </a:pPr>
            <a:r>
              <a:rPr lang="en-GB" sz="2600">
                <a:solidFill>
                  <a:srgbClr val="0070C0"/>
                </a:solidFill>
              </a:rPr>
              <a:t>ES has </a:t>
            </a:r>
            <a:r>
              <a:rPr lang="en-GB" sz="2600">
                <a:solidFill>
                  <a:srgbClr val="FF0000"/>
                </a:solidFill>
              </a:rPr>
              <a:t>expertise of more than one expert</a:t>
            </a:r>
            <a:endParaRPr lang="en-US" sz="2600">
              <a:solidFill>
                <a:srgbClr val="FF0000"/>
              </a:solidFill>
            </a:endParaRPr>
          </a:p>
        </p:txBody>
      </p:sp>
      <p:sp>
        <p:nvSpPr>
          <p:cNvPr id="1008987098" name="Oval 1"/>
          <p:cNvSpPr/>
          <p:nvPr/>
        </p:nvSpPr>
        <p:spPr bwMode="auto">
          <a:xfrm>
            <a:off x="7162800" y="5857875"/>
            <a:ext cx="1919287" cy="1000125"/>
          </a:xfrm>
          <a:prstGeom prst="ellipse">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1800"/>
              <a:t>5</a:t>
            </a:r>
            <a:endParaRPr/>
          </a:p>
          <a:p>
            <a:pPr algn="ctr">
              <a:defRPr/>
            </a:pPr>
            <a:r>
              <a:rPr lang="en-US" sz="1800"/>
              <a:t>29/03/2026</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6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2140131594" name="Rectangle 2"/>
          <p:cNvSpPr>
            <a:spLocks noChangeArrowheads="1" noGrp="1"/>
          </p:cNvSpPr>
          <p:nvPr>
            <p:ph type="title"/>
          </p:nvPr>
        </p:nvSpPr>
        <p:spPr bwMode="auto">
          <a:xfrm>
            <a:off x="304800" y="76200"/>
            <a:ext cx="8229600" cy="1139825"/>
          </a:xfrm>
        </p:spPr>
        <p:txBody>
          <a:bodyPr/>
          <a:lstStyle/>
          <a:p>
            <a:pPr>
              <a:defRPr/>
            </a:pPr>
            <a:r>
              <a:rPr lang="en-US" b="1">
                <a:solidFill>
                  <a:srgbClr val="00B050"/>
                </a:solidFill>
              </a:rPr>
              <a:t>How Expert Systems work</a:t>
            </a:r>
            <a:endParaRPr/>
          </a:p>
        </p:txBody>
      </p:sp>
      <p:sp>
        <p:nvSpPr>
          <p:cNvPr id="644335203" name="Rectangle 3"/>
          <p:cNvSpPr>
            <a:spLocks noChangeArrowheads="1" noGrp="1"/>
          </p:cNvSpPr>
          <p:nvPr>
            <p:ph type="body" idx="1"/>
          </p:nvPr>
        </p:nvSpPr>
        <p:spPr bwMode="auto">
          <a:xfrm>
            <a:off x="-266700" y="820737"/>
            <a:ext cx="9677400" cy="5216525"/>
          </a:xfrm>
        </p:spPr>
        <p:txBody>
          <a:bodyPr/>
          <a:lstStyle/>
          <a:p>
            <a:pPr>
              <a:defRPr/>
            </a:pPr>
            <a:r>
              <a:rPr lang="en-US" sz="2800">
                <a:solidFill>
                  <a:srgbClr val="0070C0"/>
                </a:solidFill>
              </a:rPr>
              <a:t>ES executes in a different manner than MIS</a:t>
            </a:r>
            <a:endParaRPr/>
          </a:p>
          <a:p>
            <a:pPr lvl="1">
              <a:defRPr/>
            </a:pPr>
            <a:r>
              <a:rPr lang="en-US" sz="2000">
                <a:solidFill>
                  <a:srgbClr val="0070C0"/>
                </a:solidFill>
              </a:rPr>
              <a:t>Starting a  dialog by a patient telling </a:t>
            </a:r>
            <a:r>
              <a:rPr lang="en-US" sz="2000">
                <a:solidFill>
                  <a:srgbClr val="0070C0"/>
                </a:solidFill>
                <a:highlight>
                  <a:srgbClr val="FFFF00"/>
                </a:highlight>
              </a:rPr>
              <a:t>symptoms</a:t>
            </a:r>
            <a:r>
              <a:rPr lang="en-US" sz="2000">
                <a:solidFill>
                  <a:srgbClr val="0070C0"/>
                </a:solidFill>
              </a:rPr>
              <a:t> (</a:t>
            </a:r>
            <a:r>
              <a:rPr lang="en-US" sz="2000">
                <a:solidFill>
                  <a:srgbClr val="FF0000"/>
                </a:solidFill>
              </a:rPr>
              <a:t>fever</a:t>
            </a:r>
            <a:r>
              <a:rPr lang="en-US" sz="2000">
                <a:solidFill>
                  <a:srgbClr val="0070C0"/>
                </a:solidFill>
              </a:rPr>
              <a:t>)to a doctor</a:t>
            </a:r>
            <a:endParaRPr/>
          </a:p>
          <a:p>
            <a:pPr lvl="1">
              <a:defRPr/>
            </a:pPr>
            <a:r>
              <a:rPr lang="en-US" sz="2000">
                <a:solidFill>
                  <a:srgbClr val="00B050"/>
                </a:solidFill>
              </a:rPr>
              <a:t>When hearing symptoms (fever, headache, red eyes, body ache), the doctor </a:t>
            </a:r>
            <a:r>
              <a:rPr lang="en-US" sz="2000">
                <a:solidFill>
                  <a:srgbClr val="00B050"/>
                </a:solidFill>
                <a:highlight>
                  <a:srgbClr val="FFFF00"/>
                </a:highlight>
              </a:rPr>
              <a:t>recalls</a:t>
            </a:r>
            <a:r>
              <a:rPr lang="en-US" sz="2000">
                <a:solidFill>
                  <a:srgbClr val="00B050"/>
                </a:solidFill>
              </a:rPr>
              <a:t> rules/diseases, etc. related to these symptoms</a:t>
            </a:r>
            <a:endParaRPr/>
          </a:p>
          <a:p>
            <a:pPr lvl="1">
              <a:defRPr/>
            </a:pPr>
            <a:r>
              <a:rPr lang="en-US" sz="2000">
                <a:solidFill>
                  <a:srgbClr val="00B050"/>
                </a:solidFill>
              </a:rPr>
              <a:t>Recollecting symptom-related things called the </a:t>
            </a:r>
            <a:r>
              <a:rPr lang="en-US" sz="2000">
                <a:solidFill>
                  <a:srgbClr val="00B050"/>
                </a:solidFill>
                <a:highlight>
                  <a:srgbClr val="FFFF00"/>
                </a:highlight>
              </a:rPr>
              <a:t>conflict set</a:t>
            </a:r>
            <a:r>
              <a:rPr lang="en-US" sz="2000">
                <a:solidFill>
                  <a:srgbClr val="00B050"/>
                </a:solidFill>
              </a:rPr>
              <a:t>  </a:t>
            </a:r>
            <a:r>
              <a:rPr lang="en-US" sz="2000">
                <a:solidFill>
                  <a:srgbClr val="00B050"/>
                </a:solidFill>
              </a:rPr>
              <a:t>with</a:t>
            </a:r>
            <a:r>
              <a:rPr lang="en-US" sz="2000">
                <a:solidFill>
                  <a:srgbClr val="00B050"/>
                </a:solidFill>
              </a:rPr>
              <a:t>  R1, R2, R3</a:t>
            </a:r>
            <a:endParaRPr lang="en-US" sz="2000">
              <a:solidFill>
                <a:srgbClr val="FF0000"/>
              </a:solidFill>
            </a:endParaRPr>
          </a:p>
          <a:p>
            <a:pPr lvl="1">
              <a:defRPr/>
            </a:pPr>
            <a:r>
              <a:rPr lang="en-US" sz="2000">
                <a:solidFill>
                  <a:srgbClr val="00B050"/>
                </a:solidFill>
                <a:highlight>
                  <a:srgbClr val="FFFF00"/>
                </a:highlight>
              </a:rPr>
              <a:t>Conflict Resolution</a:t>
            </a:r>
            <a:r>
              <a:rPr lang="en-US" sz="2000">
                <a:solidFill>
                  <a:srgbClr val="00B050"/>
                </a:solidFill>
              </a:rPr>
              <a:t> </a:t>
            </a:r>
            <a:r>
              <a:rPr lang="en-US" sz="2000">
                <a:solidFill>
                  <a:srgbClr val="0070C0"/>
                </a:solidFill>
              </a:rPr>
              <a:t>– arrange rules in </a:t>
            </a:r>
            <a:r>
              <a:rPr lang="en-US" sz="2000">
                <a:solidFill>
                  <a:srgbClr val="0070C0"/>
                </a:solidFill>
                <a:highlight>
                  <a:srgbClr val="FFFF00"/>
                </a:highlight>
              </a:rPr>
              <a:t>order of priority</a:t>
            </a:r>
            <a:endParaRPr/>
          </a:p>
          <a:p>
            <a:pPr lvl="2">
              <a:defRPr/>
            </a:pPr>
            <a:r>
              <a:rPr lang="en-US" sz="2000">
                <a:solidFill>
                  <a:srgbClr val="0070C0"/>
                </a:solidFill>
              </a:rPr>
              <a:t>R2, R1, R3   (simple rule first, first come first served, ….)</a:t>
            </a:r>
            <a:endParaRPr/>
          </a:p>
          <a:p>
            <a:pPr lvl="2">
              <a:defRPr/>
            </a:pPr>
            <a:r>
              <a:rPr lang="en-US" sz="2000">
                <a:solidFill>
                  <a:srgbClr val="0070C0"/>
                </a:solidFill>
              </a:rPr>
              <a:t>Two doctors use two different priority orders of rules</a:t>
            </a:r>
            <a:endParaRPr/>
          </a:p>
          <a:p>
            <a:pPr lvl="1">
              <a:defRPr/>
            </a:pPr>
            <a:r>
              <a:rPr lang="en-US" sz="2000">
                <a:solidFill>
                  <a:srgbClr val="00B050"/>
                </a:solidFill>
                <a:highlight>
                  <a:srgbClr val="FFFF00"/>
                </a:highlight>
              </a:rPr>
              <a:t>Missing Information </a:t>
            </a:r>
            <a:r>
              <a:rPr lang="en-US" sz="2000">
                <a:solidFill>
                  <a:srgbClr val="FF0000"/>
                </a:solidFill>
              </a:rPr>
              <a:t>– R2 dengue:- fever(given), vomiting (missing) </a:t>
            </a:r>
            <a:endParaRPr/>
          </a:p>
          <a:p>
            <a:pPr lvl="1">
              <a:defRPr/>
            </a:pPr>
            <a:r>
              <a:rPr lang="en-US" sz="2000">
                <a:solidFill>
                  <a:srgbClr val="00B050"/>
                </a:solidFill>
                <a:highlight>
                  <a:srgbClr val="FFFF00"/>
                </a:highlight>
              </a:rPr>
              <a:t>Alternate Solutions </a:t>
            </a:r>
            <a:r>
              <a:rPr lang="en-US" sz="2000">
                <a:solidFill>
                  <a:srgbClr val="0070C0"/>
                </a:solidFill>
              </a:rPr>
              <a:t>– dengue:- fever, vomiting,  </a:t>
            </a:r>
            <a:endParaRPr/>
          </a:p>
          <a:p>
            <a:pPr marL="344487" lvl="1" indent="0">
              <a:buFont typeface="Wingdings"/>
              <a:buNone/>
              <a:defRPr/>
            </a:pPr>
            <a:r>
              <a:rPr lang="en-US" sz="2000">
                <a:solidFill>
                  <a:srgbClr val="0070C0"/>
                </a:solidFill>
              </a:rPr>
              <a:t>                                       food-issue:- fever, headache</a:t>
            </a:r>
            <a:endParaRPr/>
          </a:p>
          <a:p>
            <a:pPr lvl="1">
              <a:defRPr/>
            </a:pPr>
            <a:r>
              <a:rPr lang="en-US" sz="2000">
                <a:solidFill>
                  <a:srgbClr val="00B050"/>
                </a:solidFill>
                <a:highlight>
                  <a:srgbClr val="FFFF00"/>
                </a:highlight>
              </a:rPr>
              <a:t>Uncertainty Handling </a:t>
            </a:r>
            <a:r>
              <a:rPr lang="en-US" sz="2000">
                <a:solidFill>
                  <a:srgbClr val="FF0000"/>
                </a:solidFill>
              </a:rPr>
              <a:t>–  </a:t>
            </a:r>
            <a:r>
              <a:rPr lang="en-US" sz="2000">
                <a:solidFill>
                  <a:srgbClr val="0070C0"/>
                </a:solidFill>
              </a:rPr>
              <a:t>Z:- X, Y, 20%   Z :- X, Y, J, 80% </a:t>
            </a:r>
            <a:endParaRPr/>
          </a:p>
          <a:p>
            <a:pPr lvl="1">
              <a:defRPr/>
            </a:pPr>
            <a:r>
              <a:rPr lang="en-US" sz="2000">
                <a:solidFill>
                  <a:srgbClr val="00B050"/>
                </a:solidFill>
                <a:highlight>
                  <a:srgbClr val="FFFF00"/>
                </a:highlight>
              </a:rPr>
              <a:t>Explanations</a:t>
            </a:r>
            <a:r>
              <a:rPr lang="en-US" sz="2000">
                <a:solidFill>
                  <a:srgbClr val="FF0000"/>
                </a:solidFill>
              </a:rPr>
              <a:t> – use conditions of the rule to explain the answer  </a:t>
            </a:r>
            <a:endParaRPr/>
          </a:p>
          <a:p>
            <a:pPr marL="344487" lvl="1" indent="0">
              <a:buFont typeface="Wingdings"/>
              <a:buNone/>
              <a:defRPr/>
            </a:pPr>
            <a:r>
              <a:rPr lang="en-US" sz="2000">
                <a:solidFill>
                  <a:srgbClr val="FF0000"/>
                </a:solidFill>
              </a:rPr>
              <a:t>                             dengue:- fever, headache, red eyes</a:t>
            </a:r>
            <a:endParaRPr lang="en-US" sz="2000"/>
          </a:p>
          <a:p>
            <a:pPr lvl="1">
              <a:defRPr/>
            </a:pPr>
            <a:r>
              <a:rPr lang="en-US" sz="2000">
                <a:solidFill>
                  <a:srgbClr val="0070C0"/>
                </a:solidFill>
              </a:rPr>
              <a:t>All the steps are based on the </a:t>
            </a:r>
            <a:r>
              <a:rPr lang="en-US" sz="2000">
                <a:solidFill>
                  <a:srgbClr val="0070C0"/>
                </a:solidFill>
                <a:highlight>
                  <a:srgbClr val="FFFF00"/>
                </a:highlight>
              </a:rPr>
              <a:t>conflict set</a:t>
            </a:r>
            <a:r>
              <a:rPr lang="en-US" sz="2000">
                <a:solidFill>
                  <a:srgbClr val="0070C0"/>
                </a:solidFill>
              </a:rPr>
              <a:t> for decision-making</a:t>
            </a:r>
            <a:endParaRPr/>
          </a:p>
          <a:p>
            <a:pPr lvl="1">
              <a:defRPr/>
            </a:pPr>
            <a:r>
              <a:rPr lang="en-US" sz="2000">
                <a:solidFill>
                  <a:srgbClr val="0070C0"/>
                </a:solidFill>
              </a:rPr>
              <a:t>These steps are the magic of ES (problem solving knowledge)</a:t>
            </a:r>
            <a:endParaRPr/>
          </a:p>
          <a:p>
            <a:pPr>
              <a:defRPr/>
            </a:pPr>
            <a:endParaRPr lang="en-US"/>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6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906091854" name="Title 1"/>
          <p:cNvSpPr>
            <a:spLocks noChangeArrowheads="1" noGrp="1"/>
          </p:cNvSpPr>
          <p:nvPr>
            <p:ph type="title"/>
          </p:nvPr>
        </p:nvSpPr>
        <p:spPr bwMode="auto"/>
        <p:txBody>
          <a:bodyPr/>
          <a:lstStyle/>
          <a:p>
            <a:pPr>
              <a:defRPr/>
            </a:pPr>
            <a:r>
              <a:rPr lang="en-US" b="1">
                <a:solidFill>
                  <a:srgbClr val="00B050"/>
                </a:solidFill>
              </a:rPr>
              <a:t>Exercise 12</a:t>
            </a:r>
            <a:endParaRPr/>
          </a:p>
        </p:txBody>
      </p:sp>
      <p:sp>
        <p:nvSpPr>
          <p:cNvPr id="372782697" name="Content Placeholder 2"/>
          <p:cNvSpPr>
            <a:spLocks noGrp="1"/>
          </p:cNvSpPr>
          <p:nvPr>
            <p:ph idx="1"/>
          </p:nvPr>
        </p:nvSpPr>
        <p:spPr bwMode="auto">
          <a:xfrm>
            <a:off x="-25400" y="1371600"/>
            <a:ext cx="9829800" cy="4530725"/>
          </a:xfrm>
        </p:spPr>
        <p:txBody>
          <a:bodyPr/>
          <a:lstStyle/>
          <a:p>
            <a:pPr>
              <a:defRPr/>
            </a:pPr>
            <a:r>
              <a:rPr lang="en-US" sz="2700"/>
              <a:t>Which of the following is the most important aspect to </a:t>
            </a:r>
            <a:endParaRPr/>
          </a:p>
          <a:p>
            <a:pPr marL="0" indent="0">
              <a:buNone/>
              <a:defRPr/>
            </a:pPr>
            <a:r>
              <a:rPr lang="en-US" sz="2700"/>
              <a:t>    decide on the expertise of an Expert?</a:t>
            </a:r>
            <a:endParaRPr lang="en-US" sz="2400"/>
          </a:p>
          <a:p>
            <a:pPr lvl="1">
              <a:defRPr/>
            </a:pPr>
            <a:r>
              <a:rPr lang="en-US" sz="2400"/>
              <a:t>Expert forming the </a:t>
            </a:r>
            <a:r>
              <a:rPr lang="en-US" sz="2400">
                <a:highlight>
                  <a:srgbClr val="FFFF00"/>
                </a:highlight>
              </a:rPr>
              <a:t>Conflict Set </a:t>
            </a:r>
            <a:r>
              <a:rPr lang="en-US" sz="2400"/>
              <a:t>(symptoms, dialog)</a:t>
            </a:r>
            <a:endParaRPr/>
          </a:p>
          <a:p>
            <a:pPr lvl="1">
              <a:defRPr/>
            </a:pPr>
            <a:r>
              <a:rPr lang="en-US" sz="2400"/>
              <a:t>Conflict Resolution (setting priority order with rules)</a:t>
            </a:r>
            <a:endParaRPr/>
          </a:p>
          <a:p>
            <a:pPr lvl="1">
              <a:defRPr/>
            </a:pPr>
            <a:r>
              <a:rPr lang="en-US" sz="2400"/>
              <a:t>Missing information (of the selected rules)</a:t>
            </a:r>
            <a:endParaRPr/>
          </a:p>
          <a:p>
            <a:pPr lvl="1">
              <a:defRPr/>
            </a:pPr>
            <a:r>
              <a:rPr lang="en-US" sz="2400"/>
              <a:t>Alternate solution (having a solution, look for another)</a:t>
            </a:r>
            <a:endParaRPr/>
          </a:p>
          <a:p>
            <a:pPr lvl="1">
              <a:defRPr/>
            </a:pPr>
            <a:r>
              <a:rPr lang="en-US" sz="2400"/>
              <a:t>Uncertainty (when more than one solution)</a:t>
            </a:r>
            <a:endParaRPr/>
          </a:p>
          <a:p>
            <a:pPr lvl="1">
              <a:defRPr/>
            </a:pPr>
            <a:r>
              <a:rPr lang="en-US" sz="2400"/>
              <a:t>Explanation (based on the rule used)</a:t>
            </a:r>
            <a:endParaRPr/>
          </a:p>
          <a:p>
            <a:pPr>
              <a:defRPr/>
            </a:pPr>
            <a:r>
              <a:rPr lang="en-US" sz="2800"/>
              <a:t>Note: conflict set is usually updated dynamically</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6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383130508" name="Title 1"/>
          <p:cNvSpPr>
            <a:spLocks noChangeArrowheads="1" noGrp="1"/>
          </p:cNvSpPr>
          <p:nvPr>
            <p:ph type="title"/>
          </p:nvPr>
        </p:nvSpPr>
        <p:spPr bwMode="auto"/>
        <p:txBody>
          <a:bodyPr/>
          <a:lstStyle/>
          <a:p>
            <a:pPr>
              <a:defRPr/>
            </a:pPr>
            <a:endParaRPr lang="en-US"/>
          </a:p>
        </p:txBody>
      </p:sp>
      <p:sp>
        <p:nvSpPr>
          <p:cNvPr id="341734007" name="Content Placeholder 2"/>
          <p:cNvSpPr>
            <a:spLocks noChangeArrowheads="1" noGrp="1"/>
          </p:cNvSpPr>
          <p:nvPr>
            <p:ph idx="1"/>
          </p:nvPr>
        </p:nvSpPr>
        <p:spPr bwMode="auto">
          <a:xfrm>
            <a:off x="457200" y="1600200"/>
            <a:ext cx="8534400" cy="4530725"/>
          </a:xfrm>
        </p:spPr>
        <p:txBody>
          <a:bodyPr/>
          <a:lstStyle/>
          <a:p>
            <a:pPr>
              <a:defRPr/>
            </a:pPr>
            <a:r>
              <a:rPr lang="en-US"/>
              <a:t>In modern ChatGPT-like systems, the interaction process, like in ES, is called prompt engineering (conflict set)</a:t>
            </a:r>
            <a:endParaRPr/>
          </a:p>
          <a:p>
            <a:pPr>
              <a:defRPr/>
            </a:pPr>
            <a:r>
              <a:rPr lang="en-US"/>
              <a:t>Explain how prompt engineering works when a child meets a doctor? (accompanying father/mother)</a:t>
            </a:r>
            <a:endParaRPr/>
          </a:p>
          <a:p>
            <a:pPr marL="0" indent="0">
              <a:buNone/>
              <a:defRPr/>
            </a:pPr>
            <a:endParaRPr lang="en-US"/>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6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820831717" name="Title 1"/>
          <p:cNvSpPr>
            <a:spLocks noChangeArrowheads="1" noGrp="1"/>
          </p:cNvSpPr>
          <p:nvPr>
            <p:ph type="title"/>
          </p:nvPr>
        </p:nvSpPr>
        <p:spPr bwMode="auto"/>
        <p:txBody>
          <a:bodyPr/>
          <a:lstStyle/>
          <a:p>
            <a:pPr>
              <a:defRPr/>
            </a:pPr>
            <a:r>
              <a:rPr lang="en-US" b="1">
                <a:solidFill>
                  <a:srgbClr val="00B050"/>
                </a:solidFill>
              </a:rPr>
              <a:t>Exercise 13</a:t>
            </a:r>
            <a:endParaRPr/>
          </a:p>
        </p:txBody>
      </p:sp>
      <p:sp>
        <p:nvSpPr>
          <p:cNvPr id="1130895429" name="Content Placeholder 2"/>
          <p:cNvSpPr>
            <a:spLocks noChangeArrowheads="1" noGrp="1"/>
          </p:cNvSpPr>
          <p:nvPr>
            <p:ph idx="1"/>
          </p:nvPr>
        </p:nvSpPr>
        <p:spPr bwMode="auto">
          <a:xfrm>
            <a:off x="0" y="1295400"/>
            <a:ext cx="9296400" cy="5029200"/>
          </a:xfrm>
        </p:spPr>
        <p:txBody>
          <a:bodyPr/>
          <a:lstStyle/>
          <a:p>
            <a:pPr>
              <a:defRPr/>
            </a:pPr>
            <a:r>
              <a:rPr lang="en-US">
                <a:solidFill>
                  <a:srgbClr val="3333FF"/>
                </a:solidFill>
              </a:rPr>
              <a:t>Discuss how the following things can happen</a:t>
            </a:r>
            <a:endParaRPr/>
          </a:p>
          <a:p>
            <a:pPr lvl="1">
              <a:defRPr/>
            </a:pPr>
            <a:r>
              <a:rPr lang="en-US" sz="2400">
                <a:solidFill>
                  <a:srgbClr val="FF0000"/>
                </a:solidFill>
              </a:rPr>
              <a:t>How the execution of ES different from that of MIS</a:t>
            </a:r>
            <a:endParaRPr/>
          </a:p>
          <a:p>
            <a:pPr lvl="2">
              <a:defRPr/>
            </a:pPr>
            <a:r>
              <a:rPr lang="en-US">
                <a:solidFill>
                  <a:srgbClr val="3333FF"/>
                </a:solidFill>
              </a:rPr>
              <a:t>Conflict resolution (choice of correct rule/option)</a:t>
            </a:r>
            <a:endParaRPr/>
          </a:p>
          <a:p>
            <a:pPr lvl="1">
              <a:defRPr/>
            </a:pPr>
            <a:r>
              <a:rPr lang="en-US">
                <a:solidFill>
                  <a:srgbClr val="FF0000"/>
                </a:solidFill>
              </a:rPr>
              <a:t>How do ES handle missing information</a:t>
            </a:r>
            <a:endParaRPr/>
          </a:p>
          <a:p>
            <a:pPr lvl="2">
              <a:defRPr/>
            </a:pPr>
            <a:r>
              <a:rPr lang="en-US">
                <a:solidFill>
                  <a:srgbClr val="3333FF"/>
                </a:solidFill>
              </a:rPr>
              <a:t>Asking questions,  making assumptions, ignoring, using different/new sources (report, expert, past reports) </a:t>
            </a:r>
            <a:endParaRPr/>
          </a:p>
          <a:p>
            <a:pPr lvl="1">
              <a:defRPr/>
            </a:pPr>
            <a:r>
              <a:rPr lang="en-US">
                <a:solidFill>
                  <a:srgbClr val="FF0000"/>
                </a:solidFill>
              </a:rPr>
              <a:t>How do ES systems handle alternative solutions</a:t>
            </a:r>
            <a:endParaRPr/>
          </a:p>
          <a:p>
            <a:pPr lvl="2">
              <a:defRPr/>
            </a:pPr>
            <a:r>
              <a:rPr lang="en-US">
                <a:solidFill>
                  <a:srgbClr val="3333FF"/>
                </a:solidFill>
              </a:rPr>
              <a:t>ES needs additional information from the client or another source</a:t>
            </a:r>
            <a:endParaRPr/>
          </a:p>
          <a:p>
            <a:pPr lvl="2">
              <a:defRPr/>
            </a:pPr>
            <a:r>
              <a:rPr lang="en-US">
                <a:solidFill>
                  <a:srgbClr val="3333FF"/>
                </a:solidFill>
              </a:rPr>
              <a:t>Use a different rule from the conflict set of ES</a:t>
            </a:r>
            <a:endParaRPr/>
          </a:p>
          <a:p>
            <a:pPr lvl="2">
              <a:defRPr/>
            </a:pPr>
            <a:endParaRPr lang="en-US">
              <a:solidFill>
                <a:srgbClr val="3333FF"/>
              </a:solidFill>
            </a:endParaRPr>
          </a:p>
          <a:p>
            <a:pPr lvl="2">
              <a:defRPr/>
            </a:pPr>
            <a:endParaRPr lang="en-US">
              <a:solidFill>
                <a:srgbClr val="3333FF"/>
              </a:solidFill>
            </a:endParaRPr>
          </a:p>
          <a:p>
            <a:pPr marL="0" indent="0">
              <a:buFont typeface="Wingdings"/>
              <a:buNone/>
              <a:defRPr/>
            </a:pPr>
            <a:endParaRPr lang="en-US"/>
          </a:p>
          <a:p>
            <a:pPr>
              <a:defRPr/>
            </a:pPr>
            <a:endParaRPr lang="en-US"/>
          </a:p>
          <a:p>
            <a:pPr lvl="1">
              <a:defRPr/>
            </a:pPr>
            <a:endParaRPr lang="en-US"/>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6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096461957" name="Rectangle 2"/>
          <p:cNvSpPr>
            <a:spLocks noChangeArrowheads="1" noGrp="1"/>
          </p:cNvSpPr>
          <p:nvPr>
            <p:ph type="title"/>
          </p:nvPr>
        </p:nvSpPr>
        <p:spPr bwMode="auto"/>
        <p:txBody>
          <a:bodyPr/>
          <a:lstStyle/>
          <a:p>
            <a:pPr>
              <a:defRPr/>
            </a:pPr>
            <a:r>
              <a:rPr lang="en-US" b="1">
                <a:solidFill>
                  <a:srgbClr val="00B050"/>
                </a:solidFill>
              </a:rPr>
              <a:t>Exercise 14</a:t>
            </a:r>
            <a:endParaRPr/>
          </a:p>
        </p:txBody>
      </p:sp>
      <p:sp>
        <p:nvSpPr>
          <p:cNvPr id="547298790" name="Rectangle 3"/>
          <p:cNvSpPr>
            <a:spLocks noChangeArrowheads="1" noGrp="1"/>
          </p:cNvSpPr>
          <p:nvPr>
            <p:ph type="body" idx="1"/>
          </p:nvPr>
        </p:nvSpPr>
        <p:spPr bwMode="auto">
          <a:xfrm>
            <a:off x="152400" y="1081088"/>
            <a:ext cx="8915400" cy="4695825"/>
          </a:xfrm>
        </p:spPr>
        <p:txBody>
          <a:bodyPr/>
          <a:lstStyle/>
          <a:p>
            <a:pPr>
              <a:defRPr/>
            </a:pPr>
            <a:r>
              <a:rPr lang="en-US">
                <a:solidFill>
                  <a:srgbClr val="0070C0"/>
                </a:solidFill>
              </a:rPr>
              <a:t>Identify which of the following situations can be modeled by expert systems technology. In each case, give reasons</a:t>
            </a:r>
            <a:endParaRPr/>
          </a:p>
          <a:p>
            <a:pPr lvl="2">
              <a:defRPr/>
            </a:pPr>
            <a:r>
              <a:rPr lang="en-US">
                <a:solidFill>
                  <a:srgbClr val="FF0000"/>
                </a:solidFill>
              </a:rPr>
              <a:t>Hotel reservation system (alternative, uncertainty, explanations)  </a:t>
            </a:r>
            <a:endParaRPr/>
          </a:p>
          <a:p>
            <a:pPr lvl="2">
              <a:defRPr/>
            </a:pPr>
            <a:r>
              <a:rPr lang="en-US">
                <a:solidFill>
                  <a:srgbClr val="FF0000"/>
                </a:solidFill>
              </a:rPr>
              <a:t>Arithmetic calculations</a:t>
            </a:r>
            <a:endParaRPr/>
          </a:p>
          <a:p>
            <a:pPr lvl="2">
              <a:defRPr/>
            </a:pPr>
            <a:r>
              <a:rPr lang="en-US">
                <a:solidFill>
                  <a:srgbClr val="FF0000"/>
                </a:solidFill>
              </a:rPr>
              <a:t>Self-driven </a:t>
            </a:r>
            <a:endParaRPr/>
          </a:p>
          <a:p>
            <a:pPr lvl="2">
              <a:defRPr/>
            </a:pPr>
            <a:r>
              <a:rPr lang="en-US">
                <a:solidFill>
                  <a:srgbClr val="FF0000"/>
                </a:solidFill>
              </a:rPr>
              <a:t>Online purchase of books</a:t>
            </a:r>
            <a:endParaRPr/>
          </a:p>
          <a:p>
            <a:pPr lvl="2">
              <a:defRPr/>
            </a:pPr>
            <a:r>
              <a:rPr lang="en-US">
                <a:solidFill>
                  <a:srgbClr val="FF0000"/>
                </a:solidFill>
              </a:rPr>
              <a:t> e-Channeling</a:t>
            </a:r>
            <a:endParaRPr/>
          </a:p>
          <a:p>
            <a:pPr marL="449262" indent="-457200" algn="just">
              <a:defRPr/>
            </a:pPr>
            <a:r>
              <a:rPr lang="en-US" sz="2200">
                <a:solidFill>
                  <a:srgbClr val="0070C0"/>
                </a:solidFill>
              </a:rPr>
              <a:t>ES is suitable for any situation with incomplete information, requiring alternative solutions, explanations, and level uncertainty, which may be more like recommendations than exact answers </a:t>
            </a:r>
            <a:endParaRPr/>
          </a:p>
          <a:p>
            <a:pPr lvl="2">
              <a:defRPr/>
            </a:pPr>
            <a:endParaRPr lang="en-US">
              <a:solidFill>
                <a:srgbClr val="FF0000"/>
              </a:solidFill>
            </a:endParaRPr>
          </a:p>
          <a:p>
            <a:pPr lvl="2">
              <a:defRPr/>
            </a:pPr>
            <a:endParaRPr lang="en-US">
              <a:solidFill>
                <a:srgbClr val="00B050"/>
              </a:solidFill>
            </a:endParaRPr>
          </a:p>
          <a:p>
            <a:pPr marL="344487" lvl="1" indent="0">
              <a:buFont typeface="Wingdings"/>
              <a:buNone/>
              <a:defRPr/>
            </a:pPr>
            <a:endParaRPr lang="en-US">
              <a:solidFill>
                <a:srgbClr val="0070C0"/>
              </a:solidFill>
            </a:endParaRPr>
          </a:p>
          <a:p>
            <a:pPr>
              <a:defRPr/>
            </a:pPr>
            <a:endParaRPr lang="en-US">
              <a:solidFill>
                <a:srgbClr val="0070C0"/>
              </a:solidFill>
            </a:endParaRPr>
          </a:p>
          <a:p>
            <a:pPr>
              <a:defRPr/>
            </a:pPr>
            <a:endParaRPr lang="en-US">
              <a:solidFill>
                <a:srgbClr val="0070C0"/>
              </a:solidFil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6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735948965" name="Title 1"/>
          <p:cNvSpPr>
            <a:spLocks noChangeArrowheads="1" noGrp="1"/>
          </p:cNvSpPr>
          <p:nvPr>
            <p:ph type="title"/>
          </p:nvPr>
        </p:nvSpPr>
        <p:spPr bwMode="auto"/>
        <p:txBody>
          <a:bodyPr/>
          <a:lstStyle/>
          <a:p>
            <a:pPr>
              <a:defRPr/>
            </a:pPr>
            <a:r>
              <a:rPr lang="en-US" b="1">
                <a:solidFill>
                  <a:srgbClr val="00B050"/>
                </a:solidFill>
              </a:rPr>
              <a:t>Homework </a:t>
            </a:r>
            <a:endParaRPr/>
          </a:p>
        </p:txBody>
      </p:sp>
      <p:sp>
        <p:nvSpPr>
          <p:cNvPr id="1573054587" name="Content Placeholder 2"/>
          <p:cNvSpPr>
            <a:spLocks noGrp="1"/>
          </p:cNvSpPr>
          <p:nvPr>
            <p:ph idx="1"/>
          </p:nvPr>
        </p:nvSpPr>
        <p:spPr bwMode="auto">
          <a:xfrm>
            <a:off x="152400" y="1385888"/>
            <a:ext cx="8686800" cy="4530725"/>
          </a:xfrm>
        </p:spPr>
        <p:txBody>
          <a:bodyPr/>
          <a:lstStyle/>
          <a:p>
            <a:pPr>
              <a:defRPr/>
            </a:pPr>
            <a:r>
              <a:rPr lang="en-US" sz="2800">
                <a:solidFill>
                  <a:srgbClr val="0070C0"/>
                </a:solidFill>
              </a:rPr>
              <a:t>Study how Watson, Google Assistant-like software, differs from conventional Expert Systems</a:t>
            </a:r>
            <a:endParaRPr/>
          </a:p>
          <a:p>
            <a:pPr>
              <a:defRPr/>
            </a:pPr>
            <a:endParaRPr lang="en-US" sz="2800">
              <a:solidFill>
                <a:srgbClr val="0070C0"/>
              </a:solidFill>
            </a:endParaRPr>
          </a:p>
          <a:p>
            <a:pPr>
              <a:defRPr/>
            </a:pPr>
            <a:r>
              <a:rPr lang="en-US" sz="2800">
                <a:solidFill>
                  <a:srgbClr val="0070C0"/>
                </a:solidFill>
              </a:rPr>
              <a:t>What is the main difference between classical ES and modern ES like Chatbots/Watson?</a:t>
            </a:r>
            <a:endParaRPr/>
          </a:p>
          <a:p>
            <a:pPr>
              <a:defRPr/>
            </a:pPr>
            <a:endParaRPr lang="en-US" sz="2800">
              <a:solidFill>
                <a:srgbClr val="0070C0"/>
              </a:solidFill>
            </a:endParaRPr>
          </a:p>
          <a:p>
            <a:pPr>
              <a:defRPr/>
            </a:pPr>
            <a:r>
              <a:rPr lang="en-US" sz="2800">
                <a:solidFill>
                  <a:srgbClr val="0070C0"/>
                </a:solidFill>
              </a:rPr>
              <a:t>Identify related ES features for the following symbolic AI solution </a:t>
            </a:r>
            <a:endParaRPr/>
          </a:p>
          <a:p>
            <a:pPr>
              <a:defRPr/>
            </a:pPr>
            <a:r>
              <a:rPr lang="en-US">
                <a:solidFill>
                  <a:srgbClr val="0070C0"/>
                </a:solidFill>
              </a:rPr>
              <a:t>ES, NLP, Robotics, Game</a:t>
            </a:r>
            <a:endParaRPr/>
          </a:p>
          <a:p>
            <a:pPr marL="0" indent="0">
              <a:buFont typeface="Wingdings"/>
              <a:buNone/>
              <a:defRPr/>
            </a:pPr>
            <a:r>
              <a:rPr lang="en-US">
                <a:solidFill>
                  <a:srgbClr val="0070C0"/>
                </a:solidFill>
              </a:rPr>
              <a:t> </a:t>
            </a:r>
            <a:endParaRPr/>
          </a:p>
          <a:p>
            <a:pPr marL="0" indent="0">
              <a:buFont typeface="Wingdings"/>
              <a:buNone/>
              <a:defRPr/>
            </a:pPr>
            <a:endParaRPr lang="en-US">
              <a:solidFill>
                <a:srgbClr val="0070C0"/>
              </a:solidFill>
            </a:endParaRPr>
          </a:p>
          <a:p>
            <a:pPr marL="0" indent="0">
              <a:buFont typeface="Wingdings"/>
              <a:buNone/>
              <a:defRPr/>
            </a:pPr>
            <a:r>
              <a:rPr lang="en-US">
                <a:solidFill>
                  <a:srgbClr val="0070C0"/>
                </a:solidFill>
              </a:rPr>
              <a:t> </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7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861521801" name="Title 1"/>
          <p:cNvSpPr>
            <a:spLocks noChangeArrowheads="1" noGrp="1"/>
          </p:cNvSpPr>
          <p:nvPr>
            <p:ph type="title"/>
          </p:nvPr>
        </p:nvSpPr>
        <p:spPr bwMode="auto"/>
        <p:txBody>
          <a:bodyPr/>
          <a:lstStyle/>
          <a:p>
            <a:pPr>
              <a:defRPr/>
            </a:pPr>
            <a:r>
              <a:rPr lang="en-US" b="1">
                <a:solidFill>
                  <a:srgbClr val="00B050"/>
                </a:solidFill>
              </a:rPr>
              <a:t>Exercise 15</a:t>
            </a:r>
            <a:endParaRPr/>
          </a:p>
        </p:txBody>
      </p:sp>
      <p:sp>
        <p:nvSpPr>
          <p:cNvPr id="75522934" name="Content Placeholder 2"/>
          <p:cNvSpPr>
            <a:spLocks noChangeArrowheads="1" noGrp="1"/>
          </p:cNvSpPr>
          <p:nvPr>
            <p:ph idx="1"/>
          </p:nvPr>
        </p:nvSpPr>
        <p:spPr bwMode="auto">
          <a:xfrm>
            <a:off x="0" y="1433513"/>
            <a:ext cx="9093200" cy="4530725"/>
          </a:xfrm>
        </p:spPr>
        <p:txBody>
          <a:bodyPr/>
          <a:lstStyle/>
          <a:p>
            <a:pPr>
              <a:defRPr/>
            </a:pPr>
            <a:r>
              <a:rPr lang="en-US" u="sng">
                <a:solidFill>
                  <a:srgbClr val="0070C0"/>
                </a:solidFill>
              </a:rPr>
              <a:t>Identify</a:t>
            </a:r>
            <a:r>
              <a:rPr lang="en-US">
                <a:solidFill>
                  <a:srgbClr val="0070C0"/>
                </a:solidFill>
              </a:rPr>
              <a:t> methods that an Expert System could use to handle missing information</a:t>
            </a:r>
            <a:endParaRPr/>
          </a:p>
          <a:p>
            <a:pPr lvl="1">
              <a:defRPr/>
            </a:pPr>
            <a:r>
              <a:rPr lang="en-US">
                <a:solidFill>
                  <a:srgbClr val="0070C0"/>
                </a:solidFill>
              </a:rPr>
              <a:t>Asking questions</a:t>
            </a:r>
            <a:endParaRPr/>
          </a:p>
          <a:p>
            <a:pPr lvl="1">
              <a:defRPr/>
            </a:pPr>
            <a:r>
              <a:rPr lang="en-US">
                <a:solidFill>
                  <a:srgbClr val="0070C0"/>
                </a:solidFill>
              </a:rPr>
              <a:t>Assumptions</a:t>
            </a:r>
            <a:endParaRPr/>
          </a:p>
          <a:p>
            <a:pPr lvl="1">
              <a:defRPr/>
            </a:pPr>
            <a:r>
              <a:rPr lang="en-US">
                <a:solidFill>
                  <a:srgbClr val="0070C0"/>
                </a:solidFill>
              </a:rPr>
              <a:t>Ignore/Guess (imagine)</a:t>
            </a:r>
            <a:endParaRPr/>
          </a:p>
          <a:p>
            <a:pPr lvl="1">
              <a:defRPr/>
            </a:pPr>
            <a:r>
              <a:rPr lang="en-US">
                <a:solidFill>
                  <a:srgbClr val="0070C0"/>
                </a:solidFill>
              </a:rPr>
              <a:t>Getting from an external source, like a medical report</a:t>
            </a:r>
            <a:endParaRPr/>
          </a:p>
          <a:p>
            <a:pPr>
              <a:defRPr/>
            </a:pPr>
            <a:r>
              <a:rPr lang="en-US">
                <a:solidFill>
                  <a:srgbClr val="0070C0"/>
                </a:solidFill>
              </a:rPr>
              <a:t>Describe how Expert Systems technology can address the issue of explainability in ML solutions. </a:t>
            </a:r>
            <a:endParaRPr/>
          </a:p>
          <a:p>
            <a:pPr>
              <a:defRPr/>
            </a:pPr>
            <a:endParaRPr lang="en-US">
              <a:solidFill>
                <a:srgbClr val="0070C0"/>
              </a:solidFil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7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103887019" name="Title 1"/>
          <p:cNvSpPr>
            <a:spLocks noChangeArrowheads="1" noGrp="1"/>
          </p:cNvSpPr>
          <p:nvPr>
            <p:ph type="title"/>
          </p:nvPr>
        </p:nvSpPr>
        <p:spPr bwMode="auto"/>
        <p:txBody>
          <a:bodyPr/>
          <a:lstStyle/>
          <a:p>
            <a:pPr>
              <a:defRPr/>
            </a:pPr>
            <a:r>
              <a:rPr lang="en-US" b="1">
                <a:solidFill>
                  <a:srgbClr val="00B050"/>
                </a:solidFill>
              </a:rPr>
              <a:t>Assignment</a:t>
            </a:r>
            <a:endParaRPr/>
          </a:p>
        </p:txBody>
      </p:sp>
      <p:sp>
        <p:nvSpPr>
          <p:cNvPr id="2001591272" name="Content Placeholder 2"/>
          <p:cNvSpPr>
            <a:spLocks noChangeArrowheads="1" noGrp="1"/>
          </p:cNvSpPr>
          <p:nvPr>
            <p:ph idx="1"/>
          </p:nvPr>
        </p:nvSpPr>
        <p:spPr bwMode="auto">
          <a:xfrm>
            <a:off x="457200" y="1600200"/>
            <a:ext cx="8839200" cy="4530725"/>
          </a:xfrm>
        </p:spPr>
        <p:txBody>
          <a:bodyPr/>
          <a:lstStyle/>
          <a:p>
            <a:pPr>
              <a:defRPr/>
            </a:pPr>
            <a:r>
              <a:rPr lang="en-US">
                <a:solidFill>
                  <a:srgbClr val="3333FF"/>
                </a:solidFill>
              </a:rPr>
              <a:t>Download an Expert System Shell and study how to build an Expert System.</a:t>
            </a:r>
            <a:endParaRPr/>
          </a:p>
          <a:p>
            <a:pPr>
              <a:defRPr/>
            </a:pPr>
            <a:r>
              <a:rPr lang="en-US">
                <a:solidFill>
                  <a:srgbClr val="3333FF"/>
                </a:solidFill>
              </a:rPr>
              <a:t>Build an expert system concerning </a:t>
            </a:r>
            <a:r>
              <a:rPr lang="en-US">
                <a:solidFill>
                  <a:srgbClr val="3333FF"/>
                </a:solidFill>
                <a:highlight>
                  <a:srgbClr val="FFFF00"/>
                </a:highlight>
              </a:rPr>
              <a:t>local context </a:t>
            </a:r>
            <a:r>
              <a:rPr lang="en-US">
                <a:solidFill>
                  <a:srgbClr val="3333FF"/>
                </a:solidFill>
              </a:rPr>
              <a:t>and do a demonstration.</a:t>
            </a:r>
            <a:endParaRPr/>
          </a:p>
          <a:p>
            <a:pPr lvl="1">
              <a:defRPr/>
            </a:pPr>
            <a:r>
              <a:rPr lang="en-US">
                <a:solidFill>
                  <a:srgbClr val="FF0000"/>
                </a:solidFill>
              </a:rPr>
              <a:t>More marks will be given for the choice of a good local application to construct an expert system</a:t>
            </a:r>
            <a:endParaRPr/>
          </a:p>
          <a:p>
            <a:pPr lvl="1">
              <a:defRPr/>
            </a:pPr>
            <a:r>
              <a:rPr lang="en-US">
                <a:solidFill>
                  <a:srgbClr val="FF0000"/>
                </a:solidFill>
              </a:rPr>
              <a:t>It should demonstrate the essential characteristics of an ES.</a:t>
            </a:r>
            <a:endParaRPr/>
          </a:p>
          <a:p>
            <a:pPr marL="0" indent="0">
              <a:buFont typeface="Wingdings"/>
              <a:buNone/>
              <a:defRPr/>
            </a:pPr>
            <a:endParaRPr lang="en-US">
              <a:solidFill>
                <a:srgbClr val="3333FF"/>
              </a:solidFill>
            </a:endParaRPr>
          </a:p>
          <a:p>
            <a:pPr>
              <a:defRPr/>
            </a:pPr>
            <a:endParaRPr lang="en-US">
              <a:solidFill>
                <a:srgbClr val="3333FF"/>
              </a:solidFill>
            </a:endParaRPr>
          </a:p>
          <a:p>
            <a:pPr>
              <a:defRPr/>
            </a:pPr>
            <a:endParaRPr lang="en-US">
              <a:solidFill>
                <a:srgbClr val="3333FF"/>
              </a:solidFil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7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884581521" name="Rectangle 2"/>
          <p:cNvSpPr>
            <a:spLocks noChangeArrowheads="1" noGrp="1"/>
          </p:cNvSpPr>
          <p:nvPr>
            <p:ph type="title"/>
          </p:nvPr>
        </p:nvSpPr>
        <p:spPr bwMode="auto">
          <a:xfrm>
            <a:off x="457200" y="277813"/>
            <a:ext cx="8686800" cy="1139825"/>
          </a:xfrm>
        </p:spPr>
        <p:txBody>
          <a:bodyPr/>
          <a:lstStyle/>
          <a:p>
            <a:pPr>
              <a:defRPr/>
            </a:pPr>
            <a:r>
              <a:rPr lang="en-US" sz="3600" b="1">
                <a:solidFill>
                  <a:srgbClr val="00B050"/>
                </a:solidFill>
              </a:rPr>
              <a:t>Anatomy (Architecture)  of Expert Systems</a:t>
            </a:r>
            <a:endParaRPr/>
          </a:p>
        </p:txBody>
      </p:sp>
      <p:sp>
        <p:nvSpPr>
          <p:cNvPr id="1904853681" name="Rectangle 4"/>
          <p:cNvSpPr>
            <a:spLocks noChangeArrowheads="1"/>
          </p:cNvSpPr>
          <p:nvPr/>
        </p:nvSpPr>
        <p:spPr bwMode="auto">
          <a:xfrm>
            <a:off x="1828800" y="1281113"/>
            <a:ext cx="3657600" cy="838200"/>
          </a:xfrm>
          <a:prstGeom prst="rect">
            <a:avLst/>
          </a:prstGeom>
          <a:solidFill>
            <a:schemeClr val="bg1">
              <a:lumMod val="85000"/>
            </a:schemeClr>
          </a:solidFill>
          <a:ln w="9525">
            <a:solidFill>
              <a:srgbClr val="0000FF"/>
            </a:solidFill>
            <a:miter lim="800000"/>
            <a:headEnd/>
            <a:tailEnd/>
          </a:ln>
        </p:spPr>
        <p:txBody>
          <a:bodyPr wrap="none" anchor="ctr"/>
          <a:lstStyle>
            <a:lvl1pPr>
              <a:spcBef>
                <a:spcPts val="0"/>
              </a:spcBef>
              <a:buClr>
                <a:schemeClr val="accent1"/>
              </a:buClr>
              <a:buSzPct val="65000"/>
              <a:buFont typeface="Wingdings"/>
              <a:buChar char="n"/>
              <a:defRPr sz="3000">
                <a:solidFill>
                  <a:schemeClr val="tx1"/>
                </a:solidFill>
                <a:latin typeface="Arial"/>
              </a:defRPr>
            </a:lvl1pPr>
            <a:lvl2pPr marL="742950" indent="-285750">
              <a:spcBef>
                <a:spcPts val="0"/>
              </a:spcBef>
              <a:buClr>
                <a:schemeClr val="accent2"/>
              </a:buClr>
              <a:buSzPct val="60000"/>
              <a:buFont typeface="Wingdings"/>
              <a:buChar char="q"/>
              <a:defRPr sz="2600">
                <a:solidFill>
                  <a:schemeClr val="tx1"/>
                </a:solidFill>
                <a:latin typeface="Arial"/>
              </a:defRPr>
            </a:lvl2pPr>
            <a:lvl3pPr marL="1143000" indent="-228600">
              <a:spcBef>
                <a:spcPts val="0"/>
              </a:spcBef>
              <a:buClr>
                <a:schemeClr val="accent1"/>
              </a:buClr>
              <a:buSzPct val="65000"/>
              <a:buFont typeface="Wingdings"/>
              <a:buChar char="n"/>
              <a:defRPr sz="2200">
                <a:solidFill>
                  <a:schemeClr val="tx1"/>
                </a:solidFill>
                <a:latin typeface="Arial"/>
              </a:defRPr>
            </a:lvl3pPr>
            <a:lvl4pPr marL="1600200" indent="-228600">
              <a:spcBef>
                <a:spcPts val="0"/>
              </a:spcBef>
              <a:buClr>
                <a:schemeClr val="accent2"/>
              </a:buClr>
              <a:buSzPct val="70000"/>
              <a:buFont typeface="Wingdings"/>
              <a:buChar char="q"/>
              <a:defRPr sz="2000">
                <a:solidFill>
                  <a:schemeClr val="tx1"/>
                </a:solidFill>
                <a:latin typeface="Arial"/>
              </a:defRPr>
            </a:lvl4pPr>
            <a:lvl5pPr marL="2057400" indent="-228600">
              <a:spcBef>
                <a:spcPts val="0"/>
              </a:spcBef>
              <a:buClr>
                <a:schemeClr val="accent1"/>
              </a:buClr>
              <a:buSzPct val="75000"/>
              <a:buFont typeface="Wingdings"/>
              <a:buChar char="§"/>
              <a:defRPr sz="2000">
                <a:solidFill>
                  <a:schemeClr val="tx1"/>
                </a:solidFill>
                <a:latin typeface="Arial"/>
              </a:defRPr>
            </a:lvl5pPr>
            <a:lvl6pPr marL="2514600" indent="-228600">
              <a:spcBef>
                <a:spcPts val="0"/>
              </a:spcBef>
              <a:spcAft>
                <a:spcPts val="0"/>
              </a:spcAft>
              <a:buClr>
                <a:schemeClr val="accent1"/>
              </a:buClr>
              <a:buSzPct val="75000"/>
              <a:buFont typeface="Wingdings"/>
              <a:buChar char="§"/>
              <a:defRPr sz="2000">
                <a:solidFill>
                  <a:schemeClr val="tx1"/>
                </a:solidFill>
                <a:latin typeface="Arial"/>
              </a:defRPr>
            </a:lvl6pPr>
            <a:lvl7pPr marL="2971800" indent="-228600">
              <a:spcBef>
                <a:spcPts val="0"/>
              </a:spcBef>
              <a:spcAft>
                <a:spcPts val="0"/>
              </a:spcAft>
              <a:buClr>
                <a:schemeClr val="accent1"/>
              </a:buClr>
              <a:buSzPct val="75000"/>
              <a:buFont typeface="Wingdings"/>
              <a:buChar char="§"/>
              <a:defRPr sz="2000">
                <a:solidFill>
                  <a:schemeClr val="tx1"/>
                </a:solidFill>
                <a:latin typeface="Arial"/>
              </a:defRPr>
            </a:lvl7pPr>
            <a:lvl8pPr marL="3429000" indent="-228600">
              <a:spcBef>
                <a:spcPts val="0"/>
              </a:spcBef>
              <a:spcAft>
                <a:spcPts val="0"/>
              </a:spcAft>
              <a:buClr>
                <a:schemeClr val="accent1"/>
              </a:buClr>
              <a:buSzPct val="75000"/>
              <a:buFont typeface="Wingdings"/>
              <a:buChar char="§"/>
              <a:defRPr sz="2000">
                <a:solidFill>
                  <a:schemeClr val="tx1"/>
                </a:solidFill>
                <a:latin typeface="Arial"/>
              </a:defRPr>
            </a:lvl8pPr>
            <a:lvl9pPr marL="3886200" indent="-228600">
              <a:spcBef>
                <a:spcPts val="0"/>
              </a:spcBef>
              <a:spcAft>
                <a:spcPts val="0"/>
              </a:spcAft>
              <a:buClr>
                <a:schemeClr val="accent1"/>
              </a:buClr>
              <a:buSzPct val="75000"/>
              <a:buFont typeface="Wingdings"/>
              <a:buChar char="§"/>
              <a:defRPr sz="2000">
                <a:solidFill>
                  <a:schemeClr val="tx1"/>
                </a:solidFill>
                <a:latin typeface="Arial"/>
              </a:defRPr>
            </a:lvl9pPr>
          </a:lstStyle>
          <a:p>
            <a:pPr algn="ctr">
              <a:spcBef>
                <a:spcPts val="0"/>
              </a:spcBef>
              <a:buClrTx/>
              <a:buSzTx/>
              <a:buFontTx/>
              <a:buNone/>
              <a:defRPr/>
            </a:pPr>
            <a:r>
              <a:rPr lang="en-US" sz="2800">
                <a:solidFill>
                  <a:srgbClr val="FF0000"/>
                </a:solidFill>
              </a:rPr>
              <a:t>User Interface</a:t>
            </a:r>
            <a:endParaRPr/>
          </a:p>
        </p:txBody>
      </p:sp>
      <p:sp>
        <p:nvSpPr>
          <p:cNvPr id="997441866" name="Rectangle 5"/>
          <p:cNvSpPr>
            <a:spLocks noChangeArrowheads="1"/>
          </p:cNvSpPr>
          <p:nvPr/>
        </p:nvSpPr>
        <p:spPr bwMode="auto">
          <a:xfrm>
            <a:off x="1828800" y="2898775"/>
            <a:ext cx="3733800" cy="1139825"/>
          </a:xfrm>
          <a:prstGeom prst="rect">
            <a:avLst/>
          </a:prstGeom>
          <a:solidFill>
            <a:schemeClr val="tx2">
              <a:lumMod val="60000"/>
              <a:lumOff val="40000"/>
            </a:schemeClr>
          </a:solidFill>
          <a:ln w="9525">
            <a:solidFill>
              <a:srgbClr val="0000FF"/>
            </a:solidFill>
            <a:miter lim="800000"/>
            <a:headEnd/>
            <a:tailEnd/>
          </a:ln>
        </p:spPr>
        <p:txBody>
          <a:bodyPr wrap="none" anchor="ctr"/>
          <a:lstStyle>
            <a:lvl1pPr>
              <a:spcBef>
                <a:spcPts val="0"/>
              </a:spcBef>
              <a:buClr>
                <a:schemeClr val="accent1"/>
              </a:buClr>
              <a:buSzPct val="65000"/>
              <a:buFont typeface="Wingdings"/>
              <a:buChar char="n"/>
              <a:defRPr sz="3000">
                <a:solidFill>
                  <a:schemeClr val="tx1"/>
                </a:solidFill>
                <a:latin typeface="Arial"/>
              </a:defRPr>
            </a:lvl1pPr>
            <a:lvl2pPr marL="742950" indent="-285750">
              <a:spcBef>
                <a:spcPts val="0"/>
              </a:spcBef>
              <a:buClr>
                <a:schemeClr val="accent2"/>
              </a:buClr>
              <a:buSzPct val="60000"/>
              <a:buFont typeface="Wingdings"/>
              <a:buChar char="q"/>
              <a:defRPr sz="2600">
                <a:solidFill>
                  <a:schemeClr val="tx1"/>
                </a:solidFill>
                <a:latin typeface="Arial"/>
              </a:defRPr>
            </a:lvl2pPr>
            <a:lvl3pPr marL="1143000" indent="-228600">
              <a:spcBef>
                <a:spcPts val="0"/>
              </a:spcBef>
              <a:buClr>
                <a:schemeClr val="accent1"/>
              </a:buClr>
              <a:buSzPct val="65000"/>
              <a:buFont typeface="Wingdings"/>
              <a:buChar char="n"/>
              <a:defRPr sz="2200">
                <a:solidFill>
                  <a:schemeClr val="tx1"/>
                </a:solidFill>
                <a:latin typeface="Arial"/>
              </a:defRPr>
            </a:lvl3pPr>
            <a:lvl4pPr marL="1600200" indent="-228600">
              <a:spcBef>
                <a:spcPts val="0"/>
              </a:spcBef>
              <a:buClr>
                <a:schemeClr val="accent2"/>
              </a:buClr>
              <a:buSzPct val="70000"/>
              <a:buFont typeface="Wingdings"/>
              <a:buChar char="q"/>
              <a:defRPr sz="2000">
                <a:solidFill>
                  <a:schemeClr val="tx1"/>
                </a:solidFill>
                <a:latin typeface="Arial"/>
              </a:defRPr>
            </a:lvl4pPr>
            <a:lvl5pPr marL="2057400" indent="-228600">
              <a:spcBef>
                <a:spcPts val="0"/>
              </a:spcBef>
              <a:buClr>
                <a:schemeClr val="accent1"/>
              </a:buClr>
              <a:buSzPct val="75000"/>
              <a:buFont typeface="Wingdings"/>
              <a:buChar char="§"/>
              <a:defRPr sz="2000">
                <a:solidFill>
                  <a:schemeClr val="tx1"/>
                </a:solidFill>
                <a:latin typeface="Arial"/>
              </a:defRPr>
            </a:lvl5pPr>
            <a:lvl6pPr marL="2514600" indent="-228600">
              <a:spcBef>
                <a:spcPts val="0"/>
              </a:spcBef>
              <a:spcAft>
                <a:spcPts val="0"/>
              </a:spcAft>
              <a:buClr>
                <a:schemeClr val="accent1"/>
              </a:buClr>
              <a:buSzPct val="75000"/>
              <a:buFont typeface="Wingdings"/>
              <a:buChar char="§"/>
              <a:defRPr sz="2000">
                <a:solidFill>
                  <a:schemeClr val="tx1"/>
                </a:solidFill>
                <a:latin typeface="Arial"/>
              </a:defRPr>
            </a:lvl6pPr>
            <a:lvl7pPr marL="2971800" indent="-228600">
              <a:spcBef>
                <a:spcPts val="0"/>
              </a:spcBef>
              <a:spcAft>
                <a:spcPts val="0"/>
              </a:spcAft>
              <a:buClr>
                <a:schemeClr val="accent1"/>
              </a:buClr>
              <a:buSzPct val="75000"/>
              <a:buFont typeface="Wingdings"/>
              <a:buChar char="§"/>
              <a:defRPr sz="2000">
                <a:solidFill>
                  <a:schemeClr val="tx1"/>
                </a:solidFill>
                <a:latin typeface="Arial"/>
              </a:defRPr>
            </a:lvl7pPr>
            <a:lvl8pPr marL="3429000" indent="-228600">
              <a:spcBef>
                <a:spcPts val="0"/>
              </a:spcBef>
              <a:spcAft>
                <a:spcPts val="0"/>
              </a:spcAft>
              <a:buClr>
                <a:schemeClr val="accent1"/>
              </a:buClr>
              <a:buSzPct val="75000"/>
              <a:buFont typeface="Wingdings"/>
              <a:buChar char="§"/>
              <a:defRPr sz="2000">
                <a:solidFill>
                  <a:schemeClr val="tx1"/>
                </a:solidFill>
                <a:latin typeface="Arial"/>
              </a:defRPr>
            </a:lvl8pPr>
            <a:lvl9pPr marL="3886200" indent="-228600">
              <a:spcBef>
                <a:spcPts val="0"/>
              </a:spcBef>
              <a:spcAft>
                <a:spcPts val="0"/>
              </a:spcAft>
              <a:buClr>
                <a:schemeClr val="accent1"/>
              </a:buClr>
              <a:buSzPct val="75000"/>
              <a:buFont typeface="Wingdings"/>
              <a:buChar char="§"/>
              <a:defRPr sz="2000">
                <a:solidFill>
                  <a:schemeClr val="tx1"/>
                </a:solidFill>
                <a:latin typeface="Arial"/>
              </a:defRPr>
            </a:lvl9pPr>
          </a:lstStyle>
          <a:p>
            <a:pPr algn="ctr">
              <a:spcBef>
                <a:spcPts val="0"/>
              </a:spcBef>
              <a:buClrTx/>
              <a:buSzTx/>
              <a:buFontTx/>
              <a:buNone/>
              <a:defRPr/>
            </a:pPr>
            <a:r>
              <a:rPr lang="en-US" sz="2800">
                <a:solidFill>
                  <a:srgbClr val="FF0000"/>
                </a:solidFill>
              </a:rPr>
              <a:t>Inference Engine</a:t>
            </a:r>
            <a:endParaRPr/>
          </a:p>
          <a:p>
            <a:pPr algn="ctr">
              <a:spcBef>
                <a:spcPts val="0"/>
              </a:spcBef>
              <a:buClrTx/>
              <a:buSzTx/>
              <a:buFontTx/>
              <a:buNone/>
              <a:defRPr/>
            </a:pPr>
            <a:r>
              <a:rPr lang="en-US" sz="2200">
                <a:solidFill>
                  <a:srgbClr val="FF0000"/>
                </a:solidFill>
              </a:rPr>
              <a:t>Problem-solving knowledge</a:t>
            </a:r>
            <a:endParaRPr/>
          </a:p>
        </p:txBody>
      </p:sp>
      <p:sp>
        <p:nvSpPr>
          <p:cNvPr id="106427518" name="Rectangle 6"/>
          <p:cNvSpPr>
            <a:spLocks noChangeArrowheads="1"/>
          </p:cNvSpPr>
          <p:nvPr/>
        </p:nvSpPr>
        <p:spPr bwMode="auto">
          <a:xfrm>
            <a:off x="1828800" y="4572000"/>
            <a:ext cx="3733800" cy="914400"/>
          </a:xfrm>
          <a:prstGeom prst="rect">
            <a:avLst/>
          </a:prstGeom>
          <a:solidFill>
            <a:srgbClr val="FF99FF"/>
          </a:solidFill>
          <a:ln w="9525">
            <a:solidFill>
              <a:srgbClr val="0000FF"/>
            </a:solidFill>
            <a:miter lim="800000"/>
            <a:headEnd/>
            <a:tailEnd/>
          </a:ln>
        </p:spPr>
        <p:txBody>
          <a:bodyPr wrap="none" anchor="ctr"/>
          <a:lstStyle>
            <a:lvl1pPr>
              <a:spcBef>
                <a:spcPts val="0"/>
              </a:spcBef>
              <a:buClr>
                <a:schemeClr val="accent1"/>
              </a:buClr>
              <a:buSzPct val="65000"/>
              <a:buFont typeface="Wingdings"/>
              <a:buChar char="n"/>
              <a:defRPr sz="3000">
                <a:solidFill>
                  <a:schemeClr val="tx1"/>
                </a:solidFill>
                <a:latin typeface="Arial"/>
              </a:defRPr>
            </a:lvl1pPr>
            <a:lvl2pPr marL="742950" indent="-285750">
              <a:spcBef>
                <a:spcPts val="0"/>
              </a:spcBef>
              <a:buClr>
                <a:schemeClr val="accent2"/>
              </a:buClr>
              <a:buSzPct val="60000"/>
              <a:buFont typeface="Wingdings"/>
              <a:buChar char="q"/>
              <a:defRPr sz="2600">
                <a:solidFill>
                  <a:schemeClr val="tx1"/>
                </a:solidFill>
                <a:latin typeface="Arial"/>
              </a:defRPr>
            </a:lvl2pPr>
            <a:lvl3pPr marL="1143000" indent="-228600">
              <a:spcBef>
                <a:spcPts val="0"/>
              </a:spcBef>
              <a:buClr>
                <a:schemeClr val="accent1"/>
              </a:buClr>
              <a:buSzPct val="65000"/>
              <a:buFont typeface="Wingdings"/>
              <a:buChar char="n"/>
              <a:defRPr sz="2200">
                <a:solidFill>
                  <a:schemeClr val="tx1"/>
                </a:solidFill>
                <a:latin typeface="Arial"/>
              </a:defRPr>
            </a:lvl3pPr>
            <a:lvl4pPr marL="1600200" indent="-228600">
              <a:spcBef>
                <a:spcPts val="0"/>
              </a:spcBef>
              <a:buClr>
                <a:schemeClr val="accent2"/>
              </a:buClr>
              <a:buSzPct val="70000"/>
              <a:buFont typeface="Wingdings"/>
              <a:buChar char="q"/>
              <a:defRPr sz="2000">
                <a:solidFill>
                  <a:schemeClr val="tx1"/>
                </a:solidFill>
                <a:latin typeface="Arial"/>
              </a:defRPr>
            </a:lvl4pPr>
            <a:lvl5pPr marL="2057400" indent="-228600">
              <a:spcBef>
                <a:spcPts val="0"/>
              </a:spcBef>
              <a:buClr>
                <a:schemeClr val="accent1"/>
              </a:buClr>
              <a:buSzPct val="75000"/>
              <a:buFont typeface="Wingdings"/>
              <a:buChar char="§"/>
              <a:defRPr sz="2000">
                <a:solidFill>
                  <a:schemeClr val="tx1"/>
                </a:solidFill>
                <a:latin typeface="Arial"/>
              </a:defRPr>
            </a:lvl5pPr>
            <a:lvl6pPr marL="2514600" indent="-228600">
              <a:spcBef>
                <a:spcPts val="0"/>
              </a:spcBef>
              <a:spcAft>
                <a:spcPts val="0"/>
              </a:spcAft>
              <a:buClr>
                <a:schemeClr val="accent1"/>
              </a:buClr>
              <a:buSzPct val="75000"/>
              <a:buFont typeface="Wingdings"/>
              <a:buChar char="§"/>
              <a:defRPr sz="2000">
                <a:solidFill>
                  <a:schemeClr val="tx1"/>
                </a:solidFill>
                <a:latin typeface="Arial"/>
              </a:defRPr>
            </a:lvl6pPr>
            <a:lvl7pPr marL="2971800" indent="-228600">
              <a:spcBef>
                <a:spcPts val="0"/>
              </a:spcBef>
              <a:spcAft>
                <a:spcPts val="0"/>
              </a:spcAft>
              <a:buClr>
                <a:schemeClr val="accent1"/>
              </a:buClr>
              <a:buSzPct val="75000"/>
              <a:buFont typeface="Wingdings"/>
              <a:buChar char="§"/>
              <a:defRPr sz="2000">
                <a:solidFill>
                  <a:schemeClr val="tx1"/>
                </a:solidFill>
                <a:latin typeface="Arial"/>
              </a:defRPr>
            </a:lvl7pPr>
            <a:lvl8pPr marL="3429000" indent="-228600">
              <a:spcBef>
                <a:spcPts val="0"/>
              </a:spcBef>
              <a:spcAft>
                <a:spcPts val="0"/>
              </a:spcAft>
              <a:buClr>
                <a:schemeClr val="accent1"/>
              </a:buClr>
              <a:buSzPct val="75000"/>
              <a:buFont typeface="Wingdings"/>
              <a:buChar char="§"/>
              <a:defRPr sz="2000">
                <a:solidFill>
                  <a:schemeClr val="tx1"/>
                </a:solidFill>
                <a:latin typeface="Arial"/>
              </a:defRPr>
            </a:lvl8pPr>
            <a:lvl9pPr marL="3886200" indent="-228600">
              <a:spcBef>
                <a:spcPts val="0"/>
              </a:spcBef>
              <a:spcAft>
                <a:spcPts val="0"/>
              </a:spcAft>
              <a:buClr>
                <a:schemeClr val="accent1"/>
              </a:buClr>
              <a:buSzPct val="75000"/>
              <a:buFont typeface="Wingdings"/>
              <a:buChar char="§"/>
              <a:defRPr sz="2000">
                <a:solidFill>
                  <a:schemeClr val="tx1"/>
                </a:solidFill>
                <a:latin typeface="Arial"/>
              </a:defRPr>
            </a:lvl9pPr>
          </a:lstStyle>
          <a:p>
            <a:pPr algn="ctr">
              <a:spcBef>
                <a:spcPts val="0"/>
              </a:spcBef>
              <a:buClrTx/>
              <a:buSzTx/>
              <a:buFontTx/>
              <a:buNone/>
              <a:defRPr/>
            </a:pPr>
            <a:r>
              <a:rPr lang="en-US" sz="2800">
                <a:solidFill>
                  <a:srgbClr val="FF0000"/>
                </a:solidFill>
              </a:rPr>
              <a:t>Knowledge Base</a:t>
            </a:r>
            <a:endParaRPr/>
          </a:p>
          <a:p>
            <a:pPr algn="ctr">
              <a:spcBef>
                <a:spcPts val="0"/>
              </a:spcBef>
              <a:buClrTx/>
              <a:buSzTx/>
              <a:buFontTx/>
              <a:buNone/>
              <a:defRPr/>
            </a:pPr>
            <a:r>
              <a:rPr lang="en-US" sz="2800">
                <a:solidFill>
                  <a:srgbClr val="FF0000"/>
                </a:solidFill>
              </a:rPr>
              <a:t>-domain knowledge-</a:t>
            </a:r>
            <a:endParaRPr/>
          </a:p>
        </p:txBody>
      </p:sp>
      <p:sp>
        <p:nvSpPr>
          <p:cNvPr id="1260611006" name="AutoShape 7"/>
          <p:cNvSpPr>
            <a:spLocks noChangeArrowheads="1"/>
          </p:cNvSpPr>
          <p:nvPr/>
        </p:nvSpPr>
        <p:spPr bwMode="auto">
          <a:xfrm>
            <a:off x="3124200" y="2187575"/>
            <a:ext cx="282575" cy="631825"/>
          </a:xfrm>
          <a:prstGeom prst="upDownArrow">
            <a:avLst>
              <a:gd name="adj1" fmla="val 50000"/>
              <a:gd name="adj2" fmla="val 26666"/>
            </a:avLst>
          </a:prstGeom>
          <a:solidFill>
            <a:schemeClr val="accent1"/>
          </a:solidFill>
          <a:ln w="9525">
            <a:solidFill>
              <a:schemeClr val="tx1"/>
            </a:solidFill>
            <a:miter lim="800000"/>
            <a:headEnd/>
            <a:tailEnd/>
          </a:ln>
        </p:spPr>
        <p:txBody>
          <a:bodyPr wrap="none" anchor="ctr"/>
          <a:lstStyle>
            <a:lvl1pPr>
              <a:spcBef>
                <a:spcPts val="0"/>
              </a:spcBef>
              <a:buClr>
                <a:schemeClr val="accent1"/>
              </a:buClr>
              <a:buSzPct val="65000"/>
              <a:buFont typeface="Wingdings"/>
              <a:buChar char="n"/>
              <a:defRPr sz="3000">
                <a:solidFill>
                  <a:schemeClr val="tx1"/>
                </a:solidFill>
                <a:latin typeface="Arial"/>
              </a:defRPr>
            </a:lvl1pPr>
            <a:lvl2pPr marL="742950" indent="-285750">
              <a:spcBef>
                <a:spcPts val="0"/>
              </a:spcBef>
              <a:buClr>
                <a:schemeClr val="accent2"/>
              </a:buClr>
              <a:buSzPct val="60000"/>
              <a:buFont typeface="Wingdings"/>
              <a:buChar char="q"/>
              <a:defRPr sz="2600">
                <a:solidFill>
                  <a:schemeClr val="tx1"/>
                </a:solidFill>
                <a:latin typeface="Arial"/>
              </a:defRPr>
            </a:lvl2pPr>
            <a:lvl3pPr marL="1143000" indent="-228600">
              <a:spcBef>
                <a:spcPts val="0"/>
              </a:spcBef>
              <a:buClr>
                <a:schemeClr val="accent1"/>
              </a:buClr>
              <a:buSzPct val="65000"/>
              <a:buFont typeface="Wingdings"/>
              <a:buChar char="n"/>
              <a:defRPr sz="2200">
                <a:solidFill>
                  <a:schemeClr val="tx1"/>
                </a:solidFill>
                <a:latin typeface="Arial"/>
              </a:defRPr>
            </a:lvl3pPr>
            <a:lvl4pPr marL="1600200" indent="-228600">
              <a:spcBef>
                <a:spcPts val="0"/>
              </a:spcBef>
              <a:buClr>
                <a:schemeClr val="accent2"/>
              </a:buClr>
              <a:buSzPct val="70000"/>
              <a:buFont typeface="Wingdings"/>
              <a:buChar char="q"/>
              <a:defRPr sz="2000">
                <a:solidFill>
                  <a:schemeClr val="tx1"/>
                </a:solidFill>
                <a:latin typeface="Arial"/>
              </a:defRPr>
            </a:lvl4pPr>
            <a:lvl5pPr marL="2057400" indent="-228600">
              <a:spcBef>
                <a:spcPts val="0"/>
              </a:spcBef>
              <a:buClr>
                <a:schemeClr val="accent1"/>
              </a:buClr>
              <a:buSzPct val="75000"/>
              <a:buFont typeface="Wingdings"/>
              <a:buChar char="§"/>
              <a:defRPr sz="2000">
                <a:solidFill>
                  <a:schemeClr val="tx1"/>
                </a:solidFill>
                <a:latin typeface="Arial"/>
              </a:defRPr>
            </a:lvl5pPr>
            <a:lvl6pPr marL="2514600" indent="-228600">
              <a:spcBef>
                <a:spcPts val="0"/>
              </a:spcBef>
              <a:spcAft>
                <a:spcPts val="0"/>
              </a:spcAft>
              <a:buClr>
                <a:schemeClr val="accent1"/>
              </a:buClr>
              <a:buSzPct val="75000"/>
              <a:buFont typeface="Wingdings"/>
              <a:buChar char="§"/>
              <a:defRPr sz="2000">
                <a:solidFill>
                  <a:schemeClr val="tx1"/>
                </a:solidFill>
                <a:latin typeface="Arial"/>
              </a:defRPr>
            </a:lvl6pPr>
            <a:lvl7pPr marL="2971800" indent="-228600">
              <a:spcBef>
                <a:spcPts val="0"/>
              </a:spcBef>
              <a:spcAft>
                <a:spcPts val="0"/>
              </a:spcAft>
              <a:buClr>
                <a:schemeClr val="accent1"/>
              </a:buClr>
              <a:buSzPct val="75000"/>
              <a:buFont typeface="Wingdings"/>
              <a:buChar char="§"/>
              <a:defRPr sz="2000">
                <a:solidFill>
                  <a:schemeClr val="tx1"/>
                </a:solidFill>
                <a:latin typeface="Arial"/>
              </a:defRPr>
            </a:lvl7pPr>
            <a:lvl8pPr marL="3429000" indent="-228600">
              <a:spcBef>
                <a:spcPts val="0"/>
              </a:spcBef>
              <a:spcAft>
                <a:spcPts val="0"/>
              </a:spcAft>
              <a:buClr>
                <a:schemeClr val="accent1"/>
              </a:buClr>
              <a:buSzPct val="75000"/>
              <a:buFont typeface="Wingdings"/>
              <a:buChar char="§"/>
              <a:defRPr sz="2000">
                <a:solidFill>
                  <a:schemeClr val="tx1"/>
                </a:solidFill>
                <a:latin typeface="Arial"/>
              </a:defRPr>
            </a:lvl8pPr>
            <a:lvl9pPr marL="3886200" indent="-228600">
              <a:spcBef>
                <a:spcPts val="0"/>
              </a:spcBef>
              <a:spcAft>
                <a:spcPts val="0"/>
              </a:spcAft>
              <a:buClr>
                <a:schemeClr val="accent1"/>
              </a:buClr>
              <a:buSzPct val="75000"/>
              <a:buFont typeface="Wingdings"/>
              <a:buChar char="§"/>
              <a:defRPr sz="2000">
                <a:solidFill>
                  <a:schemeClr val="tx1"/>
                </a:solidFill>
                <a:latin typeface="Arial"/>
              </a:defRPr>
            </a:lvl9pPr>
          </a:lstStyle>
          <a:p>
            <a:pPr algn="ctr">
              <a:spcBef>
                <a:spcPts val="0"/>
              </a:spcBef>
              <a:buClrTx/>
              <a:buSzTx/>
              <a:buFontTx/>
              <a:buNone/>
              <a:defRPr/>
            </a:pPr>
            <a:endParaRPr lang="en-US" sz="2400"/>
          </a:p>
        </p:txBody>
      </p:sp>
      <p:sp>
        <p:nvSpPr>
          <p:cNvPr id="1588790612" name="AutoShape 8"/>
          <p:cNvSpPr>
            <a:spLocks noChangeArrowheads="1"/>
          </p:cNvSpPr>
          <p:nvPr/>
        </p:nvSpPr>
        <p:spPr bwMode="auto">
          <a:xfrm>
            <a:off x="3124200" y="4114800"/>
            <a:ext cx="228600" cy="304800"/>
          </a:xfrm>
          <a:prstGeom prst="upDownArrow">
            <a:avLst>
              <a:gd name="adj1" fmla="val 50000"/>
              <a:gd name="adj2" fmla="val 26667"/>
            </a:avLst>
          </a:prstGeom>
          <a:solidFill>
            <a:schemeClr val="accent1"/>
          </a:solidFill>
          <a:ln w="9525">
            <a:solidFill>
              <a:schemeClr val="tx1"/>
            </a:solidFill>
            <a:miter lim="800000"/>
            <a:headEnd/>
            <a:tailEnd/>
          </a:ln>
        </p:spPr>
        <p:txBody>
          <a:bodyPr wrap="none" anchor="ctr"/>
          <a:lstStyle>
            <a:lvl1pPr>
              <a:spcBef>
                <a:spcPts val="0"/>
              </a:spcBef>
              <a:buClr>
                <a:schemeClr val="accent1"/>
              </a:buClr>
              <a:buSzPct val="65000"/>
              <a:buFont typeface="Wingdings"/>
              <a:buChar char="n"/>
              <a:defRPr sz="3000">
                <a:solidFill>
                  <a:schemeClr val="tx1"/>
                </a:solidFill>
                <a:latin typeface="Arial"/>
              </a:defRPr>
            </a:lvl1pPr>
            <a:lvl2pPr marL="742950" indent="-285750">
              <a:spcBef>
                <a:spcPts val="0"/>
              </a:spcBef>
              <a:buClr>
                <a:schemeClr val="accent2"/>
              </a:buClr>
              <a:buSzPct val="60000"/>
              <a:buFont typeface="Wingdings"/>
              <a:buChar char="q"/>
              <a:defRPr sz="2600">
                <a:solidFill>
                  <a:schemeClr val="tx1"/>
                </a:solidFill>
                <a:latin typeface="Arial"/>
              </a:defRPr>
            </a:lvl2pPr>
            <a:lvl3pPr marL="1143000" indent="-228600">
              <a:spcBef>
                <a:spcPts val="0"/>
              </a:spcBef>
              <a:buClr>
                <a:schemeClr val="accent1"/>
              </a:buClr>
              <a:buSzPct val="65000"/>
              <a:buFont typeface="Wingdings"/>
              <a:buChar char="n"/>
              <a:defRPr sz="2200">
                <a:solidFill>
                  <a:schemeClr val="tx1"/>
                </a:solidFill>
                <a:latin typeface="Arial"/>
              </a:defRPr>
            </a:lvl3pPr>
            <a:lvl4pPr marL="1600200" indent="-228600">
              <a:spcBef>
                <a:spcPts val="0"/>
              </a:spcBef>
              <a:buClr>
                <a:schemeClr val="accent2"/>
              </a:buClr>
              <a:buSzPct val="70000"/>
              <a:buFont typeface="Wingdings"/>
              <a:buChar char="q"/>
              <a:defRPr sz="2000">
                <a:solidFill>
                  <a:schemeClr val="tx1"/>
                </a:solidFill>
                <a:latin typeface="Arial"/>
              </a:defRPr>
            </a:lvl4pPr>
            <a:lvl5pPr marL="2057400" indent="-228600">
              <a:spcBef>
                <a:spcPts val="0"/>
              </a:spcBef>
              <a:buClr>
                <a:schemeClr val="accent1"/>
              </a:buClr>
              <a:buSzPct val="75000"/>
              <a:buFont typeface="Wingdings"/>
              <a:buChar char="§"/>
              <a:defRPr sz="2000">
                <a:solidFill>
                  <a:schemeClr val="tx1"/>
                </a:solidFill>
                <a:latin typeface="Arial"/>
              </a:defRPr>
            </a:lvl5pPr>
            <a:lvl6pPr marL="2514600" indent="-228600">
              <a:spcBef>
                <a:spcPts val="0"/>
              </a:spcBef>
              <a:spcAft>
                <a:spcPts val="0"/>
              </a:spcAft>
              <a:buClr>
                <a:schemeClr val="accent1"/>
              </a:buClr>
              <a:buSzPct val="75000"/>
              <a:buFont typeface="Wingdings"/>
              <a:buChar char="§"/>
              <a:defRPr sz="2000">
                <a:solidFill>
                  <a:schemeClr val="tx1"/>
                </a:solidFill>
                <a:latin typeface="Arial"/>
              </a:defRPr>
            </a:lvl6pPr>
            <a:lvl7pPr marL="2971800" indent="-228600">
              <a:spcBef>
                <a:spcPts val="0"/>
              </a:spcBef>
              <a:spcAft>
                <a:spcPts val="0"/>
              </a:spcAft>
              <a:buClr>
                <a:schemeClr val="accent1"/>
              </a:buClr>
              <a:buSzPct val="75000"/>
              <a:buFont typeface="Wingdings"/>
              <a:buChar char="§"/>
              <a:defRPr sz="2000">
                <a:solidFill>
                  <a:schemeClr val="tx1"/>
                </a:solidFill>
                <a:latin typeface="Arial"/>
              </a:defRPr>
            </a:lvl7pPr>
            <a:lvl8pPr marL="3429000" indent="-228600">
              <a:spcBef>
                <a:spcPts val="0"/>
              </a:spcBef>
              <a:spcAft>
                <a:spcPts val="0"/>
              </a:spcAft>
              <a:buClr>
                <a:schemeClr val="accent1"/>
              </a:buClr>
              <a:buSzPct val="75000"/>
              <a:buFont typeface="Wingdings"/>
              <a:buChar char="§"/>
              <a:defRPr sz="2000">
                <a:solidFill>
                  <a:schemeClr val="tx1"/>
                </a:solidFill>
                <a:latin typeface="Arial"/>
              </a:defRPr>
            </a:lvl8pPr>
            <a:lvl9pPr marL="3886200" indent="-228600">
              <a:spcBef>
                <a:spcPts val="0"/>
              </a:spcBef>
              <a:spcAft>
                <a:spcPts val="0"/>
              </a:spcAft>
              <a:buClr>
                <a:schemeClr val="accent1"/>
              </a:buClr>
              <a:buSzPct val="75000"/>
              <a:buFont typeface="Wingdings"/>
              <a:buChar char="§"/>
              <a:defRPr sz="2000">
                <a:solidFill>
                  <a:schemeClr val="tx1"/>
                </a:solidFill>
                <a:latin typeface="Arial"/>
              </a:defRPr>
            </a:lvl9pPr>
          </a:lstStyle>
          <a:p>
            <a:pPr algn="ctr">
              <a:spcBef>
                <a:spcPts val="0"/>
              </a:spcBef>
              <a:buClrTx/>
              <a:buSzTx/>
              <a:buFontTx/>
              <a:buNone/>
              <a:defRPr/>
            </a:pPr>
            <a:endParaRPr lang="en-US" sz="2400"/>
          </a:p>
        </p:txBody>
      </p:sp>
      <p:pic>
        <p:nvPicPr>
          <p:cNvPr id="417948457" name="Picture 2" descr="A picture containing transport, wheel, train, gear&#10;&#10;Description automatically generated"/>
          <p:cNvPicPr>
            <a:picLocks noChangeAspect="1" noChangeArrowheads="1"/>
          </p:cNvPicPr>
          <p:nvPr/>
        </p:nvPicPr>
        <p:blipFill>
          <a:blip r:embed="rId3"/>
          <a:stretch/>
        </p:blipFill>
        <p:spPr bwMode="auto">
          <a:xfrm>
            <a:off x="5565775" y="2936875"/>
            <a:ext cx="1327150" cy="1296988"/>
          </a:xfrm>
          <a:prstGeom prst="rect">
            <a:avLst/>
          </a:prstGeom>
          <a:noFill/>
          <a:ln>
            <a:noFill/>
          </a:ln>
        </p:spPr>
      </p:pic>
      <p:pic>
        <p:nvPicPr>
          <p:cNvPr id="1023511190" name="Picture 4" descr="A picture containing cargo container, sky, outdoor, city&#10;&#10;Description automatically generated"/>
          <p:cNvPicPr>
            <a:picLocks noChangeAspect="1" noChangeArrowheads="1"/>
          </p:cNvPicPr>
          <p:nvPr/>
        </p:nvPicPr>
        <p:blipFill>
          <a:blip r:embed="rId4"/>
          <a:stretch/>
        </p:blipFill>
        <p:spPr bwMode="auto">
          <a:xfrm>
            <a:off x="5875338" y="4583113"/>
            <a:ext cx="1570037" cy="1123950"/>
          </a:xfrm>
          <a:prstGeom prst="rect">
            <a:avLst/>
          </a:prstGeom>
          <a:noFill/>
          <a:ln>
            <a:noFill/>
          </a:ln>
        </p:spPr>
      </p:pic>
      <p:pic>
        <p:nvPicPr>
          <p:cNvPr id="2054325769" name="Picture 6" descr="A picture containing dog, brown, mammal, indoor&#10;&#10;Description automatically generated"/>
          <p:cNvPicPr>
            <a:picLocks noChangeAspect="1" noChangeArrowheads="1"/>
          </p:cNvPicPr>
          <p:nvPr/>
        </p:nvPicPr>
        <p:blipFill>
          <a:blip r:embed="rId5"/>
          <a:stretch/>
        </p:blipFill>
        <p:spPr bwMode="auto">
          <a:xfrm>
            <a:off x="6783388" y="2936875"/>
            <a:ext cx="1520825" cy="1139825"/>
          </a:xfrm>
          <a:prstGeom prst="rect">
            <a:avLst/>
          </a:prstGeom>
          <a:noFill/>
          <a:ln>
            <a:noFill/>
          </a:ln>
        </p:spPr>
      </p:pic>
      <p:sp>
        <p:nvSpPr>
          <p:cNvPr id="1590501137" name="TextBox 1"/>
          <p:cNvSpPr txBox="1">
            <a:spLocks noChangeArrowheads="1"/>
          </p:cNvSpPr>
          <p:nvPr/>
        </p:nvSpPr>
        <p:spPr bwMode="auto">
          <a:xfrm>
            <a:off x="762000" y="1446213"/>
            <a:ext cx="492125" cy="461962"/>
          </a:xfrm>
          <a:prstGeom prst="rect">
            <a:avLst/>
          </a:prstGeom>
          <a:noFill/>
          <a:ln>
            <a:noFill/>
          </a:ln>
        </p:spPr>
        <p:txBody>
          <a:bodyPr wrap="none">
            <a:spAutoFit/>
          </a:bodyPr>
          <a:lstStyle>
            <a:lvl1pPr>
              <a:defRPr sz="2400">
                <a:solidFill>
                  <a:schemeClr val="tx1"/>
                </a:solidFill>
                <a:latin typeface="Arial"/>
              </a:defRPr>
            </a:lvl1pPr>
            <a:lvl2pPr marL="742950" indent="-285750">
              <a:defRPr sz="2400">
                <a:solidFill>
                  <a:schemeClr val="tx1"/>
                </a:solidFill>
                <a:latin typeface="Arial"/>
              </a:defRPr>
            </a:lvl2pPr>
            <a:lvl3pPr marL="1143000" indent="-228600">
              <a:defRPr sz="2400">
                <a:solidFill>
                  <a:schemeClr val="tx1"/>
                </a:solidFill>
                <a:latin typeface="Arial"/>
              </a:defRPr>
            </a:lvl3pPr>
            <a:lvl4pPr marL="1600200" indent="-228600">
              <a:defRPr sz="2400">
                <a:solidFill>
                  <a:schemeClr val="tx1"/>
                </a:solidFill>
                <a:latin typeface="Arial"/>
              </a:defRPr>
            </a:lvl4pPr>
            <a:lvl5pPr marL="2057400" indent="-228600">
              <a:defRPr sz="2400">
                <a:solidFill>
                  <a:schemeClr val="tx1"/>
                </a:solidFill>
                <a:latin typeface="Arial"/>
              </a:defRPr>
            </a:lvl5pPr>
            <a:lvl6pPr marL="2514600" indent="-228600">
              <a:spcBef>
                <a:spcPts val="0"/>
              </a:spcBef>
              <a:spcAft>
                <a:spcPts val="0"/>
              </a:spcAft>
              <a:defRPr sz="2400">
                <a:solidFill>
                  <a:schemeClr val="tx1"/>
                </a:solidFill>
                <a:latin typeface="Arial"/>
              </a:defRPr>
            </a:lvl6pPr>
            <a:lvl7pPr marL="2971800" indent="-228600">
              <a:spcBef>
                <a:spcPts val="0"/>
              </a:spcBef>
              <a:spcAft>
                <a:spcPts val="0"/>
              </a:spcAft>
              <a:defRPr sz="2400">
                <a:solidFill>
                  <a:schemeClr val="tx1"/>
                </a:solidFill>
                <a:latin typeface="Arial"/>
              </a:defRPr>
            </a:lvl7pPr>
            <a:lvl8pPr marL="3429000" indent="-228600">
              <a:spcBef>
                <a:spcPts val="0"/>
              </a:spcBef>
              <a:spcAft>
                <a:spcPts val="0"/>
              </a:spcAft>
              <a:defRPr sz="2400">
                <a:solidFill>
                  <a:schemeClr val="tx1"/>
                </a:solidFill>
                <a:latin typeface="Arial"/>
              </a:defRPr>
            </a:lvl8pPr>
            <a:lvl9pPr marL="3886200" indent="-228600">
              <a:spcBef>
                <a:spcPts val="0"/>
              </a:spcBef>
              <a:spcAft>
                <a:spcPts val="0"/>
              </a:spcAft>
              <a:defRPr sz="2400">
                <a:solidFill>
                  <a:schemeClr val="tx1"/>
                </a:solidFill>
                <a:latin typeface="Arial"/>
              </a:defRPr>
            </a:lvl9pPr>
          </a:lstStyle>
          <a:p>
            <a:pPr>
              <a:defRPr/>
            </a:pPr>
            <a:r>
              <a:rPr lang="en-US"/>
              <a:t>UI</a:t>
            </a:r>
            <a:endParaRPr/>
          </a:p>
        </p:txBody>
      </p:sp>
      <p:sp>
        <p:nvSpPr>
          <p:cNvPr id="1188988573" name="TextBox 2"/>
          <p:cNvSpPr txBox="1">
            <a:spLocks noChangeArrowheads="1"/>
          </p:cNvSpPr>
          <p:nvPr/>
        </p:nvSpPr>
        <p:spPr bwMode="auto">
          <a:xfrm>
            <a:off x="754063" y="4633913"/>
            <a:ext cx="612775" cy="461962"/>
          </a:xfrm>
          <a:prstGeom prst="rect">
            <a:avLst/>
          </a:prstGeom>
          <a:noFill/>
          <a:ln>
            <a:noFill/>
          </a:ln>
        </p:spPr>
        <p:txBody>
          <a:bodyPr wrap="none">
            <a:spAutoFit/>
          </a:bodyPr>
          <a:lstStyle>
            <a:lvl1pPr>
              <a:defRPr sz="2400">
                <a:solidFill>
                  <a:schemeClr val="tx1"/>
                </a:solidFill>
                <a:latin typeface="Arial"/>
              </a:defRPr>
            </a:lvl1pPr>
            <a:lvl2pPr marL="742950" indent="-285750">
              <a:defRPr sz="2400">
                <a:solidFill>
                  <a:schemeClr val="tx1"/>
                </a:solidFill>
                <a:latin typeface="Arial"/>
              </a:defRPr>
            </a:lvl2pPr>
            <a:lvl3pPr marL="1143000" indent="-228600">
              <a:defRPr sz="2400">
                <a:solidFill>
                  <a:schemeClr val="tx1"/>
                </a:solidFill>
                <a:latin typeface="Arial"/>
              </a:defRPr>
            </a:lvl3pPr>
            <a:lvl4pPr marL="1600200" indent="-228600">
              <a:defRPr sz="2400">
                <a:solidFill>
                  <a:schemeClr val="tx1"/>
                </a:solidFill>
                <a:latin typeface="Arial"/>
              </a:defRPr>
            </a:lvl4pPr>
            <a:lvl5pPr marL="2057400" indent="-228600">
              <a:defRPr sz="2400">
                <a:solidFill>
                  <a:schemeClr val="tx1"/>
                </a:solidFill>
                <a:latin typeface="Arial"/>
              </a:defRPr>
            </a:lvl5pPr>
            <a:lvl6pPr marL="2514600" indent="-228600">
              <a:spcBef>
                <a:spcPts val="0"/>
              </a:spcBef>
              <a:spcAft>
                <a:spcPts val="0"/>
              </a:spcAft>
              <a:defRPr sz="2400">
                <a:solidFill>
                  <a:schemeClr val="tx1"/>
                </a:solidFill>
                <a:latin typeface="Arial"/>
              </a:defRPr>
            </a:lvl6pPr>
            <a:lvl7pPr marL="2971800" indent="-228600">
              <a:spcBef>
                <a:spcPts val="0"/>
              </a:spcBef>
              <a:spcAft>
                <a:spcPts val="0"/>
              </a:spcAft>
              <a:defRPr sz="2400">
                <a:solidFill>
                  <a:schemeClr val="tx1"/>
                </a:solidFill>
                <a:latin typeface="Arial"/>
              </a:defRPr>
            </a:lvl7pPr>
            <a:lvl8pPr marL="3429000" indent="-228600">
              <a:spcBef>
                <a:spcPts val="0"/>
              </a:spcBef>
              <a:spcAft>
                <a:spcPts val="0"/>
              </a:spcAft>
              <a:defRPr sz="2400">
                <a:solidFill>
                  <a:schemeClr val="tx1"/>
                </a:solidFill>
                <a:latin typeface="Arial"/>
              </a:defRPr>
            </a:lvl8pPr>
            <a:lvl9pPr marL="3886200" indent="-228600">
              <a:spcBef>
                <a:spcPts val="0"/>
              </a:spcBef>
              <a:spcAft>
                <a:spcPts val="0"/>
              </a:spcAft>
              <a:defRPr sz="2400">
                <a:solidFill>
                  <a:schemeClr val="tx1"/>
                </a:solidFill>
                <a:latin typeface="Arial"/>
              </a:defRPr>
            </a:lvl9pPr>
          </a:lstStyle>
          <a:p>
            <a:pPr>
              <a:defRPr/>
            </a:pPr>
            <a:r>
              <a:rPr lang="en-US"/>
              <a:t>DB</a:t>
            </a:r>
            <a:endParaRPr/>
          </a:p>
        </p:txBody>
      </p:sp>
      <p:sp>
        <p:nvSpPr>
          <p:cNvPr id="837183491" name="TextBox 3"/>
          <p:cNvSpPr txBox="1">
            <a:spLocks noChangeArrowheads="1"/>
          </p:cNvSpPr>
          <p:nvPr/>
        </p:nvSpPr>
        <p:spPr bwMode="auto">
          <a:xfrm>
            <a:off x="762000" y="3276600"/>
            <a:ext cx="800100" cy="460375"/>
          </a:xfrm>
          <a:prstGeom prst="rect">
            <a:avLst/>
          </a:prstGeom>
          <a:noFill/>
          <a:ln>
            <a:noFill/>
          </a:ln>
        </p:spPr>
        <p:txBody>
          <a:bodyPr wrap="none">
            <a:spAutoFit/>
          </a:bodyPr>
          <a:lstStyle>
            <a:lvl1pPr>
              <a:defRPr sz="2400">
                <a:solidFill>
                  <a:schemeClr val="tx1"/>
                </a:solidFill>
                <a:latin typeface="Arial"/>
              </a:defRPr>
            </a:lvl1pPr>
            <a:lvl2pPr marL="742950" indent="-285750">
              <a:defRPr sz="2400">
                <a:solidFill>
                  <a:schemeClr val="tx1"/>
                </a:solidFill>
                <a:latin typeface="Arial"/>
              </a:defRPr>
            </a:lvl2pPr>
            <a:lvl3pPr marL="1143000" indent="-228600">
              <a:defRPr sz="2400">
                <a:solidFill>
                  <a:schemeClr val="tx1"/>
                </a:solidFill>
                <a:latin typeface="Arial"/>
              </a:defRPr>
            </a:lvl3pPr>
            <a:lvl4pPr marL="1600200" indent="-228600">
              <a:defRPr sz="2400">
                <a:solidFill>
                  <a:schemeClr val="tx1"/>
                </a:solidFill>
                <a:latin typeface="Arial"/>
              </a:defRPr>
            </a:lvl4pPr>
            <a:lvl5pPr marL="2057400" indent="-228600">
              <a:defRPr sz="2400">
                <a:solidFill>
                  <a:schemeClr val="tx1"/>
                </a:solidFill>
                <a:latin typeface="Arial"/>
              </a:defRPr>
            </a:lvl5pPr>
            <a:lvl6pPr marL="2514600" indent="-228600">
              <a:spcBef>
                <a:spcPts val="0"/>
              </a:spcBef>
              <a:spcAft>
                <a:spcPts val="0"/>
              </a:spcAft>
              <a:defRPr sz="2400">
                <a:solidFill>
                  <a:schemeClr val="tx1"/>
                </a:solidFill>
                <a:latin typeface="Arial"/>
              </a:defRPr>
            </a:lvl6pPr>
            <a:lvl7pPr marL="2971800" indent="-228600">
              <a:spcBef>
                <a:spcPts val="0"/>
              </a:spcBef>
              <a:spcAft>
                <a:spcPts val="0"/>
              </a:spcAft>
              <a:defRPr sz="2400">
                <a:solidFill>
                  <a:schemeClr val="tx1"/>
                </a:solidFill>
                <a:latin typeface="Arial"/>
              </a:defRPr>
            </a:lvl7pPr>
            <a:lvl8pPr marL="3429000" indent="-228600">
              <a:spcBef>
                <a:spcPts val="0"/>
              </a:spcBef>
              <a:spcAft>
                <a:spcPts val="0"/>
              </a:spcAft>
              <a:defRPr sz="2400">
                <a:solidFill>
                  <a:schemeClr val="tx1"/>
                </a:solidFill>
                <a:latin typeface="Arial"/>
              </a:defRPr>
            </a:lvl8pPr>
            <a:lvl9pPr marL="3886200" indent="-228600">
              <a:spcBef>
                <a:spcPts val="0"/>
              </a:spcBef>
              <a:spcAft>
                <a:spcPts val="0"/>
              </a:spcAft>
              <a:defRPr sz="2400">
                <a:solidFill>
                  <a:schemeClr val="tx1"/>
                </a:solidFill>
                <a:latin typeface="Arial"/>
              </a:defRPr>
            </a:lvl9pPr>
          </a:lstStyle>
          <a:p>
            <a:pPr>
              <a:defRPr/>
            </a:pPr>
            <a:r>
              <a:rPr lang="en-US"/>
              <a:t>SQL</a:t>
            </a:r>
            <a:endParaRPr/>
          </a:p>
        </p:txBody>
      </p:sp>
      <p:sp>
        <p:nvSpPr>
          <p:cNvPr id="1896458972" name="TextBox 1"/>
          <p:cNvSpPr txBox="1">
            <a:spLocks noChangeArrowheads="1"/>
          </p:cNvSpPr>
          <p:nvPr/>
        </p:nvSpPr>
        <p:spPr bwMode="auto">
          <a:xfrm>
            <a:off x="8135937" y="1573054"/>
            <a:ext cx="784189" cy="461665"/>
          </a:xfrm>
          <a:prstGeom prst="rect">
            <a:avLst/>
          </a:prstGeom>
          <a:noFill/>
          <a:ln>
            <a:noFill/>
          </a:ln>
        </p:spPr>
        <p:txBody>
          <a:bodyPr wrap="none">
            <a:spAutoFit/>
          </a:bodyPr>
          <a:lstStyle>
            <a:lvl1pPr>
              <a:defRPr sz="2400">
                <a:solidFill>
                  <a:schemeClr val="tx1"/>
                </a:solidFill>
                <a:latin typeface="Arial"/>
              </a:defRPr>
            </a:lvl1pPr>
            <a:lvl2pPr marL="742950" indent="-285750">
              <a:defRPr sz="2400">
                <a:solidFill>
                  <a:schemeClr val="tx1"/>
                </a:solidFill>
                <a:latin typeface="Arial"/>
              </a:defRPr>
            </a:lvl2pPr>
            <a:lvl3pPr marL="1143000" indent="-228600">
              <a:defRPr sz="2400">
                <a:solidFill>
                  <a:schemeClr val="tx1"/>
                </a:solidFill>
                <a:latin typeface="Arial"/>
              </a:defRPr>
            </a:lvl3pPr>
            <a:lvl4pPr marL="1600200" indent="-228600">
              <a:defRPr sz="2400">
                <a:solidFill>
                  <a:schemeClr val="tx1"/>
                </a:solidFill>
                <a:latin typeface="Arial"/>
              </a:defRPr>
            </a:lvl4pPr>
            <a:lvl5pPr marL="2057400" indent="-228600">
              <a:defRPr sz="2400">
                <a:solidFill>
                  <a:schemeClr val="tx1"/>
                </a:solidFill>
                <a:latin typeface="Arial"/>
              </a:defRPr>
            </a:lvl5pPr>
            <a:lvl6pPr marL="2514600" indent="-228600">
              <a:spcBef>
                <a:spcPts val="0"/>
              </a:spcBef>
              <a:spcAft>
                <a:spcPts val="0"/>
              </a:spcAft>
              <a:defRPr sz="2400">
                <a:solidFill>
                  <a:schemeClr val="tx1"/>
                </a:solidFill>
                <a:latin typeface="Arial"/>
              </a:defRPr>
            </a:lvl6pPr>
            <a:lvl7pPr marL="2971800" indent="-228600">
              <a:spcBef>
                <a:spcPts val="0"/>
              </a:spcBef>
              <a:spcAft>
                <a:spcPts val="0"/>
              </a:spcAft>
              <a:defRPr sz="2400">
                <a:solidFill>
                  <a:schemeClr val="tx1"/>
                </a:solidFill>
                <a:latin typeface="Arial"/>
              </a:defRPr>
            </a:lvl7pPr>
            <a:lvl8pPr marL="3429000" indent="-228600">
              <a:spcBef>
                <a:spcPts val="0"/>
              </a:spcBef>
              <a:spcAft>
                <a:spcPts val="0"/>
              </a:spcAft>
              <a:defRPr sz="2400">
                <a:solidFill>
                  <a:schemeClr val="tx1"/>
                </a:solidFill>
                <a:latin typeface="Arial"/>
              </a:defRPr>
            </a:lvl8pPr>
            <a:lvl9pPr marL="3886200" indent="-228600">
              <a:spcBef>
                <a:spcPts val="0"/>
              </a:spcBef>
              <a:spcAft>
                <a:spcPts val="0"/>
              </a:spcAft>
              <a:defRPr sz="2400">
                <a:solidFill>
                  <a:schemeClr val="tx1"/>
                </a:solidFill>
                <a:latin typeface="Arial"/>
              </a:defRPr>
            </a:lvl9pPr>
          </a:lstStyle>
          <a:p>
            <a:pPr>
              <a:defRPr/>
            </a:pPr>
            <a:r>
              <a:rPr lang="en-US"/>
              <a:t>NLP</a:t>
            </a:r>
            <a:endParaRPr/>
          </a:p>
        </p:txBody>
      </p:sp>
      <p:sp>
        <p:nvSpPr>
          <p:cNvPr id="1308648759" name="TextBox 1"/>
          <p:cNvSpPr txBox="1">
            <a:spLocks noChangeArrowheads="1"/>
          </p:cNvSpPr>
          <p:nvPr/>
        </p:nvSpPr>
        <p:spPr bwMode="auto">
          <a:xfrm>
            <a:off x="8304213" y="5054113"/>
            <a:ext cx="784189" cy="461665"/>
          </a:xfrm>
          <a:prstGeom prst="rect">
            <a:avLst/>
          </a:prstGeom>
          <a:noFill/>
          <a:ln>
            <a:noFill/>
          </a:ln>
        </p:spPr>
        <p:txBody>
          <a:bodyPr wrap="none">
            <a:spAutoFit/>
          </a:bodyPr>
          <a:lstStyle>
            <a:lvl1pPr>
              <a:defRPr sz="2400">
                <a:solidFill>
                  <a:schemeClr val="tx1"/>
                </a:solidFill>
                <a:latin typeface="Arial"/>
              </a:defRPr>
            </a:lvl1pPr>
            <a:lvl2pPr marL="742950" indent="-285750">
              <a:defRPr sz="2400">
                <a:solidFill>
                  <a:schemeClr val="tx1"/>
                </a:solidFill>
                <a:latin typeface="Arial"/>
              </a:defRPr>
            </a:lvl2pPr>
            <a:lvl3pPr marL="1143000" indent="-228600">
              <a:defRPr sz="2400">
                <a:solidFill>
                  <a:schemeClr val="tx1"/>
                </a:solidFill>
                <a:latin typeface="Arial"/>
              </a:defRPr>
            </a:lvl3pPr>
            <a:lvl4pPr marL="1600200" indent="-228600">
              <a:defRPr sz="2400">
                <a:solidFill>
                  <a:schemeClr val="tx1"/>
                </a:solidFill>
                <a:latin typeface="Arial"/>
              </a:defRPr>
            </a:lvl4pPr>
            <a:lvl5pPr marL="2057400" indent="-228600">
              <a:defRPr sz="2400">
                <a:solidFill>
                  <a:schemeClr val="tx1"/>
                </a:solidFill>
                <a:latin typeface="Arial"/>
              </a:defRPr>
            </a:lvl5pPr>
            <a:lvl6pPr marL="2514600" indent="-228600">
              <a:spcBef>
                <a:spcPts val="0"/>
              </a:spcBef>
              <a:spcAft>
                <a:spcPts val="0"/>
              </a:spcAft>
              <a:defRPr sz="2400">
                <a:solidFill>
                  <a:schemeClr val="tx1"/>
                </a:solidFill>
                <a:latin typeface="Arial"/>
              </a:defRPr>
            </a:lvl6pPr>
            <a:lvl7pPr marL="2971800" indent="-228600">
              <a:spcBef>
                <a:spcPts val="0"/>
              </a:spcBef>
              <a:spcAft>
                <a:spcPts val="0"/>
              </a:spcAft>
              <a:defRPr sz="2400">
                <a:solidFill>
                  <a:schemeClr val="tx1"/>
                </a:solidFill>
                <a:latin typeface="Arial"/>
              </a:defRPr>
            </a:lvl7pPr>
            <a:lvl8pPr marL="3429000" indent="-228600">
              <a:spcBef>
                <a:spcPts val="0"/>
              </a:spcBef>
              <a:spcAft>
                <a:spcPts val="0"/>
              </a:spcAft>
              <a:defRPr sz="2400">
                <a:solidFill>
                  <a:schemeClr val="tx1"/>
                </a:solidFill>
                <a:latin typeface="Arial"/>
              </a:defRPr>
            </a:lvl8pPr>
            <a:lvl9pPr marL="3886200" indent="-228600">
              <a:spcBef>
                <a:spcPts val="0"/>
              </a:spcBef>
              <a:spcAft>
                <a:spcPts val="0"/>
              </a:spcAft>
              <a:defRPr sz="2400">
                <a:solidFill>
                  <a:schemeClr val="tx1"/>
                </a:solidFill>
                <a:latin typeface="Arial"/>
              </a:defRPr>
            </a:lvl9pPr>
          </a:lstStyle>
          <a:p>
            <a:pPr>
              <a:defRPr/>
            </a:pPr>
            <a:r>
              <a:rPr lang="en-US"/>
              <a:t>LLM</a:t>
            </a:r>
            <a:endParaRPr/>
          </a:p>
        </p:txBody>
      </p:sp>
      <p:sp>
        <p:nvSpPr>
          <p:cNvPr id="1732143195" name="TextBox 1"/>
          <p:cNvSpPr txBox="1">
            <a:spLocks noChangeArrowheads="1"/>
          </p:cNvSpPr>
          <p:nvPr/>
        </p:nvSpPr>
        <p:spPr bwMode="auto">
          <a:xfrm>
            <a:off x="7978025" y="3000990"/>
            <a:ext cx="1160895" cy="461665"/>
          </a:xfrm>
          <a:prstGeom prst="rect">
            <a:avLst/>
          </a:prstGeom>
          <a:noFill/>
          <a:ln>
            <a:noFill/>
          </a:ln>
        </p:spPr>
        <p:txBody>
          <a:bodyPr wrap="none">
            <a:spAutoFit/>
          </a:bodyPr>
          <a:lstStyle>
            <a:lvl1pPr>
              <a:defRPr sz="2400">
                <a:solidFill>
                  <a:schemeClr val="tx1"/>
                </a:solidFill>
                <a:latin typeface="Arial"/>
              </a:defRPr>
            </a:lvl1pPr>
            <a:lvl2pPr marL="742950" indent="-285750">
              <a:defRPr sz="2400">
                <a:solidFill>
                  <a:schemeClr val="tx1"/>
                </a:solidFill>
                <a:latin typeface="Arial"/>
              </a:defRPr>
            </a:lvl2pPr>
            <a:lvl3pPr marL="1143000" indent="-228600">
              <a:defRPr sz="2400">
                <a:solidFill>
                  <a:schemeClr val="tx1"/>
                </a:solidFill>
                <a:latin typeface="Arial"/>
              </a:defRPr>
            </a:lvl3pPr>
            <a:lvl4pPr marL="1600200" indent="-228600">
              <a:defRPr sz="2400">
                <a:solidFill>
                  <a:schemeClr val="tx1"/>
                </a:solidFill>
                <a:latin typeface="Arial"/>
              </a:defRPr>
            </a:lvl4pPr>
            <a:lvl5pPr marL="2057400" indent="-228600">
              <a:defRPr sz="2400">
                <a:solidFill>
                  <a:schemeClr val="tx1"/>
                </a:solidFill>
                <a:latin typeface="Arial"/>
              </a:defRPr>
            </a:lvl5pPr>
            <a:lvl6pPr marL="2514600" indent="-228600">
              <a:spcBef>
                <a:spcPts val="0"/>
              </a:spcBef>
              <a:spcAft>
                <a:spcPts val="0"/>
              </a:spcAft>
              <a:defRPr sz="2400">
                <a:solidFill>
                  <a:schemeClr val="tx1"/>
                </a:solidFill>
                <a:latin typeface="Arial"/>
              </a:defRPr>
            </a:lvl6pPr>
            <a:lvl7pPr marL="2971800" indent="-228600">
              <a:spcBef>
                <a:spcPts val="0"/>
              </a:spcBef>
              <a:spcAft>
                <a:spcPts val="0"/>
              </a:spcAft>
              <a:defRPr sz="2400">
                <a:solidFill>
                  <a:schemeClr val="tx1"/>
                </a:solidFill>
                <a:latin typeface="Arial"/>
              </a:defRPr>
            </a:lvl7pPr>
            <a:lvl8pPr marL="3429000" indent="-228600">
              <a:spcBef>
                <a:spcPts val="0"/>
              </a:spcBef>
              <a:spcAft>
                <a:spcPts val="0"/>
              </a:spcAft>
              <a:defRPr sz="2400">
                <a:solidFill>
                  <a:schemeClr val="tx1"/>
                </a:solidFill>
                <a:latin typeface="Arial"/>
              </a:defRPr>
            </a:lvl8pPr>
            <a:lvl9pPr marL="3886200" indent="-228600">
              <a:spcBef>
                <a:spcPts val="0"/>
              </a:spcBef>
              <a:spcAft>
                <a:spcPts val="0"/>
              </a:spcAft>
              <a:defRPr sz="2400">
                <a:solidFill>
                  <a:schemeClr val="tx1"/>
                </a:solidFill>
                <a:latin typeface="Arial"/>
              </a:defRPr>
            </a:lvl9pPr>
          </a:lstStyle>
          <a:p>
            <a:pPr>
              <a:defRPr/>
            </a:pPr>
            <a:r>
              <a:rPr lang="en-US"/>
              <a:t>Search</a:t>
            </a:r>
            <a:endParaRPr/>
          </a:p>
        </p:txBody>
      </p:sp>
      <p:sp>
        <p:nvSpPr>
          <p:cNvPr id="920063108" name="TextBox 4"/>
          <p:cNvSpPr txBox="1"/>
          <p:nvPr/>
        </p:nvSpPr>
        <p:spPr bwMode="auto">
          <a:xfrm>
            <a:off x="9448799" y="2187575"/>
            <a:ext cx="2940228" cy="1938992"/>
          </a:xfrm>
          <a:prstGeom prst="rect">
            <a:avLst/>
          </a:prstGeom>
          <a:noFill/>
        </p:spPr>
        <p:txBody>
          <a:bodyPr wrap="none" rtlCol="0">
            <a:spAutoFit/>
          </a:bodyPr>
          <a:lstStyle/>
          <a:p>
            <a:pPr>
              <a:defRPr/>
            </a:pPr>
            <a:r>
              <a:rPr lang="en-US">
                <a:solidFill>
                  <a:srgbClr val="FFFF00"/>
                </a:solidFill>
              </a:rPr>
              <a:t>KR</a:t>
            </a:r>
            <a:endParaRPr/>
          </a:p>
          <a:p>
            <a:pPr>
              <a:defRPr/>
            </a:pPr>
            <a:r>
              <a:rPr lang="en-US">
                <a:solidFill>
                  <a:srgbClr val="FFFF00"/>
                </a:solidFill>
              </a:rPr>
              <a:t>   Representation as</a:t>
            </a:r>
            <a:endParaRPr/>
          </a:p>
          <a:p>
            <a:pPr>
              <a:defRPr/>
            </a:pPr>
            <a:r>
              <a:rPr lang="en-US">
                <a:solidFill>
                  <a:srgbClr val="FFFF00"/>
                </a:solidFill>
              </a:rPr>
              <a:t>        logic/rules</a:t>
            </a:r>
            <a:endParaRPr/>
          </a:p>
          <a:p>
            <a:pPr>
              <a:defRPr/>
            </a:pPr>
            <a:r>
              <a:rPr lang="en-US">
                <a:solidFill>
                  <a:srgbClr val="FFFF00"/>
                </a:solidFill>
              </a:rPr>
              <a:t>    Reasoning</a:t>
            </a:r>
            <a:endParaRPr/>
          </a:p>
          <a:p>
            <a:pPr>
              <a:defRPr/>
            </a:pPr>
            <a:r>
              <a:rPr lang="en-US">
                <a:solidFill>
                  <a:srgbClr val="FFFF00"/>
                </a:solidFill>
              </a:rPr>
              <a:t>        FC/BC/</a:t>
            </a:r>
            <a:endParaRPr lang="en-US"/>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7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885964522" name="Rectangle 2"/>
          <p:cNvSpPr>
            <a:spLocks noChangeArrowheads="1" noGrp="1"/>
          </p:cNvSpPr>
          <p:nvPr>
            <p:ph type="title"/>
          </p:nvPr>
        </p:nvSpPr>
        <p:spPr bwMode="auto"/>
        <p:txBody>
          <a:bodyPr/>
          <a:lstStyle/>
          <a:p>
            <a:pPr>
              <a:defRPr/>
            </a:pPr>
            <a:r>
              <a:rPr lang="en-US" b="1">
                <a:solidFill>
                  <a:srgbClr val="00B050"/>
                </a:solidFill>
              </a:rPr>
              <a:t>Exercise 16</a:t>
            </a:r>
            <a:endParaRPr/>
          </a:p>
        </p:txBody>
      </p:sp>
      <p:sp>
        <p:nvSpPr>
          <p:cNvPr id="39261276" name="Rectangle 3"/>
          <p:cNvSpPr>
            <a:spLocks noChangeArrowheads="1" noGrp="1"/>
          </p:cNvSpPr>
          <p:nvPr>
            <p:ph type="body" idx="1"/>
          </p:nvPr>
        </p:nvSpPr>
        <p:spPr bwMode="auto"/>
        <p:txBody>
          <a:bodyPr/>
          <a:lstStyle/>
          <a:p>
            <a:pPr algn="just">
              <a:defRPr/>
            </a:pPr>
            <a:r>
              <a:rPr lang="en-US" sz="2700">
                <a:solidFill>
                  <a:srgbClr val="0070C0"/>
                </a:solidFill>
              </a:rPr>
              <a:t>Which component of ES architecture mainly differentiates expert systems from database systems? </a:t>
            </a:r>
            <a:endParaRPr/>
          </a:p>
          <a:p>
            <a:pPr algn="just">
              <a:defRPr/>
            </a:pPr>
            <a:r>
              <a:rPr lang="en-US" sz="2700">
                <a:solidFill>
                  <a:srgbClr val="0070C0"/>
                </a:solidFill>
              </a:rPr>
              <a:t>Discuss which Topics in the module on Essentials of AI have supported the building of Expert Systems architecture</a:t>
            </a:r>
            <a:endParaRPr lang="en-US" sz="2700">
              <a:solidFill>
                <a:srgbClr val="0070C0"/>
              </a:solidFill>
            </a:endParaRPr>
          </a:p>
          <a:p>
            <a:pPr lvl="1" algn="just">
              <a:defRPr/>
            </a:pPr>
            <a:r>
              <a:rPr lang="en-US" sz="1600">
                <a:solidFill>
                  <a:srgbClr val="FF0000"/>
                </a:solidFill>
              </a:rPr>
              <a:t>Knowledge representation – Knowledge based</a:t>
            </a:r>
            <a:endParaRPr sz="2000">
              <a:solidFill>
                <a:srgbClr val="FF0000"/>
              </a:solidFill>
            </a:endParaRPr>
          </a:p>
          <a:p>
            <a:pPr lvl="1" algn="just">
              <a:defRPr/>
            </a:pPr>
            <a:r>
              <a:rPr lang="en-US" sz="1600">
                <a:solidFill>
                  <a:srgbClr val="FF0000"/>
                </a:solidFill>
              </a:rPr>
              <a:t>Inference engine – reasoning(FC,BC), search techniques</a:t>
            </a:r>
            <a:endParaRPr sz="2000">
              <a:solidFill>
                <a:srgbClr val="FF0000"/>
              </a:solidFill>
            </a:endParaRPr>
          </a:p>
          <a:p>
            <a:pPr algn="just">
              <a:defRPr/>
            </a:pPr>
            <a:endParaRPr lang="en-US" sz="2700">
              <a:solidFill>
                <a:srgbClr val="0070C0"/>
              </a:solidFill>
            </a:endParaRPr>
          </a:p>
          <a:p>
            <a:pPr marL="0" indent="0" algn="just">
              <a:buFont typeface="Wingdings"/>
              <a:buNone/>
              <a:defRPr/>
            </a:pPr>
            <a:endParaRPr lang="en-US">
              <a:solidFill>
                <a:srgbClr val="0070C0"/>
              </a:solidFil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7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207353170" name="Rectangle 2"/>
          <p:cNvSpPr>
            <a:spLocks noChangeArrowheads="1" noGrp="1"/>
          </p:cNvSpPr>
          <p:nvPr>
            <p:ph type="title"/>
          </p:nvPr>
        </p:nvSpPr>
        <p:spPr bwMode="auto"/>
        <p:txBody>
          <a:bodyPr/>
          <a:lstStyle/>
          <a:p>
            <a:pPr>
              <a:defRPr/>
            </a:pPr>
            <a:r>
              <a:rPr lang="en-US" b="1">
                <a:solidFill>
                  <a:srgbClr val="00B050"/>
                </a:solidFill>
              </a:rPr>
              <a:t>User Interface</a:t>
            </a:r>
            <a:endParaRPr/>
          </a:p>
        </p:txBody>
      </p:sp>
      <p:sp>
        <p:nvSpPr>
          <p:cNvPr id="377764514" name="Rectangle 3"/>
          <p:cNvSpPr>
            <a:spLocks noChangeArrowheads="1" noGrp="1"/>
          </p:cNvSpPr>
          <p:nvPr>
            <p:ph type="body" idx="1"/>
          </p:nvPr>
        </p:nvSpPr>
        <p:spPr bwMode="auto">
          <a:xfrm>
            <a:off x="304800" y="1295400"/>
            <a:ext cx="8229600" cy="4530725"/>
          </a:xfrm>
        </p:spPr>
        <p:txBody>
          <a:bodyPr/>
          <a:lstStyle/>
          <a:p>
            <a:pPr>
              <a:defRPr/>
            </a:pPr>
            <a:r>
              <a:rPr lang="en-US" sz="2500">
                <a:solidFill>
                  <a:srgbClr val="0000FF"/>
                </a:solidFill>
              </a:rPr>
              <a:t>Provides access to</a:t>
            </a:r>
            <a:endParaRPr/>
          </a:p>
          <a:p>
            <a:pPr lvl="1">
              <a:defRPr/>
            </a:pPr>
            <a:r>
              <a:rPr lang="en-US" sz="2400">
                <a:solidFill>
                  <a:srgbClr val="FF0000"/>
                </a:solidFill>
              </a:rPr>
              <a:t>Developers</a:t>
            </a:r>
            <a:endParaRPr/>
          </a:p>
          <a:p>
            <a:pPr lvl="1">
              <a:defRPr/>
            </a:pPr>
            <a:r>
              <a:rPr lang="en-US" sz="2400">
                <a:solidFill>
                  <a:srgbClr val="FF0000"/>
                </a:solidFill>
              </a:rPr>
              <a:t>Users</a:t>
            </a:r>
            <a:endParaRPr/>
          </a:p>
          <a:p>
            <a:pPr lvl="1">
              <a:defRPr/>
            </a:pPr>
            <a:r>
              <a:rPr lang="en-US" sz="2400">
                <a:solidFill>
                  <a:srgbClr val="FF0000"/>
                </a:solidFill>
              </a:rPr>
              <a:t>Administrators</a:t>
            </a:r>
            <a:endParaRPr/>
          </a:p>
          <a:p>
            <a:pPr>
              <a:defRPr/>
            </a:pPr>
            <a:r>
              <a:rPr lang="en-US" sz="2500">
                <a:solidFill>
                  <a:srgbClr val="0000FF"/>
                </a:solidFill>
              </a:rPr>
              <a:t>Handle various forms of inputs/outputs</a:t>
            </a:r>
            <a:endParaRPr/>
          </a:p>
          <a:p>
            <a:pPr lvl="1">
              <a:defRPr/>
            </a:pPr>
            <a:r>
              <a:rPr lang="en-US" sz="2400">
                <a:solidFill>
                  <a:srgbClr val="FF0000"/>
                </a:solidFill>
              </a:rPr>
              <a:t>Asking questions (input)</a:t>
            </a:r>
            <a:endParaRPr/>
          </a:p>
          <a:p>
            <a:pPr lvl="1">
              <a:defRPr/>
            </a:pPr>
            <a:r>
              <a:rPr lang="en-US" sz="2400">
                <a:solidFill>
                  <a:srgbClr val="FF0000"/>
                </a:solidFill>
              </a:rPr>
              <a:t>Acquiring missing information</a:t>
            </a:r>
            <a:endParaRPr/>
          </a:p>
          <a:p>
            <a:pPr lvl="1">
              <a:defRPr/>
            </a:pPr>
            <a:r>
              <a:rPr lang="en-US" sz="2400">
                <a:solidFill>
                  <a:srgbClr val="FF0000"/>
                </a:solidFill>
              </a:rPr>
              <a:t>Giving answers (output) </a:t>
            </a:r>
            <a:r>
              <a:rPr lang="en-US" sz="2400">
                <a:solidFill>
                  <a:srgbClr val="FF0000"/>
                </a:solidFill>
              </a:rPr>
              <a:t> </a:t>
            </a:r>
            <a:endParaRPr lang="en-US" sz="2400">
              <a:solidFill>
                <a:srgbClr val="FF0000"/>
              </a:solidFill>
            </a:endParaRPr>
          </a:p>
          <a:p>
            <a:pPr lvl="2">
              <a:defRPr/>
            </a:pPr>
            <a:r>
              <a:rPr lang="en-US" sz="2000">
                <a:solidFill>
                  <a:srgbClr val="FF0000"/>
                </a:solidFill>
              </a:rPr>
              <a:t>Explanations, Alternative solutions, assurance</a:t>
            </a:r>
            <a:endParaRPr lang="en-US" sz="2400">
              <a:solidFill>
                <a:srgbClr val="FF0000"/>
              </a:solidFill>
            </a:endParaRPr>
          </a:p>
          <a:p>
            <a:pPr>
              <a:defRPr/>
            </a:pPr>
            <a:endParaRPr lang="en-US" sz="2500">
              <a:solidFill>
                <a:srgbClr val="CC3300"/>
              </a:solidFil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7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679273855" name="Rectangle 2"/>
          <p:cNvSpPr>
            <a:spLocks noChangeArrowheads="1" noGrp="1"/>
          </p:cNvSpPr>
          <p:nvPr>
            <p:ph type="title"/>
          </p:nvPr>
        </p:nvSpPr>
        <p:spPr bwMode="auto"/>
        <p:txBody>
          <a:bodyPr/>
          <a:lstStyle/>
          <a:p>
            <a:pPr>
              <a:defRPr/>
            </a:pPr>
            <a:r>
              <a:rPr lang="en-US" b="1">
                <a:solidFill>
                  <a:srgbClr val="00B050"/>
                </a:solidFill>
              </a:rPr>
              <a:t>User Interface</a:t>
            </a:r>
            <a:endParaRPr/>
          </a:p>
        </p:txBody>
      </p:sp>
      <p:sp>
        <p:nvSpPr>
          <p:cNvPr id="1191809724" name="Rectangle 3"/>
          <p:cNvSpPr>
            <a:spLocks noChangeArrowheads="1" noGrp="1"/>
          </p:cNvSpPr>
          <p:nvPr>
            <p:ph type="body" idx="1"/>
          </p:nvPr>
        </p:nvSpPr>
        <p:spPr bwMode="auto">
          <a:xfrm>
            <a:off x="457200" y="1163638"/>
            <a:ext cx="8229600" cy="4530725"/>
          </a:xfrm>
        </p:spPr>
        <p:txBody>
          <a:bodyPr/>
          <a:lstStyle/>
          <a:p>
            <a:pPr>
              <a:defRPr/>
            </a:pPr>
            <a:r>
              <a:rPr lang="en-US" sz="2500">
                <a:solidFill>
                  <a:srgbClr val="FF0000"/>
                </a:solidFill>
              </a:rPr>
              <a:t>Some interfaces enable NLP features</a:t>
            </a:r>
            <a:endParaRPr/>
          </a:p>
          <a:p>
            <a:pPr lvl="1">
              <a:defRPr/>
            </a:pPr>
            <a:r>
              <a:rPr lang="en-US" sz="2400">
                <a:solidFill>
                  <a:srgbClr val="0000FF"/>
                </a:solidFill>
              </a:rPr>
              <a:t>Communication through natural languages</a:t>
            </a:r>
            <a:endParaRPr/>
          </a:p>
          <a:p>
            <a:pPr lvl="1">
              <a:defRPr/>
            </a:pPr>
            <a:r>
              <a:rPr lang="en-US" sz="2400">
                <a:solidFill>
                  <a:srgbClr val="0000FF"/>
                </a:solidFill>
              </a:rPr>
              <a:t>Asking questions in plain English</a:t>
            </a:r>
            <a:endParaRPr/>
          </a:p>
          <a:p>
            <a:pPr lvl="1">
              <a:defRPr/>
            </a:pPr>
            <a:r>
              <a:rPr lang="en-US" sz="2400">
                <a:solidFill>
                  <a:srgbClr val="0000FF"/>
                </a:solidFill>
              </a:rPr>
              <a:t>Handling Voice, texts, images, videos, EEG</a:t>
            </a:r>
            <a:endParaRPr/>
          </a:p>
          <a:p>
            <a:pPr lvl="1">
              <a:defRPr/>
            </a:pPr>
            <a:r>
              <a:rPr lang="en-US" sz="2400">
                <a:solidFill>
                  <a:srgbClr val="0000FF"/>
                </a:solidFill>
              </a:rPr>
              <a:t>Chatbots are the best example of those features</a:t>
            </a:r>
            <a:endParaRPr/>
          </a:p>
          <a:p>
            <a:pPr lvl="1">
              <a:defRPr/>
            </a:pPr>
            <a:r>
              <a:rPr lang="en-US" sz="2400">
                <a:solidFill>
                  <a:srgbClr val="0000FF"/>
                </a:solidFill>
              </a:rPr>
              <a:t>Now chatbots are being replaced by AI Agent</a:t>
            </a:r>
            <a:endParaRPr/>
          </a:p>
          <a:p>
            <a:pPr>
              <a:defRPr/>
            </a:pPr>
            <a:r>
              <a:rPr lang="en-US" sz="2500">
                <a:solidFill>
                  <a:srgbClr val="FF0000"/>
                </a:solidFill>
              </a:rPr>
              <a:t>Interfaces</a:t>
            </a:r>
            <a:endParaRPr/>
          </a:p>
          <a:p>
            <a:pPr lvl="1">
              <a:defRPr/>
            </a:pPr>
            <a:r>
              <a:rPr lang="en-US" sz="2400">
                <a:solidFill>
                  <a:srgbClr val="0000FF"/>
                </a:solidFill>
              </a:rPr>
              <a:t>Desktop/web/mobile interfaces/BCI devices</a:t>
            </a:r>
            <a:endParaRPr/>
          </a:p>
          <a:p>
            <a:pPr lvl="1">
              <a:defRPr/>
            </a:pPr>
            <a:r>
              <a:rPr lang="en-US" sz="2400">
                <a:solidFill>
                  <a:srgbClr val="0000FF"/>
                </a:solidFill>
              </a:rPr>
              <a:t>Use of multimedia features</a:t>
            </a:r>
            <a:endParaRPr/>
          </a:p>
          <a:p>
            <a:pPr lvl="1">
              <a:defRPr/>
            </a:pPr>
            <a:r>
              <a:rPr lang="en-US" sz="2400">
                <a:solidFill>
                  <a:srgbClr val="0000FF"/>
                </a:solidFill>
              </a:rPr>
              <a:t>Easy access to web resources</a:t>
            </a:r>
            <a:endParaRPr/>
          </a:p>
          <a:p>
            <a:pPr lvl="1">
              <a:defRPr/>
            </a:pPr>
            <a:r>
              <a:rPr lang="en-US" sz="2400">
                <a:solidFill>
                  <a:srgbClr val="0000FF"/>
                </a:solidFill>
              </a:rPr>
              <a:t>Authentication</a:t>
            </a:r>
            <a:endParaRPr/>
          </a:p>
          <a:p>
            <a:pPr lvl="1">
              <a:defRPr/>
            </a:pPr>
            <a:endParaRPr lang="en-US" sz="2400">
              <a:solidFill>
                <a:srgbClr val="0000FF"/>
              </a:solidFill>
            </a:endParaRPr>
          </a:p>
          <a:p>
            <a:pPr marL="344487" lvl="1" indent="0">
              <a:buFont typeface="Wingdings"/>
              <a:buNone/>
              <a:defRPr/>
            </a:pPr>
            <a:endParaRPr lang="en-US" sz="2400">
              <a:solidFill>
                <a:srgbClr val="0000FF"/>
              </a:solidFill>
            </a:endParaRPr>
          </a:p>
          <a:p>
            <a:pPr lvl="1">
              <a:buFont typeface="Wingdings"/>
              <a:buNone/>
              <a:defRPr/>
            </a:pPr>
            <a:endParaRPr lang="en-US" sz="2400">
              <a:solidFill>
                <a:srgbClr val="0000FF"/>
              </a:solidFill>
            </a:endParaRPr>
          </a:p>
          <a:p>
            <a:pPr>
              <a:buFont typeface="Wingdings"/>
              <a:buNone/>
              <a:defRPr/>
            </a:pPr>
            <a:endParaRPr lang="en-US"/>
          </a:p>
        </p:txBody>
      </p:sp>
      <p:sp>
        <p:nvSpPr>
          <p:cNvPr id="1660188301" name="TextBox 1"/>
          <p:cNvSpPr txBox="1"/>
          <p:nvPr/>
        </p:nvSpPr>
        <p:spPr bwMode="auto">
          <a:xfrm>
            <a:off x="9601200" y="2133600"/>
            <a:ext cx="2681183" cy="1200329"/>
          </a:xfrm>
          <a:prstGeom prst="rect">
            <a:avLst/>
          </a:prstGeom>
          <a:noFill/>
        </p:spPr>
        <p:txBody>
          <a:bodyPr wrap="none" rtlCol="0">
            <a:spAutoFit/>
          </a:bodyPr>
          <a:lstStyle/>
          <a:p>
            <a:pPr>
              <a:defRPr/>
            </a:pPr>
            <a:r>
              <a:rPr lang="en-US">
                <a:solidFill>
                  <a:srgbClr val="FFFF00"/>
                </a:solidFill>
              </a:rPr>
              <a:t>ELIZA</a:t>
            </a:r>
            <a:endParaRPr/>
          </a:p>
          <a:p>
            <a:pPr>
              <a:defRPr/>
            </a:pPr>
            <a:r>
              <a:rPr lang="en-US">
                <a:solidFill>
                  <a:srgbClr val="FFFF00"/>
                </a:solidFill>
              </a:rPr>
              <a:t>  Chatbot/AI Agent</a:t>
            </a:r>
            <a:endParaRPr/>
          </a:p>
          <a:p>
            <a:pPr>
              <a:defRPr/>
            </a:pPr>
            <a:r>
              <a:rPr lang="en-US">
                <a:solidFill>
                  <a:srgbClr val="FFFF00"/>
                </a:solidFill>
              </a:rPr>
              <a:t>  LLM</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7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2096895629" name="Title 1"/>
          <p:cNvSpPr>
            <a:spLocks noChangeArrowheads="1" noGrp="1"/>
          </p:cNvSpPr>
          <p:nvPr>
            <p:ph type="title"/>
          </p:nvPr>
        </p:nvSpPr>
        <p:spPr bwMode="auto"/>
        <p:txBody>
          <a:bodyPr/>
          <a:lstStyle/>
          <a:p>
            <a:pPr>
              <a:defRPr/>
            </a:pPr>
            <a:r>
              <a:rPr lang="en-US" b="1">
                <a:solidFill>
                  <a:srgbClr val="00B050"/>
                </a:solidFill>
              </a:rPr>
              <a:t>Homework</a:t>
            </a:r>
            <a:endParaRPr/>
          </a:p>
        </p:txBody>
      </p:sp>
      <p:sp>
        <p:nvSpPr>
          <p:cNvPr id="579926426" name="Content Placeholder 2"/>
          <p:cNvSpPr>
            <a:spLocks noChangeArrowheads="1" noGrp="1"/>
          </p:cNvSpPr>
          <p:nvPr>
            <p:ph idx="1"/>
          </p:nvPr>
        </p:nvSpPr>
        <p:spPr bwMode="auto"/>
        <p:txBody>
          <a:bodyPr/>
          <a:lstStyle/>
          <a:p>
            <a:pPr>
              <a:defRPr/>
            </a:pPr>
            <a:r>
              <a:rPr lang="en-US" sz="2800">
                <a:solidFill>
                  <a:srgbClr val="0070C0"/>
                </a:solidFill>
              </a:rPr>
              <a:t>Identify Expert System development tools, with </a:t>
            </a:r>
            <a:endParaRPr/>
          </a:p>
          <a:p>
            <a:pPr lvl="1">
              <a:defRPr/>
            </a:pPr>
            <a:r>
              <a:rPr lang="en-US" sz="2400">
                <a:solidFill>
                  <a:srgbClr val="0070C0"/>
                </a:solidFill>
              </a:rPr>
              <a:t>Desktop interface</a:t>
            </a:r>
            <a:endParaRPr/>
          </a:p>
          <a:p>
            <a:pPr lvl="1">
              <a:defRPr/>
            </a:pPr>
            <a:r>
              <a:rPr lang="en-US" sz="2400">
                <a:solidFill>
                  <a:srgbClr val="0070C0"/>
                </a:solidFill>
              </a:rPr>
              <a:t>web interface</a:t>
            </a:r>
            <a:endParaRPr/>
          </a:p>
          <a:p>
            <a:pPr lvl="1">
              <a:defRPr/>
            </a:pPr>
            <a:r>
              <a:rPr lang="en-US" sz="2400">
                <a:solidFill>
                  <a:srgbClr val="0070C0"/>
                </a:solidFill>
              </a:rPr>
              <a:t>Mobile interface (App)</a:t>
            </a:r>
            <a:endParaRPr/>
          </a:p>
          <a:p>
            <a:pPr>
              <a:defRPr/>
            </a:pPr>
            <a:endParaRPr lang="en-US"/>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7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698675244" name="Title 1"/>
          <p:cNvSpPr>
            <a:spLocks noChangeArrowheads="1" noGrp="1"/>
          </p:cNvSpPr>
          <p:nvPr>
            <p:ph type="title"/>
          </p:nvPr>
        </p:nvSpPr>
        <p:spPr bwMode="auto"/>
        <p:txBody>
          <a:bodyPr/>
          <a:lstStyle/>
          <a:p>
            <a:pPr>
              <a:defRPr/>
            </a:pPr>
            <a:r>
              <a:rPr lang="en-US" b="1">
                <a:solidFill>
                  <a:srgbClr val="00B050"/>
                </a:solidFill>
              </a:rPr>
              <a:t>Exercise</a:t>
            </a:r>
            <a:endParaRPr/>
          </a:p>
        </p:txBody>
      </p:sp>
      <p:sp>
        <p:nvSpPr>
          <p:cNvPr id="354349876" name="Content Placeholder 2"/>
          <p:cNvSpPr>
            <a:spLocks noChangeArrowheads="1" noGrp="1"/>
          </p:cNvSpPr>
          <p:nvPr>
            <p:ph idx="1"/>
          </p:nvPr>
        </p:nvSpPr>
        <p:spPr bwMode="auto"/>
        <p:txBody>
          <a:bodyPr/>
          <a:lstStyle/>
          <a:p>
            <a:pPr>
              <a:defRPr/>
            </a:pPr>
            <a:r>
              <a:rPr lang="en-US"/>
              <a:t>To what extent can you consider </a:t>
            </a:r>
            <a:r>
              <a:rPr lang="en-US">
                <a:highlight>
                  <a:srgbClr val="FFFF00"/>
                </a:highlight>
              </a:rPr>
              <a:t>ChatGPT as an ES</a:t>
            </a:r>
            <a:r>
              <a:rPr lang="en-US"/>
              <a:t>?</a:t>
            </a:r>
            <a:endParaRPr/>
          </a:p>
          <a:p>
            <a:pPr lvl="1">
              <a:defRPr/>
            </a:pPr>
            <a:r>
              <a:rPr lang="en-US"/>
              <a:t>ChatGPT has a pre-trained LLM (may be wrong), like KB (assured experts’ knowledge) is ES </a:t>
            </a:r>
            <a:endParaRPr/>
          </a:p>
          <a:p>
            <a:pPr lvl="1">
              <a:defRPr/>
            </a:pPr>
            <a:r>
              <a:rPr lang="en-US"/>
              <a:t>ChatGPT is based on ML, early ES Symbolic, but now symbolic + ML (Watson)</a:t>
            </a:r>
            <a:endParaRPr/>
          </a:p>
          <a:p>
            <a:pPr lvl="1">
              <a:defRPr/>
            </a:pPr>
            <a:r>
              <a:rPr lang="en-US"/>
              <a:t>As an ML, ChatGPT cannot explain the answers.</a:t>
            </a:r>
            <a:endParaRPr/>
          </a:p>
          <a:p>
            <a:pPr lvl="1">
              <a:defRPr/>
            </a:pPr>
            <a:r>
              <a:rPr lang="en-US"/>
              <a:t>ChatGPT is NLP-based, and has a simple UI</a:t>
            </a:r>
            <a:endParaRPr/>
          </a:p>
        </p:txBody>
      </p:sp>
      <p:sp>
        <p:nvSpPr>
          <p:cNvPr id="2076676999" name="TextBox 3"/>
          <p:cNvSpPr txBox="1">
            <a:spLocks noChangeArrowheads="1"/>
          </p:cNvSpPr>
          <p:nvPr/>
        </p:nvSpPr>
        <p:spPr bwMode="auto">
          <a:xfrm>
            <a:off x="9601200" y="1905000"/>
            <a:ext cx="4019049" cy="3046988"/>
          </a:xfrm>
          <a:prstGeom prst="rect">
            <a:avLst/>
          </a:prstGeom>
          <a:noFill/>
          <a:ln>
            <a:noFill/>
          </a:ln>
        </p:spPr>
        <p:txBody>
          <a:bodyPr wrap="none">
            <a:spAutoFit/>
          </a:bodyPr>
          <a:lstStyle>
            <a:lvl1pPr>
              <a:defRPr sz="2400">
                <a:solidFill>
                  <a:schemeClr val="tx1"/>
                </a:solidFill>
                <a:latin typeface="Arial"/>
              </a:defRPr>
            </a:lvl1pPr>
            <a:lvl2pPr marL="742950" indent="-285750">
              <a:defRPr sz="2400">
                <a:solidFill>
                  <a:schemeClr val="tx1"/>
                </a:solidFill>
                <a:latin typeface="Arial"/>
              </a:defRPr>
            </a:lvl2pPr>
            <a:lvl3pPr marL="1143000" indent="-228600">
              <a:defRPr sz="2400">
                <a:solidFill>
                  <a:schemeClr val="tx1"/>
                </a:solidFill>
                <a:latin typeface="Arial"/>
              </a:defRPr>
            </a:lvl3pPr>
            <a:lvl4pPr marL="1600200" indent="-228600">
              <a:defRPr sz="2400">
                <a:solidFill>
                  <a:schemeClr val="tx1"/>
                </a:solidFill>
                <a:latin typeface="Arial"/>
              </a:defRPr>
            </a:lvl4pPr>
            <a:lvl5pPr marL="2057400" indent="-228600">
              <a:defRPr sz="2400">
                <a:solidFill>
                  <a:schemeClr val="tx1"/>
                </a:solidFill>
                <a:latin typeface="Arial"/>
              </a:defRPr>
            </a:lvl5pPr>
            <a:lvl6pPr marL="2514600" indent="-228600">
              <a:spcBef>
                <a:spcPts val="0"/>
              </a:spcBef>
              <a:spcAft>
                <a:spcPts val="0"/>
              </a:spcAft>
              <a:defRPr sz="2400">
                <a:solidFill>
                  <a:schemeClr val="tx1"/>
                </a:solidFill>
                <a:latin typeface="Arial"/>
              </a:defRPr>
            </a:lvl6pPr>
            <a:lvl7pPr marL="2971800" indent="-228600">
              <a:spcBef>
                <a:spcPts val="0"/>
              </a:spcBef>
              <a:spcAft>
                <a:spcPts val="0"/>
              </a:spcAft>
              <a:defRPr sz="2400">
                <a:solidFill>
                  <a:schemeClr val="tx1"/>
                </a:solidFill>
                <a:latin typeface="Arial"/>
              </a:defRPr>
            </a:lvl7pPr>
            <a:lvl8pPr marL="3429000" indent="-228600">
              <a:spcBef>
                <a:spcPts val="0"/>
              </a:spcBef>
              <a:spcAft>
                <a:spcPts val="0"/>
              </a:spcAft>
              <a:defRPr sz="2400">
                <a:solidFill>
                  <a:schemeClr val="tx1"/>
                </a:solidFill>
                <a:latin typeface="Arial"/>
              </a:defRPr>
            </a:lvl8pPr>
            <a:lvl9pPr marL="3886200" indent="-228600">
              <a:spcBef>
                <a:spcPts val="0"/>
              </a:spcBef>
              <a:spcAft>
                <a:spcPts val="0"/>
              </a:spcAft>
              <a:defRPr sz="2400">
                <a:solidFill>
                  <a:schemeClr val="tx1"/>
                </a:solidFill>
                <a:latin typeface="Arial"/>
              </a:defRPr>
            </a:lvl9pPr>
          </a:lstStyle>
          <a:p>
            <a:pPr>
              <a:defRPr/>
            </a:pPr>
            <a:r>
              <a:rPr lang="en-US">
                <a:solidFill>
                  <a:srgbClr val="FFFF00"/>
                </a:solidFill>
              </a:rPr>
              <a:t>Expert problem solving (ES)</a:t>
            </a:r>
            <a:endParaRPr/>
          </a:p>
          <a:p>
            <a:pPr>
              <a:defRPr/>
            </a:pPr>
            <a:r>
              <a:rPr lang="en-US">
                <a:solidFill>
                  <a:srgbClr val="FFFF00"/>
                </a:solidFill>
              </a:rPr>
              <a:t>Learning (ML/ANN)</a:t>
            </a:r>
            <a:endParaRPr/>
          </a:p>
          <a:p>
            <a:pPr>
              <a:defRPr/>
            </a:pPr>
            <a:r>
              <a:rPr lang="en-US">
                <a:solidFill>
                  <a:srgbClr val="FFFF00"/>
                </a:solidFill>
              </a:rPr>
              <a:t>Perception (Robotics)</a:t>
            </a:r>
            <a:endParaRPr/>
          </a:p>
          <a:p>
            <a:pPr>
              <a:defRPr/>
            </a:pPr>
            <a:r>
              <a:rPr lang="en-US">
                <a:solidFill>
                  <a:srgbClr val="FFFF00"/>
                </a:solidFill>
              </a:rPr>
              <a:t>Thinking (Game)</a:t>
            </a:r>
            <a:endParaRPr/>
          </a:p>
          <a:p>
            <a:pPr>
              <a:defRPr/>
            </a:pPr>
            <a:r>
              <a:rPr lang="en-US">
                <a:solidFill>
                  <a:srgbClr val="FFFF00"/>
                </a:solidFill>
              </a:rPr>
              <a:t>Understanding </a:t>
            </a:r>
            <a:endParaRPr/>
          </a:p>
          <a:p>
            <a:pPr>
              <a:defRPr/>
            </a:pPr>
            <a:r>
              <a:rPr lang="en-US">
                <a:solidFill>
                  <a:srgbClr val="FFFF00"/>
                </a:solidFill>
              </a:rPr>
              <a:t>    languages in context</a:t>
            </a:r>
            <a:endParaRPr/>
          </a:p>
          <a:p>
            <a:pPr>
              <a:defRPr/>
            </a:pPr>
            <a:r>
              <a:rPr lang="en-US">
                <a:solidFill>
                  <a:srgbClr val="FFFF00"/>
                </a:solidFill>
              </a:rPr>
              <a:t>    (ChatGPT)</a:t>
            </a:r>
            <a:endParaRPr/>
          </a:p>
          <a:p>
            <a:pPr>
              <a:defRPr/>
            </a:pPr>
            <a:endParaRPr lang="en-US"/>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7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420268787" name="Rectangle 2"/>
          <p:cNvSpPr>
            <a:spLocks noChangeArrowheads="1" noGrp="1"/>
          </p:cNvSpPr>
          <p:nvPr>
            <p:ph type="title"/>
          </p:nvPr>
        </p:nvSpPr>
        <p:spPr bwMode="auto">
          <a:xfrm>
            <a:off x="304800" y="76200"/>
            <a:ext cx="8229600" cy="1139825"/>
          </a:xfrm>
        </p:spPr>
        <p:txBody>
          <a:bodyPr/>
          <a:lstStyle/>
          <a:p>
            <a:pPr>
              <a:defRPr/>
            </a:pPr>
            <a:r>
              <a:rPr lang="en-US" b="1">
                <a:solidFill>
                  <a:srgbClr val="00B050"/>
                </a:solidFill>
              </a:rPr>
              <a:t>Knowledge Base….</a:t>
            </a:r>
            <a:endParaRPr/>
          </a:p>
        </p:txBody>
      </p:sp>
      <p:sp>
        <p:nvSpPr>
          <p:cNvPr id="1748298238" name="Rectangle 3"/>
          <p:cNvSpPr>
            <a:spLocks noChangeArrowheads="1" noGrp="1"/>
          </p:cNvSpPr>
          <p:nvPr>
            <p:ph type="body" idx="1"/>
          </p:nvPr>
        </p:nvSpPr>
        <p:spPr bwMode="auto">
          <a:xfrm>
            <a:off x="304800" y="914400"/>
            <a:ext cx="8229600" cy="5715000"/>
          </a:xfrm>
        </p:spPr>
        <p:txBody>
          <a:bodyPr/>
          <a:lstStyle/>
          <a:p>
            <a:pPr>
              <a:lnSpc>
                <a:spcPct val="90000"/>
              </a:lnSpc>
              <a:defRPr/>
            </a:pPr>
            <a:r>
              <a:rPr lang="en-US" sz="2200">
                <a:solidFill>
                  <a:srgbClr val="0000FF"/>
                </a:solidFill>
              </a:rPr>
              <a:t>It’s a reservoir of knowledge such as </a:t>
            </a:r>
            <a:endParaRPr/>
          </a:p>
          <a:p>
            <a:pPr lvl="1">
              <a:lnSpc>
                <a:spcPct val="90000"/>
              </a:lnSpc>
              <a:defRPr/>
            </a:pPr>
            <a:r>
              <a:rPr lang="en-US" sz="2100">
                <a:solidFill>
                  <a:srgbClr val="FF0000"/>
                </a:solidFill>
              </a:rPr>
              <a:t>Special knowledge (music, military, national security)</a:t>
            </a:r>
            <a:endParaRPr/>
          </a:p>
          <a:p>
            <a:pPr lvl="1">
              <a:lnSpc>
                <a:spcPct val="90000"/>
              </a:lnSpc>
              <a:defRPr/>
            </a:pPr>
            <a:r>
              <a:rPr lang="en-US" sz="2100">
                <a:solidFill>
                  <a:srgbClr val="FF0000"/>
                </a:solidFill>
              </a:rPr>
              <a:t>Databases/Data sets </a:t>
            </a:r>
            <a:endParaRPr/>
          </a:p>
          <a:p>
            <a:pPr lvl="1">
              <a:lnSpc>
                <a:spcPct val="90000"/>
              </a:lnSpc>
              <a:defRPr/>
            </a:pPr>
            <a:r>
              <a:rPr lang="en-US" sz="2100">
                <a:solidFill>
                  <a:srgbClr val="FF0000"/>
                </a:solidFill>
              </a:rPr>
              <a:t>Web servers</a:t>
            </a:r>
            <a:endParaRPr/>
          </a:p>
          <a:p>
            <a:pPr lvl="1">
              <a:lnSpc>
                <a:spcPct val="90000"/>
              </a:lnSpc>
              <a:defRPr/>
            </a:pPr>
            <a:r>
              <a:rPr lang="en-US" sz="2100">
                <a:solidFill>
                  <a:srgbClr val="FF0000"/>
                </a:solidFill>
              </a:rPr>
              <a:t>File servers</a:t>
            </a:r>
            <a:endParaRPr/>
          </a:p>
          <a:p>
            <a:pPr lvl="1">
              <a:lnSpc>
                <a:spcPct val="90000"/>
              </a:lnSpc>
              <a:defRPr/>
            </a:pPr>
            <a:r>
              <a:rPr lang="en-US" sz="2100">
                <a:solidFill>
                  <a:srgbClr val="FF0000"/>
                </a:solidFill>
              </a:rPr>
              <a:t>Cloud</a:t>
            </a:r>
            <a:endParaRPr/>
          </a:p>
          <a:p>
            <a:pPr lvl="1">
              <a:lnSpc>
                <a:spcPct val="90000"/>
              </a:lnSpc>
              <a:defRPr/>
            </a:pPr>
            <a:r>
              <a:rPr lang="en-US" sz="2100">
                <a:solidFill>
                  <a:srgbClr val="FF0000"/>
                </a:solidFill>
              </a:rPr>
              <a:t>Digital Libraries</a:t>
            </a:r>
            <a:endParaRPr/>
          </a:p>
          <a:p>
            <a:pPr lvl="1">
              <a:lnSpc>
                <a:spcPct val="90000"/>
              </a:lnSpc>
              <a:defRPr/>
            </a:pPr>
            <a:r>
              <a:rPr lang="en-US" sz="2100">
                <a:solidFill>
                  <a:srgbClr val="FF0000"/>
                </a:solidFill>
              </a:rPr>
              <a:t>E-books</a:t>
            </a:r>
            <a:endParaRPr/>
          </a:p>
          <a:p>
            <a:pPr lvl="1">
              <a:lnSpc>
                <a:spcPct val="90000"/>
              </a:lnSpc>
              <a:defRPr/>
            </a:pPr>
            <a:r>
              <a:rPr lang="en-US" sz="2100">
                <a:solidFill>
                  <a:srgbClr val="FF0000"/>
                </a:solidFill>
              </a:rPr>
              <a:t>LLM</a:t>
            </a:r>
            <a:endParaRPr/>
          </a:p>
          <a:p>
            <a:pPr>
              <a:lnSpc>
                <a:spcPct val="90000"/>
              </a:lnSpc>
              <a:defRPr/>
            </a:pPr>
            <a:r>
              <a:rPr lang="en-US" sz="2200">
                <a:solidFill>
                  <a:srgbClr val="0000FF"/>
                </a:solidFill>
              </a:rPr>
              <a:t>It could include</a:t>
            </a:r>
            <a:endParaRPr/>
          </a:p>
          <a:p>
            <a:pPr lvl="1">
              <a:lnSpc>
                <a:spcPct val="90000"/>
              </a:lnSpc>
              <a:defRPr/>
            </a:pPr>
            <a:r>
              <a:rPr lang="en-US" sz="2100">
                <a:solidFill>
                  <a:srgbClr val="FF0000"/>
                </a:solidFill>
              </a:rPr>
              <a:t>Data (noisy, incomplete, dynamic)</a:t>
            </a:r>
            <a:endParaRPr/>
          </a:p>
          <a:p>
            <a:pPr lvl="1">
              <a:lnSpc>
                <a:spcPct val="90000"/>
              </a:lnSpc>
              <a:defRPr/>
            </a:pPr>
            <a:r>
              <a:rPr lang="en-US" sz="2100">
                <a:solidFill>
                  <a:srgbClr val="FF0000"/>
                </a:solidFill>
              </a:rPr>
              <a:t>Information </a:t>
            </a:r>
            <a:endParaRPr/>
          </a:p>
          <a:p>
            <a:pPr lvl="1">
              <a:lnSpc>
                <a:spcPct val="90000"/>
              </a:lnSpc>
              <a:defRPr/>
            </a:pPr>
            <a:r>
              <a:rPr lang="en-US" sz="2100">
                <a:solidFill>
                  <a:srgbClr val="FF0000"/>
                </a:solidFill>
              </a:rPr>
              <a:t>Knowledge </a:t>
            </a:r>
            <a:endParaRPr/>
          </a:p>
          <a:p>
            <a:pPr lvl="1">
              <a:lnSpc>
                <a:spcPct val="90000"/>
              </a:lnSpc>
              <a:defRPr/>
            </a:pPr>
            <a:r>
              <a:rPr lang="en-US" sz="2100">
                <a:solidFill>
                  <a:srgbClr val="FF0000"/>
                </a:solidFill>
              </a:rPr>
              <a:t>Rules/Theories</a:t>
            </a:r>
            <a:endParaRPr/>
          </a:p>
          <a:p>
            <a:pPr lvl="1">
              <a:lnSpc>
                <a:spcPct val="90000"/>
              </a:lnSpc>
              <a:defRPr/>
            </a:pPr>
            <a:r>
              <a:rPr lang="en-US" sz="2100">
                <a:solidFill>
                  <a:srgbClr val="FF0000"/>
                </a:solidFill>
              </a:rPr>
              <a:t>Procedures</a:t>
            </a:r>
            <a:endParaRPr/>
          </a:p>
          <a:p>
            <a:pPr>
              <a:lnSpc>
                <a:spcPct val="90000"/>
              </a:lnSpc>
              <a:defRPr/>
            </a:pPr>
            <a:r>
              <a:rPr lang="en-US" sz="2200">
                <a:solidFill>
                  <a:srgbClr val="0070C0"/>
                </a:solidFill>
              </a:rPr>
              <a:t>Unless proper knowledge representation is used KB cannot be accessed by the inference engine</a:t>
            </a:r>
            <a:endParaRPr/>
          </a:p>
          <a:p>
            <a:pPr marL="344487" lvl="1" indent="0">
              <a:lnSpc>
                <a:spcPct val="90000"/>
              </a:lnSpc>
              <a:buFont typeface="Wingdings"/>
              <a:buNone/>
              <a:defRPr/>
            </a:pPr>
            <a:endParaRPr lang="en-US" sz="2200">
              <a:solidFill>
                <a:srgbClr val="0070C0"/>
              </a:solidFill>
            </a:endParaRPr>
          </a:p>
          <a:p>
            <a:pPr>
              <a:lnSpc>
                <a:spcPct val="90000"/>
              </a:lnSpc>
              <a:buFont typeface="Wingdings"/>
              <a:buNone/>
              <a:defRPr/>
            </a:pPr>
            <a:endParaRPr lang="en-US" sz="2600">
              <a:solidFill>
                <a:srgbClr val="CC3300"/>
              </a:solidFil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7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158779665" name="Rectangle 2"/>
          <p:cNvSpPr>
            <a:spLocks noChangeArrowheads="1" noGrp="1"/>
          </p:cNvSpPr>
          <p:nvPr>
            <p:ph type="title"/>
          </p:nvPr>
        </p:nvSpPr>
        <p:spPr bwMode="auto"/>
        <p:txBody>
          <a:bodyPr/>
          <a:lstStyle/>
          <a:p>
            <a:pPr>
              <a:defRPr/>
            </a:pPr>
            <a:r>
              <a:rPr lang="en-US" b="1">
                <a:solidFill>
                  <a:srgbClr val="00B050"/>
                </a:solidFill>
              </a:rPr>
              <a:t>Knowledge Base…. </a:t>
            </a:r>
            <a:endParaRPr/>
          </a:p>
        </p:txBody>
      </p:sp>
      <p:sp>
        <p:nvSpPr>
          <p:cNvPr id="125946670" name="Rectangle 3"/>
          <p:cNvSpPr>
            <a:spLocks noChangeArrowheads="1" noGrp="1"/>
          </p:cNvSpPr>
          <p:nvPr>
            <p:ph type="body" idx="1"/>
          </p:nvPr>
        </p:nvSpPr>
        <p:spPr bwMode="auto">
          <a:xfrm>
            <a:off x="434975" y="1236663"/>
            <a:ext cx="8480425" cy="5216525"/>
          </a:xfrm>
        </p:spPr>
        <p:txBody>
          <a:bodyPr/>
          <a:lstStyle/>
          <a:p>
            <a:pPr marL="91440">
              <a:defRPr/>
            </a:pPr>
            <a:r>
              <a:rPr lang="en-US" sz="2400">
                <a:solidFill>
                  <a:srgbClr val="0070C0"/>
                </a:solidFill>
              </a:rPr>
              <a:t>We must use appropriate KR techniques (rules, logic, etc.)   </a:t>
            </a:r>
            <a:endParaRPr/>
          </a:p>
          <a:p>
            <a:pPr marL="0" indent="0">
              <a:buNone/>
              <a:defRPr/>
            </a:pPr>
            <a:r>
              <a:rPr lang="en-US" sz="2400">
                <a:solidFill>
                  <a:srgbClr val="0070C0"/>
                </a:solidFill>
              </a:rPr>
              <a:t>    to code the KB</a:t>
            </a:r>
            <a:endParaRPr/>
          </a:p>
          <a:p>
            <a:pPr>
              <a:defRPr/>
            </a:pPr>
            <a:r>
              <a:rPr lang="en-US" sz="2400">
                <a:solidFill>
                  <a:srgbClr val="0070C0"/>
                </a:solidFill>
              </a:rPr>
              <a:t>KB may include so many modules</a:t>
            </a:r>
            <a:endParaRPr/>
          </a:p>
          <a:p>
            <a:pPr>
              <a:buFont typeface="Wingdings"/>
              <a:buNone/>
              <a:defRPr/>
            </a:pPr>
            <a:endParaRPr lang="en-US"/>
          </a:p>
        </p:txBody>
      </p:sp>
      <p:sp>
        <p:nvSpPr>
          <p:cNvPr id="1881062815" name="Text Box 5"/>
          <p:cNvSpPr txBox="1">
            <a:spLocks noChangeArrowheads="1"/>
          </p:cNvSpPr>
          <p:nvPr/>
        </p:nvSpPr>
        <p:spPr bwMode="auto">
          <a:xfrm>
            <a:off x="2181225" y="2505074"/>
            <a:ext cx="4895850" cy="1647825"/>
          </a:xfrm>
          <a:prstGeom prst="rect">
            <a:avLst/>
          </a:prstGeom>
          <a:solidFill>
            <a:srgbClr val="FFFFCC"/>
          </a:solidFill>
          <a:ln w="9525">
            <a:solidFill>
              <a:srgbClr val="000000"/>
            </a:solidFill>
            <a:miter lim="800000"/>
            <a:headEnd/>
            <a:tailEnd/>
          </a:ln>
        </p:spPr>
        <p:txBody>
          <a:bodyPr/>
          <a:lstStyle>
            <a:lvl1pPr>
              <a:spcBef>
                <a:spcPts val="0"/>
              </a:spcBef>
              <a:buClr>
                <a:schemeClr val="accent1"/>
              </a:buClr>
              <a:buSzPct val="65000"/>
              <a:buFont typeface="Wingdings"/>
              <a:buChar char="n"/>
              <a:defRPr sz="3000">
                <a:solidFill>
                  <a:schemeClr val="tx1"/>
                </a:solidFill>
                <a:latin typeface="Arial"/>
              </a:defRPr>
            </a:lvl1pPr>
            <a:lvl2pPr marL="742950" indent="-285750">
              <a:spcBef>
                <a:spcPts val="0"/>
              </a:spcBef>
              <a:buClr>
                <a:schemeClr val="accent2"/>
              </a:buClr>
              <a:buSzPct val="60000"/>
              <a:buFont typeface="Wingdings"/>
              <a:buChar char="q"/>
              <a:defRPr sz="2600">
                <a:solidFill>
                  <a:schemeClr val="tx1"/>
                </a:solidFill>
                <a:latin typeface="Arial"/>
              </a:defRPr>
            </a:lvl2pPr>
            <a:lvl3pPr marL="1143000" indent="-228600">
              <a:spcBef>
                <a:spcPts val="0"/>
              </a:spcBef>
              <a:buClr>
                <a:schemeClr val="accent1"/>
              </a:buClr>
              <a:buSzPct val="65000"/>
              <a:buFont typeface="Wingdings"/>
              <a:buChar char="n"/>
              <a:defRPr sz="2200">
                <a:solidFill>
                  <a:schemeClr val="tx1"/>
                </a:solidFill>
                <a:latin typeface="Arial"/>
              </a:defRPr>
            </a:lvl3pPr>
            <a:lvl4pPr marL="1600200" indent="-228600">
              <a:spcBef>
                <a:spcPts val="0"/>
              </a:spcBef>
              <a:buClr>
                <a:schemeClr val="accent2"/>
              </a:buClr>
              <a:buSzPct val="70000"/>
              <a:buFont typeface="Wingdings"/>
              <a:buChar char="q"/>
              <a:defRPr sz="2000">
                <a:solidFill>
                  <a:schemeClr val="tx1"/>
                </a:solidFill>
                <a:latin typeface="Arial"/>
              </a:defRPr>
            </a:lvl4pPr>
            <a:lvl5pPr marL="2057400" indent="-228600">
              <a:spcBef>
                <a:spcPts val="0"/>
              </a:spcBef>
              <a:buClr>
                <a:schemeClr val="accent1"/>
              </a:buClr>
              <a:buSzPct val="75000"/>
              <a:buFont typeface="Wingdings"/>
              <a:buChar char="§"/>
              <a:defRPr sz="2000">
                <a:solidFill>
                  <a:schemeClr val="tx1"/>
                </a:solidFill>
                <a:latin typeface="Arial"/>
              </a:defRPr>
            </a:lvl5pPr>
            <a:lvl6pPr marL="2514600" indent="-228600">
              <a:spcBef>
                <a:spcPts val="0"/>
              </a:spcBef>
              <a:spcAft>
                <a:spcPts val="0"/>
              </a:spcAft>
              <a:buClr>
                <a:schemeClr val="accent1"/>
              </a:buClr>
              <a:buSzPct val="75000"/>
              <a:buFont typeface="Wingdings"/>
              <a:buChar char="§"/>
              <a:defRPr sz="2000">
                <a:solidFill>
                  <a:schemeClr val="tx1"/>
                </a:solidFill>
                <a:latin typeface="Arial"/>
              </a:defRPr>
            </a:lvl6pPr>
            <a:lvl7pPr marL="2971800" indent="-228600">
              <a:spcBef>
                <a:spcPts val="0"/>
              </a:spcBef>
              <a:spcAft>
                <a:spcPts val="0"/>
              </a:spcAft>
              <a:buClr>
                <a:schemeClr val="accent1"/>
              </a:buClr>
              <a:buSzPct val="75000"/>
              <a:buFont typeface="Wingdings"/>
              <a:buChar char="§"/>
              <a:defRPr sz="2000">
                <a:solidFill>
                  <a:schemeClr val="tx1"/>
                </a:solidFill>
                <a:latin typeface="Arial"/>
              </a:defRPr>
            </a:lvl7pPr>
            <a:lvl8pPr marL="3429000" indent="-228600">
              <a:spcBef>
                <a:spcPts val="0"/>
              </a:spcBef>
              <a:spcAft>
                <a:spcPts val="0"/>
              </a:spcAft>
              <a:buClr>
                <a:schemeClr val="accent1"/>
              </a:buClr>
              <a:buSzPct val="75000"/>
              <a:buFont typeface="Wingdings"/>
              <a:buChar char="§"/>
              <a:defRPr sz="2000">
                <a:solidFill>
                  <a:schemeClr val="tx1"/>
                </a:solidFill>
                <a:latin typeface="Arial"/>
              </a:defRPr>
            </a:lvl8pPr>
            <a:lvl9pPr marL="3886200" indent="-228600">
              <a:spcBef>
                <a:spcPts val="0"/>
              </a:spcBef>
              <a:spcAft>
                <a:spcPts val="0"/>
              </a:spcAft>
              <a:buClr>
                <a:schemeClr val="accent1"/>
              </a:buClr>
              <a:buSzPct val="75000"/>
              <a:buFont typeface="Wingdings"/>
              <a:buChar char="§"/>
              <a:defRPr sz="2000">
                <a:solidFill>
                  <a:schemeClr val="tx1"/>
                </a:solidFill>
                <a:latin typeface="Arial"/>
              </a:defRPr>
            </a:lvl9pPr>
          </a:lstStyle>
          <a:p>
            <a:pPr>
              <a:spcBef>
                <a:spcPts val="0"/>
              </a:spcBef>
              <a:buClrTx/>
              <a:buSzTx/>
              <a:buFontTx/>
              <a:buNone/>
              <a:defRPr/>
            </a:pPr>
            <a:r>
              <a:rPr lang="en-US" sz="1800"/>
              <a:t>Knowledge Base (LLM)</a:t>
            </a:r>
            <a:endParaRPr/>
          </a:p>
        </p:txBody>
      </p:sp>
      <p:sp>
        <p:nvSpPr>
          <p:cNvPr id="207650709" name="AutoShape 6"/>
          <p:cNvSpPr>
            <a:spLocks noChangeArrowheads="1"/>
          </p:cNvSpPr>
          <p:nvPr/>
        </p:nvSpPr>
        <p:spPr bwMode="auto">
          <a:xfrm>
            <a:off x="2390775" y="3178175"/>
            <a:ext cx="2066925" cy="361950"/>
          </a:xfrm>
          <a:prstGeom prst="roundRect">
            <a:avLst>
              <a:gd name="adj" fmla="val 16667"/>
            </a:avLst>
          </a:prstGeom>
          <a:solidFill>
            <a:srgbClr val="99FFCC"/>
          </a:solidFill>
          <a:ln w="9525">
            <a:solidFill>
              <a:srgbClr val="000000"/>
            </a:solidFill>
            <a:round/>
            <a:headEnd/>
            <a:tailEnd/>
          </a:ln>
        </p:spPr>
        <p:txBody>
          <a:bodyPr/>
          <a:lstStyle>
            <a:lvl1pPr>
              <a:spcBef>
                <a:spcPts val="0"/>
              </a:spcBef>
              <a:buClr>
                <a:schemeClr val="accent1"/>
              </a:buClr>
              <a:buSzPct val="65000"/>
              <a:buFont typeface="Wingdings"/>
              <a:buChar char="n"/>
              <a:defRPr sz="3000">
                <a:solidFill>
                  <a:schemeClr val="tx1"/>
                </a:solidFill>
                <a:latin typeface="Arial"/>
              </a:defRPr>
            </a:lvl1pPr>
            <a:lvl2pPr marL="742950" indent="-285750">
              <a:spcBef>
                <a:spcPts val="0"/>
              </a:spcBef>
              <a:buClr>
                <a:schemeClr val="accent2"/>
              </a:buClr>
              <a:buSzPct val="60000"/>
              <a:buFont typeface="Wingdings"/>
              <a:buChar char="q"/>
              <a:defRPr sz="2600">
                <a:solidFill>
                  <a:schemeClr val="tx1"/>
                </a:solidFill>
                <a:latin typeface="Arial"/>
              </a:defRPr>
            </a:lvl2pPr>
            <a:lvl3pPr marL="1143000" indent="-228600">
              <a:spcBef>
                <a:spcPts val="0"/>
              </a:spcBef>
              <a:buClr>
                <a:schemeClr val="accent1"/>
              </a:buClr>
              <a:buSzPct val="65000"/>
              <a:buFont typeface="Wingdings"/>
              <a:buChar char="n"/>
              <a:defRPr sz="2200">
                <a:solidFill>
                  <a:schemeClr val="tx1"/>
                </a:solidFill>
                <a:latin typeface="Arial"/>
              </a:defRPr>
            </a:lvl3pPr>
            <a:lvl4pPr marL="1600200" indent="-228600">
              <a:spcBef>
                <a:spcPts val="0"/>
              </a:spcBef>
              <a:buClr>
                <a:schemeClr val="accent2"/>
              </a:buClr>
              <a:buSzPct val="70000"/>
              <a:buFont typeface="Wingdings"/>
              <a:buChar char="q"/>
              <a:defRPr sz="2000">
                <a:solidFill>
                  <a:schemeClr val="tx1"/>
                </a:solidFill>
                <a:latin typeface="Arial"/>
              </a:defRPr>
            </a:lvl4pPr>
            <a:lvl5pPr marL="2057400" indent="-228600">
              <a:spcBef>
                <a:spcPts val="0"/>
              </a:spcBef>
              <a:buClr>
                <a:schemeClr val="accent1"/>
              </a:buClr>
              <a:buSzPct val="75000"/>
              <a:buFont typeface="Wingdings"/>
              <a:buChar char="§"/>
              <a:defRPr sz="2000">
                <a:solidFill>
                  <a:schemeClr val="tx1"/>
                </a:solidFill>
                <a:latin typeface="Arial"/>
              </a:defRPr>
            </a:lvl5pPr>
            <a:lvl6pPr marL="2514600" indent="-228600">
              <a:spcBef>
                <a:spcPts val="0"/>
              </a:spcBef>
              <a:spcAft>
                <a:spcPts val="0"/>
              </a:spcAft>
              <a:buClr>
                <a:schemeClr val="accent1"/>
              </a:buClr>
              <a:buSzPct val="75000"/>
              <a:buFont typeface="Wingdings"/>
              <a:buChar char="§"/>
              <a:defRPr sz="2000">
                <a:solidFill>
                  <a:schemeClr val="tx1"/>
                </a:solidFill>
                <a:latin typeface="Arial"/>
              </a:defRPr>
            </a:lvl6pPr>
            <a:lvl7pPr marL="2971800" indent="-228600">
              <a:spcBef>
                <a:spcPts val="0"/>
              </a:spcBef>
              <a:spcAft>
                <a:spcPts val="0"/>
              </a:spcAft>
              <a:buClr>
                <a:schemeClr val="accent1"/>
              </a:buClr>
              <a:buSzPct val="75000"/>
              <a:buFont typeface="Wingdings"/>
              <a:buChar char="§"/>
              <a:defRPr sz="2000">
                <a:solidFill>
                  <a:schemeClr val="tx1"/>
                </a:solidFill>
                <a:latin typeface="Arial"/>
              </a:defRPr>
            </a:lvl7pPr>
            <a:lvl8pPr marL="3429000" indent="-228600">
              <a:spcBef>
                <a:spcPts val="0"/>
              </a:spcBef>
              <a:spcAft>
                <a:spcPts val="0"/>
              </a:spcAft>
              <a:buClr>
                <a:schemeClr val="accent1"/>
              </a:buClr>
              <a:buSzPct val="75000"/>
              <a:buFont typeface="Wingdings"/>
              <a:buChar char="§"/>
              <a:defRPr sz="2000">
                <a:solidFill>
                  <a:schemeClr val="tx1"/>
                </a:solidFill>
                <a:latin typeface="Arial"/>
              </a:defRPr>
            </a:lvl8pPr>
            <a:lvl9pPr marL="3886200" indent="-228600">
              <a:spcBef>
                <a:spcPts val="0"/>
              </a:spcBef>
              <a:spcAft>
                <a:spcPts val="0"/>
              </a:spcAft>
              <a:buClr>
                <a:schemeClr val="accent1"/>
              </a:buClr>
              <a:buSzPct val="75000"/>
              <a:buFont typeface="Wingdings"/>
              <a:buChar char="§"/>
              <a:defRPr sz="2000">
                <a:solidFill>
                  <a:schemeClr val="tx1"/>
                </a:solidFill>
                <a:latin typeface="Arial"/>
              </a:defRPr>
            </a:lvl9pPr>
          </a:lstStyle>
          <a:p>
            <a:pPr algn="ctr">
              <a:spcBef>
                <a:spcPts val="0"/>
              </a:spcBef>
              <a:buClrTx/>
              <a:buSzTx/>
              <a:buFontTx/>
              <a:buNone/>
              <a:defRPr/>
            </a:pPr>
            <a:r>
              <a:rPr lang="en-US" sz="1200" b="1">
                <a:latin typeface="Trebuchet MS"/>
              </a:rPr>
              <a:t>Static knowledge module</a:t>
            </a:r>
            <a:endParaRPr lang="en-US" sz="1800"/>
          </a:p>
        </p:txBody>
      </p:sp>
      <p:sp>
        <p:nvSpPr>
          <p:cNvPr id="1136064980" name="AutoShape 7"/>
          <p:cNvSpPr>
            <a:spLocks noChangeArrowheads="1"/>
          </p:cNvSpPr>
          <p:nvPr/>
        </p:nvSpPr>
        <p:spPr bwMode="auto">
          <a:xfrm>
            <a:off x="2266950" y="3760788"/>
            <a:ext cx="2362199" cy="314325"/>
          </a:xfrm>
          <a:prstGeom prst="roundRect">
            <a:avLst>
              <a:gd name="adj" fmla="val 16667"/>
            </a:avLst>
          </a:prstGeom>
          <a:solidFill>
            <a:srgbClr val="FFCC99"/>
          </a:solidFill>
          <a:ln w="9525">
            <a:solidFill>
              <a:srgbClr val="000000"/>
            </a:solidFill>
            <a:round/>
            <a:headEnd/>
            <a:tailEnd/>
          </a:ln>
        </p:spPr>
        <p:txBody>
          <a:bodyPr/>
          <a:lstStyle>
            <a:lvl1pPr>
              <a:spcBef>
                <a:spcPts val="0"/>
              </a:spcBef>
              <a:buClr>
                <a:schemeClr val="accent1"/>
              </a:buClr>
              <a:buSzPct val="65000"/>
              <a:buFont typeface="Wingdings"/>
              <a:buChar char="n"/>
              <a:defRPr sz="3000">
                <a:solidFill>
                  <a:schemeClr val="tx1"/>
                </a:solidFill>
                <a:latin typeface="Arial"/>
              </a:defRPr>
            </a:lvl1pPr>
            <a:lvl2pPr marL="742950" indent="-285750">
              <a:spcBef>
                <a:spcPts val="0"/>
              </a:spcBef>
              <a:buClr>
                <a:schemeClr val="accent2"/>
              </a:buClr>
              <a:buSzPct val="60000"/>
              <a:buFont typeface="Wingdings"/>
              <a:buChar char="q"/>
              <a:defRPr sz="2600">
                <a:solidFill>
                  <a:schemeClr val="tx1"/>
                </a:solidFill>
                <a:latin typeface="Arial"/>
              </a:defRPr>
            </a:lvl2pPr>
            <a:lvl3pPr marL="1143000" indent="-228600">
              <a:spcBef>
                <a:spcPts val="0"/>
              </a:spcBef>
              <a:buClr>
                <a:schemeClr val="accent1"/>
              </a:buClr>
              <a:buSzPct val="65000"/>
              <a:buFont typeface="Wingdings"/>
              <a:buChar char="n"/>
              <a:defRPr sz="2200">
                <a:solidFill>
                  <a:schemeClr val="tx1"/>
                </a:solidFill>
                <a:latin typeface="Arial"/>
              </a:defRPr>
            </a:lvl3pPr>
            <a:lvl4pPr marL="1600200" indent="-228600">
              <a:spcBef>
                <a:spcPts val="0"/>
              </a:spcBef>
              <a:buClr>
                <a:schemeClr val="accent2"/>
              </a:buClr>
              <a:buSzPct val="70000"/>
              <a:buFont typeface="Wingdings"/>
              <a:buChar char="q"/>
              <a:defRPr sz="2000">
                <a:solidFill>
                  <a:schemeClr val="tx1"/>
                </a:solidFill>
                <a:latin typeface="Arial"/>
              </a:defRPr>
            </a:lvl4pPr>
            <a:lvl5pPr marL="2057400" indent="-228600">
              <a:spcBef>
                <a:spcPts val="0"/>
              </a:spcBef>
              <a:buClr>
                <a:schemeClr val="accent1"/>
              </a:buClr>
              <a:buSzPct val="75000"/>
              <a:buFont typeface="Wingdings"/>
              <a:buChar char="§"/>
              <a:defRPr sz="2000">
                <a:solidFill>
                  <a:schemeClr val="tx1"/>
                </a:solidFill>
                <a:latin typeface="Arial"/>
              </a:defRPr>
            </a:lvl5pPr>
            <a:lvl6pPr marL="2514600" indent="-228600">
              <a:spcBef>
                <a:spcPts val="0"/>
              </a:spcBef>
              <a:spcAft>
                <a:spcPts val="0"/>
              </a:spcAft>
              <a:buClr>
                <a:schemeClr val="accent1"/>
              </a:buClr>
              <a:buSzPct val="75000"/>
              <a:buFont typeface="Wingdings"/>
              <a:buChar char="§"/>
              <a:defRPr sz="2000">
                <a:solidFill>
                  <a:schemeClr val="tx1"/>
                </a:solidFill>
                <a:latin typeface="Arial"/>
              </a:defRPr>
            </a:lvl6pPr>
            <a:lvl7pPr marL="2971800" indent="-228600">
              <a:spcBef>
                <a:spcPts val="0"/>
              </a:spcBef>
              <a:spcAft>
                <a:spcPts val="0"/>
              </a:spcAft>
              <a:buClr>
                <a:schemeClr val="accent1"/>
              </a:buClr>
              <a:buSzPct val="75000"/>
              <a:buFont typeface="Wingdings"/>
              <a:buChar char="§"/>
              <a:defRPr sz="2000">
                <a:solidFill>
                  <a:schemeClr val="tx1"/>
                </a:solidFill>
                <a:latin typeface="Arial"/>
              </a:defRPr>
            </a:lvl7pPr>
            <a:lvl8pPr marL="3429000" indent="-228600">
              <a:spcBef>
                <a:spcPts val="0"/>
              </a:spcBef>
              <a:spcAft>
                <a:spcPts val="0"/>
              </a:spcAft>
              <a:buClr>
                <a:schemeClr val="accent1"/>
              </a:buClr>
              <a:buSzPct val="75000"/>
              <a:buFont typeface="Wingdings"/>
              <a:buChar char="§"/>
              <a:defRPr sz="2000">
                <a:solidFill>
                  <a:schemeClr val="tx1"/>
                </a:solidFill>
                <a:latin typeface="Arial"/>
              </a:defRPr>
            </a:lvl8pPr>
            <a:lvl9pPr marL="3886200" indent="-228600">
              <a:spcBef>
                <a:spcPts val="0"/>
              </a:spcBef>
              <a:spcAft>
                <a:spcPts val="0"/>
              </a:spcAft>
              <a:buClr>
                <a:schemeClr val="accent1"/>
              </a:buClr>
              <a:buSzPct val="75000"/>
              <a:buFont typeface="Wingdings"/>
              <a:buChar char="§"/>
              <a:defRPr sz="2000">
                <a:solidFill>
                  <a:schemeClr val="tx1"/>
                </a:solidFill>
                <a:latin typeface="Arial"/>
              </a:defRPr>
            </a:lvl9pPr>
          </a:lstStyle>
          <a:p>
            <a:pPr algn="ctr">
              <a:spcBef>
                <a:spcPts val="0"/>
              </a:spcBef>
              <a:buClrTx/>
              <a:buSzTx/>
              <a:buFontTx/>
              <a:buNone/>
              <a:defRPr/>
            </a:pPr>
            <a:r>
              <a:rPr lang="en-US" sz="1200" b="1">
                <a:latin typeface="Trebuchet MS"/>
              </a:rPr>
              <a:t>Dynamic knowledge</a:t>
            </a:r>
            <a:r>
              <a:rPr lang="en-US" sz="1200">
                <a:latin typeface="Trebuchet MS"/>
              </a:rPr>
              <a:t> </a:t>
            </a:r>
            <a:r>
              <a:rPr lang="en-US" sz="1200" b="1">
                <a:latin typeface="Trebuchet MS"/>
              </a:rPr>
              <a:t>module</a:t>
            </a:r>
            <a:endParaRPr lang="en-US" sz="1800" b="1"/>
          </a:p>
        </p:txBody>
      </p:sp>
      <p:sp>
        <p:nvSpPr>
          <p:cNvPr id="1638361455" name="AutoShape 10"/>
          <p:cNvSpPr>
            <a:spLocks noChangeArrowheads="1"/>
          </p:cNvSpPr>
          <p:nvPr/>
        </p:nvSpPr>
        <p:spPr bwMode="auto">
          <a:xfrm>
            <a:off x="5953125" y="2667000"/>
            <a:ext cx="1019174" cy="609600"/>
          </a:xfrm>
          <a:prstGeom prst="roundRect">
            <a:avLst>
              <a:gd name="adj" fmla="val 16667"/>
            </a:avLst>
          </a:prstGeom>
          <a:solidFill>
            <a:srgbClr val="FF66FF"/>
          </a:solidFill>
          <a:ln w="9525">
            <a:solidFill>
              <a:srgbClr val="000000"/>
            </a:solidFill>
            <a:round/>
            <a:headEnd/>
            <a:tailEnd/>
          </a:ln>
        </p:spPr>
        <p:txBody>
          <a:bodyPr/>
          <a:lstStyle>
            <a:lvl1pPr>
              <a:spcBef>
                <a:spcPts val="0"/>
              </a:spcBef>
              <a:buClr>
                <a:schemeClr val="accent1"/>
              </a:buClr>
              <a:buSzPct val="65000"/>
              <a:buFont typeface="Wingdings"/>
              <a:buChar char="n"/>
              <a:defRPr sz="3000">
                <a:solidFill>
                  <a:schemeClr val="tx1"/>
                </a:solidFill>
                <a:latin typeface="Arial"/>
              </a:defRPr>
            </a:lvl1pPr>
            <a:lvl2pPr marL="742950" indent="-285750">
              <a:spcBef>
                <a:spcPts val="0"/>
              </a:spcBef>
              <a:buClr>
                <a:schemeClr val="accent2"/>
              </a:buClr>
              <a:buSzPct val="60000"/>
              <a:buFont typeface="Wingdings"/>
              <a:buChar char="q"/>
              <a:defRPr sz="2600">
                <a:solidFill>
                  <a:schemeClr val="tx1"/>
                </a:solidFill>
                <a:latin typeface="Arial"/>
              </a:defRPr>
            </a:lvl2pPr>
            <a:lvl3pPr marL="1143000" indent="-228600">
              <a:spcBef>
                <a:spcPts val="0"/>
              </a:spcBef>
              <a:buClr>
                <a:schemeClr val="accent1"/>
              </a:buClr>
              <a:buSzPct val="65000"/>
              <a:buFont typeface="Wingdings"/>
              <a:buChar char="n"/>
              <a:defRPr sz="2200">
                <a:solidFill>
                  <a:schemeClr val="tx1"/>
                </a:solidFill>
                <a:latin typeface="Arial"/>
              </a:defRPr>
            </a:lvl3pPr>
            <a:lvl4pPr marL="1600200" indent="-228600">
              <a:spcBef>
                <a:spcPts val="0"/>
              </a:spcBef>
              <a:buClr>
                <a:schemeClr val="accent2"/>
              </a:buClr>
              <a:buSzPct val="70000"/>
              <a:buFont typeface="Wingdings"/>
              <a:buChar char="q"/>
              <a:defRPr sz="2000">
                <a:solidFill>
                  <a:schemeClr val="tx1"/>
                </a:solidFill>
                <a:latin typeface="Arial"/>
              </a:defRPr>
            </a:lvl4pPr>
            <a:lvl5pPr marL="2057400" indent="-228600">
              <a:spcBef>
                <a:spcPts val="0"/>
              </a:spcBef>
              <a:buClr>
                <a:schemeClr val="accent1"/>
              </a:buClr>
              <a:buSzPct val="75000"/>
              <a:buFont typeface="Wingdings"/>
              <a:buChar char="§"/>
              <a:defRPr sz="2000">
                <a:solidFill>
                  <a:schemeClr val="tx1"/>
                </a:solidFill>
                <a:latin typeface="Arial"/>
              </a:defRPr>
            </a:lvl5pPr>
            <a:lvl6pPr marL="2514600" indent="-228600">
              <a:spcBef>
                <a:spcPts val="0"/>
              </a:spcBef>
              <a:spcAft>
                <a:spcPts val="0"/>
              </a:spcAft>
              <a:buClr>
                <a:schemeClr val="accent1"/>
              </a:buClr>
              <a:buSzPct val="75000"/>
              <a:buFont typeface="Wingdings"/>
              <a:buChar char="§"/>
              <a:defRPr sz="2000">
                <a:solidFill>
                  <a:schemeClr val="tx1"/>
                </a:solidFill>
                <a:latin typeface="Arial"/>
              </a:defRPr>
            </a:lvl6pPr>
            <a:lvl7pPr marL="2971800" indent="-228600">
              <a:spcBef>
                <a:spcPts val="0"/>
              </a:spcBef>
              <a:spcAft>
                <a:spcPts val="0"/>
              </a:spcAft>
              <a:buClr>
                <a:schemeClr val="accent1"/>
              </a:buClr>
              <a:buSzPct val="75000"/>
              <a:buFont typeface="Wingdings"/>
              <a:buChar char="§"/>
              <a:defRPr sz="2000">
                <a:solidFill>
                  <a:schemeClr val="tx1"/>
                </a:solidFill>
                <a:latin typeface="Arial"/>
              </a:defRPr>
            </a:lvl7pPr>
            <a:lvl8pPr marL="3429000" indent="-228600">
              <a:spcBef>
                <a:spcPts val="0"/>
              </a:spcBef>
              <a:spcAft>
                <a:spcPts val="0"/>
              </a:spcAft>
              <a:buClr>
                <a:schemeClr val="accent1"/>
              </a:buClr>
              <a:buSzPct val="75000"/>
              <a:buFont typeface="Wingdings"/>
              <a:buChar char="§"/>
              <a:defRPr sz="2000">
                <a:solidFill>
                  <a:schemeClr val="tx1"/>
                </a:solidFill>
                <a:latin typeface="Arial"/>
              </a:defRPr>
            </a:lvl8pPr>
            <a:lvl9pPr marL="3886200" indent="-228600">
              <a:spcBef>
                <a:spcPts val="0"/>
              </a:spcBef>
              <a:spcAft>
                <a:spcPts val="0"/>
              </a:spcAft>
              <a:buClr>
                <a:schemeClr val="accent1"/>
              </a:buClr>
              <a:buSzPct val="75000"/>
              <a:buFont typeface="Wingdings"/>
              <a:buChar char="§"/>
              <a:defRPr sz="2000">
                <a:solidFill>
                  <a:schemeClr val="tx1"/>
                </a:solidFill>
                <a:latin typeface="Arial"/>
              </a:defRPr>
            </a:lvl9pPr>
          </a:lstStyle>
          <a:p>
            <a:pPr algn="ctr">
              <a:spcBef>
                <a:spcPts val="0"/>
              </a:spcBef>
              <a:buClrTx/>
              <a:buSzTx/>
              <a:buFontTx/>
              <a:buNone/>
              <a:defRPr/>
            </a:pPr>
            <a:r>
              <a:rPr lang="en-US" sz="1200" b="1">
                <a:latin typeface="Trebuchet MS"/>
              </a:rPr>
              <a:t>Disease diagnosing</a:t>
            </a:r>
            <a:endParaRPr lang="en-US" sz="1800"/>
          </a:p>
        </p:txBody>
      </p:sp>
      <p:sp>
        <p:nvSpPr>
          <p:cNvPr id="1470902021" name="AutoShape 11"/>
          <p:cNvSpPr>
            <a:spLocks noChangeArrowheads="1"/>
          </p:cNvSpPr>
          <p:nvPr/>
        </p:nvSpPr>
        <p:spPr bwMode="auto">
          <a:xfrm>
            <a:off x="2543175" y="4941888"/>
            <a:ext cx="1571625" cy="485775"/>
          </a:xfrm>
          <a:prstGeom prst="can">
            <a:avLst>
              <a:gd name="adj" fmla="val 25000"/>
            </a:avLst>
          </a:prstGeom>
          <a:solidFill>
            <a:srgbClr val="99CC00"/>
          </a:solidFill>
          <a:ln w="9525">
            <a:solidFill>
              <a:srgbClr val="000000"/>
            </a:solidFill>
            <a:round/>
            <a:headEnd/>
            <a:tailEnd/>
          </a:ln>
        </p:spPr>
        <p:txBody>
          <a:bodyPr/>
          <a:lstStyle>
            <a:lvl1pPr>
              <a:spcBef>
                <a:spcPts val="0"/>
              </a:spcBef>
              <a:buClr>
                <a:schemeClr val="accent1"/>
              </a:buClr>
              <a:buSzPct val="65000"/>
              <a:buFont typeface="Wingdings"/>
              <a:buChar char="n"/>
              <a:defRPr sz="3000">
                <a:solidFill>
                  <a:schemeClr val="tx1"/>
                </a:solidFill>
                <a:latin typeface="Arial"/>
              </a:defRPr>
            </a:lvl1pPr>
            <a:lvl2pPr marL="742950" indent="-285750">
              <a:spcBef>
                <a:spcPts val="0"/>
              </a:spcBef>
              <a:buClr>
                <a:schemeClr val="accent2"/>
              </a:buClr>
              <a:buSzPct val="60000"/>
              <a:buFont typeface="Wingdings"/>
              <a:buChar char="q"/>
              <a:defRPr sz="2600">
                <a:solidFill>
                  <a:schemeClr val="tx1"/>
                </a:solidFill>
                <a:latin typeface="Arial"/>
              </a:defRPr>
            </a:lvl2pPr>
            <a:lvl3pPr marL="1143000" indent="-228600">
              <a:spcBef>
                <a:spcPts val="0"/>
              </a:spcBef>
              <a:buClr>
                <a:schemeClr val="accent1"/>
              </a:buClr>
              <a:buSzPct val="65000"/>
              <a:buFont typeface="Wingdings"/>
              <a:buChar char="n"/>
              <a:defRPr sz="2200">
                <a:solidFill>
                  <a:schemeClr val="tx1"/>
                </a:solidFill>
                <a:latin typeface="Arial"/>
              </a:defRPr>
            </a:lvl3pPr>
            <a:lvl4pPr marL="1600200" indent="-228600">
              <a:spcBef>
                <a:spcPts val="0"/>
              </a:spcBef>
              <a:buClr>
                <a:schemeClr val="accent2"/>
              </a:buClr>
              <a:buSzPct val="70000"/>
              <a:buFont typeface="Wingdings"/>
              <a:buChar char="q"/>
              <a:defRPr sz="2000">
                <a:solidFill>
                  <a:schemeClr val="tx1"/>
                </a:solidFill>
                <a:latin typeface="Arial"/>
              </a:defRPr>
            </a:lvl4pPr>
            <a:lvl5pPr marL="2057400" indent="-228600">
              <a:spcBef>
                <a:spcPts val="0"/>
              </a:spcBef>
              <a:buClr>
                <a:schemeClr val="accent1"/>
              </a:buClr>
              <a:buSzPct val="75000"/>
              <a:buFont typeface="Wingdings"/>
              <a:buChar char="§"/>
              <a:defRPr sz="2000">
                <a:solidFill>
                  <a:schemeClr val="tx1"/>
                </a:solidFill>
                <a:latin typeface="Arial"/>
              </a:defRPr>
            </a:lvl5pPr>
            <a:lvl6pPr marL="2514600" indent="-228600">
              <a:spcBef>
                <a:spcPts val="0"/>
              </a:spcBef>
              <a:spcAft>
                <a:spcPts val="0"/>
              </a:spcAft>
              <a:buClr>
                <a:schemeClr val="accent1"/>
              </a:buClr>
              <a:buSzPct val="75000"/>
              <a:buFont typeface="Wingdings"/>
              <a:buChar char="§"/>
              <a:defRPr sz="2000">
                <a:solidFill>
                  <a:schemeClr val="tx1"/>
                </a:solidFill>
                <a:latin typeface="Arial"/>
              </a:defRPr>
            </a:lvl6pPr>
            <a:lvl7pPr marL="2971800" indent="-228600">
              <a:spcBef>
                <a:spcPts val="0"/>
              </a:spcBef>
              <a:spcAft>
                <a:spcPts val="0"/>
              </a:spcAft>
              <a:buClr>
                <a:schemeClr val="accent1"/>
              </a:buClr>
              <a:buSzPct val="75000"/>
              <a:buFont typeface="Wingdings"/>
              <a:buChar char="§"/>
              <a:defRPr sz="2000">
                <a:solidFill>
                  <a:schemeClr val="tx1"/>
                </a:solidFill>
                <a:latin typeface="Arial"/>
              </a:defRPr>
            </a:lvl7pPr>
            <a:lvl8pPr marL="3429000" indent="-228600">
              <a:spcBef>
                <a:spcPts val="0"/>
              </a:spcBef>
              <a:spcAft>
                <a:spcPts val="0"/>
              </a:spcAft>
              <a:buClr>
                <a:schemeClr val="accent1"/>
              </a:buClr>
              <a:buSzPct val="75000"/>
              <a:buFont typeface="Wingdings"/>
              <a:buChar char="§"/>
              <a:defRPr sz="2000">
                <a:solidFill>
                  <a:schemeClr val="tx1"/>
                </a:solidFill>
                <a:latin typeface="Arial"/>
              </a:defRPr>
            </a:lvl8pPr>
            <a:lvl9pPr marL="3886200" indent="-228600">
              <a:spcBef>
                <a:spcPts val="0"/>
              </a:spcBef>
              <a:spcAft>
                <a:spcPts val="0"/>
              </a:spcAft>
              <a:buClr>
                <a:schemeClr val="accent1"/>
              </a:buClr>
              <a:buSzPct val="75000"/>
              <a:buFont typeface="Wingdings"/>
              <a:buChar char="§"/>
              <a:defRPr sz="2000">
                <a:solidFill>
                  <a:schemeClr val="tx1"/>
                </a:solidFill>
                <a:latin typeface="Arial"/>
              </a:defRPr>
            </a:lvl9pPr>
          </a:lstStyle>
          <a:p>
            <a:pPr algn="ctr">
              <a:spcBef>
                <a:spcPts val="0"/>
              </a:spcBef>
              <a:buClrTx/>
              <a:buSzTx/>
              <a:buFontTx/>
              <a:buNone/>
              <a:defRPr/>
            </a:pPr>
            <a:r>
              <a:rPr lang="en-US" sz="1200">
                <a:latin typeface="Trebuchet MS"/>
              </a:rPr>
              <a:t>External Database</a:t>
            </a:r>
            <a:endParaRPr lang="en-US" sz="1800"/>
          </a:p>
        </p:txBody>
      </p:sp>
      <p:sp>
        <p:nvSpPr>
          <p:cNvPr id="1839206526" name="AutoShape 12"/>
          <p:cNvSpPr>
            <a:spLocks noChangeArrowheads="1"/>
          </p:cNvSpPr>
          <p:nvPr/>
        </p:nvSpPr>
        <p:spPr bwMode="auto">
          <a:xfrm>
            <a:off x="5861050" y="3421063"/>
            <a:ext cx="1047750" cy="571500"/>
          </a:xfrm>
          <a:prstGeom prst="roundRect">
            <a:avLst>
              <a:gd name="adj" fmla="val 16667"/>
            </a:avLst>
          </a:prstGeom>
          <a:solidFill>
            <a:srgbClr val="CCECFF"/>
          </a:solidFill>
          <a:ln w="9525">
            <a:solidFill>
              <a:srgbClr val="000000"/>
            </a:solidFill>
            <a:round/>
            <a:headEnd/>
            <a:tailEnd/>
          </a:ln>
        </p:spPr>
        <p:txBody>
          <a:bodyPr/>
          <a:lstStyle>
            <a:lvl1pPr>
              <a:spcBef>
                <a:spcPts val="0"/>
              </a:spcBef>
              <a:buClr>
                <a:schemeClr val="accent1"/>
              </a:buClr>
              <a:buSzPct val="65000"/>
              <a:buFont typeface="Wingdings"/>
              <a:buChar char="n"/>
              <a:defRPr sz="3000">
                <a:solidFill>
                  <a:schemeClr val="tx1"/>
                </a:solidFill>
                <a:latin typeface="Arial"/>
              </a:defRPr>
            </a:lvl1pPr>
            <a:lvl2pPr marL="742950" indent="-285750">
              <a:spcBef>
                <a:spcPts val="0"/>
              </a:spcBef>
              <a:buClr>
                <a:schemeClr val="accent2"/>
              </a:buClr>
              <a:buSzPct val="60000"/>
              <a:buFont typeface="Wingdings"/>
              <a:buChar char="q"/>
              <a:defRPr sz="2600">
                <a:solidFill>
                  <a:schemeClr val="tx1"/>
                </a:solidFill>
                <a:latin typeface="Arial"/>
              </a:defRPr>
            </a:lvl2pPr>
            <a:lvl3pPr marL="1143000" indent="-228600">
              <a:spcBef>
                <a:spcPts val="0"/>
              </a:spcBef>
              <a:buClr>
                <a:schemeClr val="accent1"/>
              </a:buClr>
              <a:buSzPct val="65000"/>
              <a:buFont typeface="Wingdings"/>
              <a:buChar char="n"/>
              <a:defRPr sz="2200">
                <a:solidFill>
                  <a:schemeClr val="tx1"/>
                </a:solidFill>
                <a:latin typeface="Arial"/>
              </a:defRPr>
            </a:lvl3pPr>
            <a:lvl4pPr marL="1600200" indent="-228600">
              <a:spcBef>
                <a:spcPts val="0"/>
              </a:spcBef>
              <a:buClr>
                <a:schemeClr val="accent2"/>
              </a:buClr>
              <a:buSzPct val="70000"/>
              <a:buFont typeface="Wingdings"/>
              <a:buChar char="q"/>
              <a:defRPr sz="2000">
                <a:solidFill>
                  <a:schemeClr val="tx1"/>
                </a:solidFill>
                <a:latin typeface="Arial"/>
              </a:defRPr>
            </a:lvl4pPr>
            <a:lvl5pPr marL="2057400" indent="-228600">
              <a:spcBef>
                <a:spcPts val="0"/>
              </a:spcBef>
              <a:buClr>
                <a:schemeClr val="accent1"/>
              </a:buClr>
              <a:buSzPct val="75000"/>
              <a:buFont typeface="Wingdings"/>
              <a:buChar char="§"/>
              <a:defRPr sz="2000">
                <a:solidFill>
                  <a:schemeClr val="tx1"/>
                </a:solidFill>
                <a:latin typeface="Arial"/>
              </a:defRPr>
            </a:lvl5pPr>
            <a:lvl6pPr marL="2514600" indent="-228600">
              <a:spcBef>
                <a:spcPts val="0"/>
              </a:spcBef>
              <a:spcAft>
                <a:spcPts val="0"/>
              </a:spcAft>
              <a:buClr>
                <a:schemeClr val="accent1"/>
              </a:buClr>
              <a:buSzPct val="75000"/>
              <a:buFont typeface="Wingdings"/>
              <a:buChar char="§"/>
              <a:defRPr sz="2000">
                <a:solidFill>
                  <a:schemeClr val="tx1"/>
                </a:solidFill>
                <a:latin typeface="Arial"/>
              </a:defRPr>
            </a:lvl6pPr>
            <a:lvl7pPr marL="2971800" indent="-228600">
              <a:spcBef>
                <a:spcPts val="0"/>
              </a:spcBef>
              <a:spcAft>
                <a:spcPts val="0"/>
              </a:spcAft>
              <a:buClr>
                <a:schemeClr val="accent1"/>
              </a:buClr>
              <a:buSzPct val="75000"/>
              <a:buFont typeface="Wingdings"/>
              <a:buChar char="§"/>
              <a:defRPr sz="2000">
                <a:solidFill>
                  <a:schemeClr val="tx1"/>
                </a:solidFill>
                <a:latin typeface="Arial"/>
              </a:defRPr>
            </a:lvl7pPr>
            <a:lvl8pPr marL="3429000" indent="-228600">
              <a:spcBef>
                <a:spcPts val="0"/>
              </a:spcBef>
              <a:spcAft>
                <a:spcPts val="0"/>
              </a:spcAft>
              <a:buClr>
                <a:schemeClr val="accent1"/>
              </a:buClr>
              <a:buSzPct val="75000"/>
              <a:buFont typeface="Wingdings"/>
              <a:buChar char="§"/>
              <a:defRPr sz="2000">
                <a:solidFill>
                  <a:schemeClr val="tx1"/>
                </a:solidFill>
                <a:latin typeface="Arial"/>
              </a:defRPr>
            </a:lvl8pPr>
            <a:lvl9pPr marL="3886200" indent="-228600">
              <a:spcBef>
                <a:spcPts val="0"/>
              </a:spcBef>
              <a:spcAft>
                <a:spcPts val="0"/>
              </a:spcAft>
              <a:buClr>
                <a:schemeClr val="accent1"/>
              </a:buClr>
              <a:buSzPct val="75000"/>
              <a:buFont typeface="Wingdings"/>
              <a:buChar char="§"/>
              <a:defRPr sz="2000">
                <a:solidFill>
                  <a:schemeClr val="tx1"/>
                </a:solidFill>
                <a:latin typeface="Arial"/>
              </a:defRPr>
            </a:lvl9pPr>
          </a:lstStyle>
          <a:p>
            <a:pPr algn="ctr">
              <a:spcBef>
                <a:spcPts val="0"/>
              </a:spcBef>
              <a:buClrTx/>
              <a:buSzTx/>
              <a:buFontTx/>
              <a:buNone/>
              <a:defRPr/>
            </a:pPr>
            <a:r>
              <a:rPr lang="en-US" sz="1200" b="1">
                <a:latin typeface="Trebuchet MS"/>
              </a:rPr>
              <a:t>Disease prevention</a:t>
            </a:r>
            <a:endParaRPr lang="en-US" sz="1800"/>
          </a:p>
        </p:txBody>
      </p:sp>
      <p:sp>
        <p:nvSpPr>
          <p:cNvPr id="1357441982" name="AutoShape 13"/>
          <p:cNvSpPr>
            <a:spLocks noChangeArrowheads="1"/>
          </p:cNvSpPr>
          <p:nvPr/>
        </p:nvSpPr>
        <p:spPr bwMode="auto">
          <a:xfrm>
            <a:off x="4762500" y="3057525"/>
            <a:ext cx="1019174" cy="533400"/>
          </a:xfrm>
          <a:prstGeom prst="roundRect">
            <a:avLst>
              <a:gd name="adj" fmla="val 16667"/>
            </a:avLst>
          </a:prstGeom>
          <a:solidFill>
            <a:srgbClr val="C0C0C0"/>
          </a:solidFill>
          <a:ln w="9525">
            <a:solidFill>
              <a:srgbClr val="000000"/>
            </a:solidFill>
            <a:round/>
            <a:headEnd/>
            <a:tailEnd/>
          </a:ln>
        </p:spPr>
        <p:txBody>
          <a:bodyPr/>
          <a:lstStyle>
            <a:lvl1pPr>
              <a:spcBef>
                <a:spcPts val="0"/>
              </a:spcBef>
              <a:buClr>
                <a:schemeClr val="accent1"/>
              </a:buClr>
              <a:buSzPct val="65000"/>
              <a:buFont typeface="Wingdings"/>
              <a:buChar char="n"/>
              <a:defRPr sz="3000">
                <a:solidFill>
                  <a:schemeClr val="tx1"/>
                </a:solidFill>
                <a:latin typeface="Arial"/>
              </a:defRPr>
            </a:lvl1pPr>
            <a:lvl2pPr marL="742950" indent="-285750">
              <a:spcBef>
                <a:spcPts val="0"/>
              </a:spcBef>
              <a:buClr>
                <a:schemeClr val="accent2"/>
              </a:buClr>
              <a:buSzPct val="60000"/>
              <a:buFont typeface="Wingdings"/>
              <a:buChar char="q"/>
              <a:defRPr sz="2600">
                <a:solidFill>
                  <a:schemeClr val="tx1"/>
                </a:solidFill>
                <a:latin typeface="Arial"/>
              </a:defRPr>
            </a:lvl2pPr>
            <a:lvl3pPr marL="1143000" indent="-228600">
              <a:spcBef>
                <a:spcPts val="0"/>
              </a:spcBef>
              <a:buClr>
                <a:schemeClr val="accent1"/>
              </a:buClr>
              <a:buSzPct val="65000"/>
              <a:buFont typeface="Wingdings"/>
              <a:buChar char="n"/>
              <a:defRPr sz="2200">
                <a:solidFill>
                  <a:schemeClr val="tx1"/>
                </a:solidFill>
                <a:latin typeface="Arial"/>
              </a:defRPr>
            </a:lvl3pPr>
            <a:lvl4pPr marL="1600200" indent="-228600">
              <a:spcBef>
                <a:spcPts val="0"/>
              </a:spcBef>
              <a:buClr>
                <a:schemeClr val="accent2"/>
              </a:buClr>
              <a:buSzPct val="70000"/>
              <a:buFont typeface="Wingdings"/>
              <a:buChar char="q"/>
              <a:defRPr sz="2000">
                <a:solidFill>
                  <a:schemeClr val="tx1"/>
                </a:solidFill>
                <a:latin typeface="Arial"/>
              </a:defRPr>
            </a:lvl4pPr>
            <a:lvl5pPr marL="2057400" indent="-228600">
              <a:spcBef>
                <a:spcPts val="0"/>
              </a:spcBef>
              <a:buClr>
                <a:schemeClr val="accent1"/>
              </a:buClr>
              <a:buSzPct val="75000"/>
              <a:buFont typeface="Wingdings"/>
              <a:buChar char="§"/>
              <a:defRPr sz="2000">
                <a:solidFill>
                  <a:schemeClr val="tx1"/>
                </a:solidFill>
                <a:latin typeface="Arial"/>
              </a:defRPr>
            </a:lvl5pPr>
            <a:lvl6pPr marL="2514600" indent="-228600">
              <a:spcBef>
                <a:spcPts val="0"/>
              </a:spcBef>
              <a:spcAft>
                <a:spcPts val="0"/>
              </a:spcAft>
              <a:buClr>
                <a:schemeClr val="accent1"/>
              </a:buClr>
              <a:buSzPct val="75000"/>
              <a:buFont typeface="Wingdings"/>
              <a:buChar char="§"/>
              <a:defRPr sz="2000">
                <a:solidFill>
                  <a:schemeClr val="tx1"/>
                </a:solidFill>
                <a:latin typeface="Arial"/>
              </a:defRPr>
            </a:lvl6pPr>
            <a:lvl7pPr marL="2971800" indent="-228600">
              <a:spcBef>
                <a:spcPts val="0"/>
              </a:spcBef>
              <a:spcAft>
                <a:spcPts val="0"/>
              </a:spcAft>
              <a:buClr>
                <a:schemeClr val="accent1"/>
              </a:buClr>
              <a:buSzPct val="75000"/>
              <a:buFont typeface="Wingdings"/>
              <a:buChar char="§"/>
              <a:defRPr sz="2000">
                <a:solidFill>
                  <a:schemeClr val="tx1"/>
                </a:solidFill>
                <a:latin typeface="Arial"/>
              </a:defRPr>
            </a:lvl7pPr>
            <a:lvl8pPr marL="3429000" indent="-228600">
              <a:spcBef>
                <a:spcPts val="0"/>
              </a:spcBef>
              <a:spcAft>
                <a:spcPts val="0"/>
              </a:spcAft>
              <a:buClr>
                <a:schemeClr val="accent1"/>
              </a:buClr>
              <a:buSzPct val="75000"/>
              <a:buFont typeface="Wingdings"/>
              <a:buChar char="§"/>
              <a:defRPr sz="2000">
                <a:solidFill>
                  <a:schemeClr val="tx1"/>
                </a:solidFill>
                <a:latin typeface="Arial"/>
              </a:defRPr>
            </a:lvl8pPr>
            <a:lvl9pPr marL="3886200" indent="-228600">
              <a:spcBef>
                <a:spcPts val="0"/>
              </a:spcBef>
              <a:spcAft>
                <a:spcPts val="0"/>
              </a:spcAft>
              <a:buClr>
                <a:schemeClr val="accent1"/>
              </a:buClr>
              <a:buSzPct val="75000"/>
              <a:buFont typeface="Wingdings"/>
              <a:buChar char="§"/>
              <a:defRPr sz="2000">
                <a:solidFill>
                  <a:schemeClr val="tx1"/>
                </a:solidFill>
                <a:latin typeface="Arial"/>
              </a:defRPr>
            </a:lvl9pPr>
          </a:lstStyle>
          <a:p>
            <a:pPr algn="ctr">
              <a:spcBef>
                <a:spcPts val="0"/>
              </a:spcBef>
              <a:buClrTx/>
              <a:buSzTx/>
              <a:buFontTx/>
              <a:buNone/>
              <a:defRPr/>
            </a:pPr>
            <a:r>
              <a:rPr lang="en-US" sz="1100" b="1"/>
              <a:t>Treatments Module</a:t>
            </a:r>
            <a:endParaRPr lang="en-US" sz="1800"/>
          </a:p>
        </p:txBody>
      </p:sp>
      <p:sp>
        <p:nvSpPr>
          <p:cNvPr id="723084220" name="Text Box 14"/>
          <p:cNvSpPr txBox="1">
            <a:spLocks noChangeArrowheads="1"/>
          </p:cNvSpPr>
          <p:nvPr/>
        </p:nvSpPr>
        <p:spPr bwMode="auto">
          <a:xfrm>
            <a:off x="4457700" y="4756150"/>
            <a:ext cx="184150" cy="366713"/>
          </a:xfrm>
          <a:prstGeom prst="rect">
            <a:avLst/>
          </a:prstGeom>
          <a:solidFill>
            <a:srgbClr val="FFFFFF"/>
          </a:solidFill>
          <a:ln>
            <a:noFill/>
          </a:ln>
        </p:spPr>
        <p:txBody>
          <a:bodyPr wrap="none">
            <a:spAutoFit/>
          </a:bodyPr>
          <a:lstStyle>
            <a:lvl1pPr>
              <a:spcBef>
                <a:spcPts val="0"/>
              </a:spcBef>
              <a:buClr>
                <a:schemeClr val="accent1"/>
              </a:buClr>
              <a:buSzPct val="65000"/>
              <a:buFont typeface="Wingdings"/>
              <a:buChar char="n"/>
              <a:defRPr sz="3000">
                <a:solidFill>
                  <a:schemeClr val="tx1"/>
                </a:solidFill>
                <a:latin typeface="Arial"/>
              </a:defRPr>
            </a:lvl1pPr>
            <a:lvl2pPr marL="742950" indent="-285750">
              <a:spcBef>
                <a:spcPts val="0"/>
              </a:spcBef>
              <a:buClr>
                <a:schemeClr val="accent2"/>
              </a:buClr>
              <a:buSzPct val="60000"/>
              <a:buFont typeface="Wingdings"/>
              <a:buChar char="q"/>
              <a:defRPr sz="2600">
                <a:solidFill>
                  <a:schemeClr val="tx1"/>
                </a:solidFill>
                <a:latin typeface="Arial"/>
              </a:defRPr>
            </a:lvl2pPr>
            <a:lvl3pPr marL="1143000" indent="-228600">
              <a:spcBef>
                <a:spcPts val="0"/>
              </a:spcBef>
              <a:buClr>
                <a:schemeClr val="accent1"/>
              </a:buClr>
              <a:buSzPct val="65000"/>
              <a:buFont typeface="Wingdings"/>
              <a:buChar char="n"/>
              <a:defRPr sz="2200">
                <a:solidFill>
                  <a:schemeClr val="tx1"/>
                </a:solidFill>
                <a:latin typeface="Arial"/>
              </a:defRPr>
            </a:lvl3pPr>
            <a:lvl4pPr marL="1600200" indent="-228600">
              <a:spcBef>
                <a:spcPts val="0"/>
              </a:spcBef>
              <a:buClr>
                <a:schemeClr val="accent2"/>
              </a:buClr>
              <a:buSzPct val="70000"/>
              <a:buFont typeface="Wingdings"/>
              <a:buChar char="q"/>
              <a:defRPr sz="2000">
                <a:solidFill>
                  <a:schemeClr val="tx1"/>
                </a:solidFill>
                <a:latin typeface="Arial"/>
              </a:defRPr>
            </a:lvl4pPr>
            <a:lvl5pPr marL="2057400" indent="-228600">
              <a:spcBef>
                <a:spcPts val="0"/>
              </a:spcBef>
              <a:buClr>
                <a:schemeClr val="accent1"/>
              </a:buClr>
              <a:buSzPct val="75000"/>
              <a:buFont typeface="Wingdings"/>
              <a:buChar char="§"/>
              <a:defRPr sz="2000">
                <a:solidFill>
                  <a:schemeClr val="tx1"/>
                </a:solidFill>
                <a:latin typeface="Arial"/>
              </a:defRPr>
            </a:lvl5pPr>
            <a:lvl6pPr marL="2514600" indent="-228600">
              <a:spcBef>
                <a:spcPts val="0"/>
              </a:spcBef>
              <a:spcAft>
                <a:spcPts val="0"/>
              </a:spcAft>
              <a:buClr>
                <a:schemeClr val="accent1"/>
              </a:buClr>
              <a:buSzPct val="75000"/>
              <a:buFont typeface="Wingdings"/>
              <a:buChar char="§"/>
              <a:defRPr sz="2000">
                <a:solidFill>
                  <a:schemeClr val="tx1"/>
                </a:solidFill>
                <a:latin typeface="Arial"/>
              </a:defRPr>
            </a:lvl6pPr>
            <a:lvl7pPr marL="2971800" indent="-228600">
              <a:spcBef>
                <a:spcPts val="0"/>
              </a:spcBef>
              <a:spcAft>
                <a:spcPts val="0"/>
              </a:spcAft>
              <a:buClr>
                <a:schemeClr val="accent1"/>
              </a:buClr>
              <a:buSzPct val="75000"/>
              <a:buFont typeface="Wingdings"/>
              <a:buChar char="§"/>
              <a:defRPr sz="2000">
                <a:solidFill>
                  <a:schemeClr val="tx1"/>
                </a:solidFill>
                <a:latin typeface="Arial"/>
              </a:defRPr>
            </a:lvl7pPr>
            <a:lvl8pPr marL="3429000" indent="-228600">
              <a:spcBef>
                <a:spcPts val="0"/>
              </a:spcBef>
              <a:spcAft>
                <a:spcPts val="0"/>
              </a:spcAft>
              <a:buClr>
                <a:schemeClr val="accent1"/>
              </a:buClr>
              <a:buSzPct val="75000"/>
              <a:buFont typeface="Wingdings"/>
              <a:buChar char="§"/>
              <a:defRPr sz="2000">
                <a:solidFill>
                  <a:schemeClr val="tx1"/>
                </a:solidFill>
                <a:latin typeface="Arial"/>
              </a:defRPr>
            </a:lvl8pPr>
            <a:lvl9pPr marL="3886200" indent="-228600">
              <a:spcBef>
                <a:spcPts val="0"/>
              </a:spcBef>
              <a:spcAft>
                <a:spcPts val="0"/>
              </a:spcAft>
              <a:buClr>
                <a:schemeClr val="accent1"/>
              </a:buClr>
              <a:buSzPct val="75000"/>
              <a:buFont typeface="Wingdings"/>
              <a:buChar char="§"/>
              <a:defRPr sz="2000">
                <a:solidFill>
                  <a:schemeClr val="tx1"/>
                </a:solidFill>
                <a:latin typeface="Arial"/>
              </a:defRPr>
            </a:lvl9pPr>
          </a:lstStyle>
          <a:p>
            <a:pPr>
              <a:spcBef>
                <a:spcPts val="0"/>
              </a:spcBef>
              <a:buClrTx/>
              <a:buSzTx/>
              <a:buFontTx/>
              <a:buNone/>
              <a:defRPr/>
            </a:pPr>
            <a:endParaRPr lang="en-US" sz="1800"/>
          </a:p>
        </p:txBody>
      </p:sp>
      <p:sp>
        <p:nvSpPr>
          <p:cNvPr id="1278328708" name="Text Box 15"/>
          <p:cNvSpPr txBox="1">
            <a:spLocks noChangeArrowheads="1"/>
          </p:cNvSpPr>
          <p:nvPr/>
        </p:nvSpPr>
        <p:spPr bwMode="auto">
          <a:xfrm>
            <a:off x="4448175" y="4410075"/>
            <a:ext cx="1171575" cy="238125"/>
          </a:xfrm>
          <a:prstGeom prst="rect">
            <a:avLst/>
          </a:prstGeom>
          <a:solidFill>
            <a:srgbClr val="FFCCFF"/>
          </a:solidFill>
          <a:ln w="9525">
            <a:solidFill>
              <a:srgbClr val="000000"/>
            </a:solidFill>
            <a:miter lim="800000"/>
            <a:headEnd/>
            <a:tailEnd/>
          </a:ln>
        </p:spPr>
        <p:txBody>
          <a:bodyPr/>
          <a:lstStyle>
            <a:lvl1pPr>
              <a:spcBef>
                <a:spcPts val="0"/>
              </a:spcBef>
              <a:buClr>
                <a:schemeClr val="accent1"/>
              </a:buClr>
              <a:buSzPct val="65000"/>
              <a:buFont typeface="Wingdings"/>
              <a:buChar char="n"/>
              <a:defRPr sz="3000">
                <a:solidFill>
                  <a:schemeClr val="tx1"/>
                </a:solidFill>
                <a:latin typeface="Arial"/>
              </a:defRPr>
            </a:lvl1pPr>
            <a:lvl2pPr marL="742950" indent="-285750">
              <a:spcBef>
                <a:spcPts val="0"/>
              </a:spcBef>
              <a:buClr>
                <a:schemeClr val="accent2"/>
              </a:buClr>
              <a:buSzPct val="60000"/>
              <a:buFont typeface="Wingdings"/>
              <a:buChar char="q"/>
              <a:defRPr sz="2600">
                <a:solidFill>
                  <a:schemeClr val="tx1"/>
                </a:solidFill>
                <a:latin typeface="Arial"/>
              </a:defRPr>
            </a:lvl2pPr>
            <a:lvl3pPr marL="1143000" indent="-228600">
              <a:spcBef>
                <a:spcPts val="0"/>
              </a:spcBef>
              <a:buClr>
                <a:schemeClr val="accent1"/>
              </a:buClr>
              <a:buSzPct val="65000"/>
              <a:buFont typeface="Wingdings"/>
              <a:buChar char="n"/>
              <a:defRPr sz="2200">
                <a:solidFill>
                  <a:schemeClr val="tx1"/>
                </a:solidFill>
                <a:latin typeface="Arial"/>
              </a:defRPr>
            </a:lvl3pPr>
            <a:lvl4pPr marL="1600200" indent="-228600">
              <a:spcBef>
                <a:spcPts val="0"/>
              </a:spcBef>
              <a:buClr>
                <a:schemeClr val="accent2"/>
              </a:buClr>
              <a:buSzPct val="70000"/>
              <a:buFont typeface="Wingdings"/>
              <a:buChar char="q"/>
              <a:defRPr sz="2000">
                <a:solidFill>
                  <a:schemeClr val="tx1"/>
                </a:solidFill>
                <a:latin typeface="Arial"/>
              </a:defRPr>
            </a:lvl4pPr>
            <a:lvl5pPr marL="2057400" indent="-228600">
              <a:spcBef>
                <a:spcPts val="0"/>
              </a:spcBef>
              <a:buClr>
                <a:schemeClr val="accent1"/>
              </a:buClr>
              <a:buSzPct val="75000"/>
              <a:buFont typeface="Wingdings"/>
              <a:buChar char="§"/>
              <a:defRPr sz="2000">
                <a:solidFill>
                  <a:schemeClr val="tx1"/>
                </a:solidFill>
                <a:latin typeface="Arial"/>
              </a:defRPr>
            </a:lvl5pPr>
            <a:lvl6pPr marL="2514600" indent="-228600">
              <a:spcBef>
                <a:spcPts val="0"/>
              </a:spcBef>
              <a:spcAft>
                <a:spcPts val="0"/>
              </a:spcAft>
              <a:buClr>
                <a:schemeClr val="accent1"/>
              </a:buClr>
              <a:buSzPct val="75000"/>
              <a:buFont typeface="Wingdings"/>
              <a:buChar char="§"/>
              <a:defRPr sz="2000">
                <a:solidFill>
                  <a:schemeClr val="tx1"/>
                </a:solidFill>
                <a:latin typeface="Arial"/>
              </a:defRPr>
            </a:lvl6pPr>
            <a:lvl7pPr marL="2971800" indent="-228600">
              <a:spcBef>
                <a:spcPts val="0"/>
              </a:spcBef>
              <a:spcAft>
                <a:spcPts val="0"/>
              </a:spcAft>
              <a:buClr>
                <a:schemeClr val="accent1"/>
              </a:buClr>
              <a:buSzPct val="75000"/>
              <a:buFont typeface="Wingdings"/>
              <a:buChar char="§"/>
              <a:defRPr sz="2000">
                <a:solidFill>
                  <a:schemeClr val="tx1"/>
                </a:solidFill>
                <a:latin typeface="Arial"/>
              </a:defRPr>
            </a:lvl7pPr>
            <a:lvl8pPr marL="3429000" indent="-228600">
              <a:spcBef>
                <a:spcPts val="0"/>
              </a:spcBef>
              <a:spcAft>
                <a:spcPts val="0"/>
              </a:spcAft>
              <a:buClr>
                <a:schemeClr val="accent1"/>
              </a:buClr>
              <a:buSzPct val="75000"/>
              <a:buFont typeface="Wingdings"/>
              <a:buChar char="§"/>
              <a:defRPr sz="2000">
                <a:solidFill>
                  <a:schemeClr val="tx1"/>
                </a:solidFill>
                <a:latin typeface="Arial"/>
              </a:defRPr>
            </a:lvl8pPr>
            <a:lvl9pPr marL="3886200" indent="-228600">
              <a:spcBef>
                <a:spcPts val="0"/>
              </a:spcBef>
              <a:spcAft>
                <a:spcPts val="0"/>
              </a:spcAft>
              <a:buClr>
                <a:schemeClr val="accent1"/>
              </a:buClr>
              <a:buSzPct val="75000"/>
              <a:buFont typeface="Wingdings"/>
              <a:buChar char="§"/>
              <a:defRPr sz="2000">
                <a:solidFill>
                  <a:schemeClr val="tx1"/>
                </a:solidFill>
                <a:latin typeface="Arial"/>
              </a:defRPr>
            </a:lvl9pPr>
          </a:lstStyle>
          <a:p>
            <a:pPr>
              <a:spcBef>
                <a:spcPts val="0"/>
              </a:spcBef>
              <a:buClrTx/>
              <a:buSzTx/>
              <a:buFontTx/>
              <a:buNone/>
              <a:defRPr/>
            </a:pPr>
            <a:r>
              <a:rPr lang="en-US" sz="1200" b="1">
                <a:latin typeface="Trebuchet MS"/>
              </a:rPr>
              <a:t>Interpreter 2</a:t>
            </a:r>
            <a:endParaRPr lang="en-US" sz="1800"/>
          </a:p>
        </p:txBody>
      </p:sp>
      <p:sp>
        <p:nvSpPr>
          <p:cNvPr id="576479796" name="Text Box 16"/>
          <p:cNvSpPr txBox="1">
            <a:spLocks noChangeArrowheads="1"/>
          </p:cNvSpPr>
          <p:nvPr/>
        </p:nvSpPr>
        <p:spPr bwMode="auto">
          <a:xfrm>
            <a:off x="4505325" y="5345113"/>
            <a:ext cx="990600" cy="247650"/>
          </a:xfrm>
          <a:prstGeom prst="rect">
            <a:avLst/>
          </a:prstGeom>
          <a:solidFill>
            <a:srgbClr val="FFFFFF"/>
          </a:solidFill>
          <a:ln>
            <a:noFill/>
          </a:ln>
        </p:spPr>
        <p:txBody>
          <a:bodyPr/>
          <a:lstStyle>
            <a:lvl1pPr>
              <a:spcBef>
                <a:spcPts val="0"/>
              </a:spcBef>
              <a:buClr>
                <a:schemeClr val="accent1"/>
              </a:buClr>
              <a:buSzPct val="65000"/>
              <a:buFont typeface="Wingdings"/>
              <a:buChar char="n"/>
              <a:defRPr sz="3000">
                <a:solidFill>
                  <a:schemeClr val="tx1"/>
                </a:solidFill>
                <a:latin typeface="Arial"/>
              </a:defRPr>
            </a:lvl1pPr>
            <a:lvl2pPr marL="742950" indent="-285750">
              <a:spcBef>
                <a:spcPts val="0"/>
              </a:spcBef>
              <a:buClr>
                <a:schemeClr val="accent2"/>
              </a:buClr>
              <a:buSzPct val="60000"/>
              <a:buFont typeface="Wingdings"/>
              <a:buChar char="q"/>
              <a:defRPr sz="2600">
                <a:solidFill>
                  <a:schemeClr val="tx1"/>
                </a:solidFill>
                <a:latin typeface="Arial"/>
              </a:defRPr>
            </a:lvl2pPr>
            <a:lvl3pPr marL="1143000" indent="-228600">
              <a:spcBef>
                <a:spcPts val="0"/>
              </a:spcBef>
              <a:buClr>
                <a:schemeClr val="accent1"/>
              </a:buClr>
              <a:buSzPct val="65000"/>
              <a:buFont typeface="Wingdings"/>
              <a:buChar char="n"/>
              <a:defRPr sz="2200">
                <a:solidFill>
                  <a:schemeClr val="tx1"/>
                </a:solidFill>
                <a:latin typeface="Arial"/>
              </a:defRPr>
            </a:lvl3pPr>
            <a:lvl4pPr marL="1600200" indent="-228600">
              <a:spcBef>
                <a:spcPts val="0"/>
              </a:spcBef>
              <a:buClr>
                <a:schemeClr val="accent2"/>
              </a:buClr>
              <a:buSzPct val="70000"/>
              <a:buFont typeface="Wingdings"/>
              <a:buChar char="q"/>
              <a:defRPr sz="2000">
                <a:solidFill>
                  <a:schemeClr val="tx1"/>
                </a:solidFill>
                <a:latin typeface="Arial"/>
              </a:defRPr>
            </a:lvl4pPr>
            <a:lvl5pPr marL="2057400" indent="-228600">
              <a:spcBef>
                <a:spcPts val="0"/>
              </a:spcBef>
              <a:buClr>
                <a:schemeClr val="accent1"/>
              </a:buClr>
              <a:buSzPct val="75000"/>
              <a:buFont typeface="Wingdings"/>
              <a:buChar char="§"/>
              <a:defRPr sz="2000">
                <a:solidFill>
                  <a:schemeClr val="tx1"/>
                </a:solidFill>
                <a:latin typeface="Arial"/>
              </a:defRPr>
            </a:lvl5pPr>
            <a:lvl6pPr marL="2514600" indent="-228600">
              <a:spcBef>
                <a:spcPts val="0"/>
              </a:spcBef>
              <a:spcAft>
                <a:spcPts val="0"/>
              </a:spcAft>
              <a:buClr>
                <a:schemeClr val="accent1"/>
              </a:buClr>
              <a:buSzPct val="75000"/>
              <a:buFont typeface="Wingdings"/>
              <a:buChar char="§"/>
              <a:defRPr sz="2000">
                <a:solidFill>
                  <a:schemeClr val="tx1"/>
                </a:solidFill>
                <a:latin typeface="Arial"/>
              </a:defRPr>
            </a:lvl6pPr>
            <a:lvl7pPr marL="2971800" indent="-228600">
              <a:spcBef>
                <a:spcPts val="0"/>
              </a:spcBef>
              <a:spcAft>
                <a:spcPts val="0"/>
              </a:spcAft>
              <a:buClr>
                <a:schemeClr val="accent1"/>
              </a:buClr>
              <a:buSzPct val="75000"/>
              <a:buFont typeface="Wingdings"/>
              <a:buChar char="§"/>
              <a:defRPr sz="2000">
                <a:solidFill>
                  <a:schemeClr val="tx1"/>
                </a:solidFill>
                <a:latin typeface="Arial"/>
              </a:defRPr>
            </a:lvl7pPr>
            <a:lvl8pPr marL="3429000" indent="-228600">
              <a:spcBef>
                <a:spcPts val="0"/>
              </a:spcBef>
              <a:spcAft>
                <a:spcPts val="0"/>
              </a:spcAft>
              <a:buClr>
                <a:schemeClr val="accent1"/>
              </a:buClr>
              <a:buSzPct val="75000"/>
              <a:buFont typeface="Wingdings"/>
              <a:buChar char="§"/>
              <a:defRPr sz="2000">
                <a:solidFill>
                  <a:schemeClr val="tx1"/>
                </a:solidFill>
                <a:latin typeface="Arial"/>
              </a:defRPr>
            </a:lvl8pPr>
            <a:lvl9pPr marL="3886200" indent="-228600">
              <a:spcBef>
                <a:spcPts val="0"/>
              </a:spcBef>
              <a:spcAft>
                <a:spcPts val="0"/>
              </a:spcAft>
              <a:buClr>
                <a:schemeClr val="accent1"/>
              </a:buClr>
              <a:buSzPct val="75000"/>
              <a:buFont typeface="Wingdings"/>
              <a:buChar char="§"/>
              <a:defRPr sz="2000">
                <a:solidFill>
                  <a:schemeClr val="tx1"/>
                </a:solidFill>
                <a:latin typeface="Arial"/>
              </a:defRPr>
            </a:lvl9pPr>
          </a:lstStyle>
          <a:p>
            <a:pPr>
              <a:spcBef>
                <a:spcPts val="0"/>
              </a:spcBef>
              <a:buClrTx/>
              <a:buSzTx/>
              <a:buFontTx/>
              <a:buNone/>
              <a:defRPr/>
            </a:pPr>
            <a:r>
              <a:rPr lang="en-US" sz="1200">
                <a:latin typeface="Trebuchet MS"/>
              </a:rPr>
              <a:t>Web server</a:t>
            </a:r>
            <a:endParaRPr lang="en-US" sz="1800"/>
          </a:p>
        </p:txBody>
      </p:sp>
      <p:sp>
        <p:nvSpPr>
          <p:cNvPr id="2120490729" name="AutoShape 17"/>
          <p:cNvSpPr>
            <a:spLocks noChangeArrowheads="1"/>
          </p:cNvSpPr>
          <p:nvPr/>
        </p:nvSpPr>
        <p:spPr bwMode="auto">
          <a:xfrm>
            <a:off x="3286125" y="4762500"/>
            <a:ext cx="90488" cy="190500"/>
          </a:xfrm>
          <a:prstGeom prst="upArrow">
            <a:avLst>
              <a:gd name="adj1" fmla="val 50000"/>
              <a:gd name="adj2" fmla="val 52631"/>
            </a:avLst>
          </a:prstGeom>
          <a:solidFill>
            <a:srgbClr val="000000"/>
          </a:solidFill>
          <a:ln w="9525">
            <a:solidFill>
              <a:srgbClr val="000000"/>
            </a:solidFill>
            <a:miter lim="800000"/>
            <a:headEnd/>
            <a:tailEnd/>
          </a:ln>
        </p:spPr>
        <p:txBody>
          <a:bodyPr/>
          <a:lstStyle>
            <a:lvl1pPr>
              <a:spcBef>
                <a:spcPts val="0"/>
              </a:spcBef>
              <a:buClr>
                <a:schemeClr val="accent1"/>
              </a:buClr>
              <a:buSzPct val="65000"/>
              <a:buFont typeface="Wingdings"/>
              <a:buChar char="n"/>
              <a:defRPr sz="3000">
                <a:solidFill>
                  <a:schemeClr val="tx1"/>
                </a:solidFill>
                <a:latin typeface="Arial"/>
              </a:defRPr>
            </a:lvl1pPr>
            <a:lvl2pPr marL="742950" indent="-285750">
              <a:spcBef>
                <a:spcPts val="0"/>
              </a:spcBef>
              <a:buClr>
                <a:schemeClr val="accent2"/>
              </a:buClr>
              <a:buSzPct val="60000"/>
              <a:buFont typeface="Wingdings"/>
              <a:buChar char="q"/>
              <a:defRPr sz="2600">
                <a:solidFill>
                  <a:schemeClr val="tx1"/>
                </a:solidFill>
                <a:latin typeface="Arial"/>
              </a:defRPr>
            </a:lvl2pPr>
            <a:lvl3pPr marL="1143000" indent="-228600">
              <a:spcBef>
                <a:spcPts val="0"/>
              </a:spcBef>
              <a:buClr>
                <a:schemeClr val="accent1"/>
              </a:buClr>
              <a:buSzPct val="65000"/>
              <a:buFont typeface="Wingdings"/>
              <a:buChar char="n"/>
              <a:defRPr sz="2200">
                <a:solidFill>
                  <a:schemeClr val="tx1"/>
                </a:solidFill>
                <a:latin typeface="Arial"/>
              </a:defRPr>
            </a:lvl3pPr>
            <a:lvl4pPr marL="1600200" indent="-228600">
              <a:spcBef>
                <a:spcPts val="0"/>
              </a:spcBef>
              <a:buClr>
                <a:schemeClr val="accent2"/>
              </a:buClr>
              <a:buSzPct val="70000"/>
              <a:buFont typeface="Wingdings"/>
              <a:buChar char="q"/>
              <a:defRPr sz="2000">
                <a:solidFill>
                  <a:schemeClr val="tx1"/>
                </a:solidFill>
                <a:latin typeface="Arial"/>
              </a:defRPr>
            </a:lvl4pPr>
            <a:lvl5pPr marL="2057400" indent="-228600">
              <a:spcBef>
                <a:spcPts val="0"/>
              </a:spcBef>
              <a:buClr>
                <a:schemeClr val="accent1"/>
              </a:buClr>
              <a:buSzPct val="75000"/>
              <a:buFont typeface="Wingdings"/>
              <a:buChar char="§"/>
              <a:defRPr sz="2000">
                <a:solidFill>
                  <a:schemeClr val="tx1"/>
                </a:solidFill>
                <a:latin typeface="Arial"/>
              </a:defRPr>
            </a:lvl5pPr>
            <a:lvl6pPr marL="2514600" indent="-228600">
              <a:spcBef>
                <a:spcPts val="0"/>
              </a:spcBef>
              <a:spcAft>
                <a:spcPts val="0"/>
              </a:spcAft>
              <a:buClr>
                <a:schemeClr val="accent1"/>
              </a:buClr>
              <a:buSzPct val="75000"/>
              <a:buFont typeface="Wingdings"/>
              <a:buChar char="§"/>
              <a:defRPr sz="2000">
                <a:solidFill>
                  <a:schemeClr val="tx1"/>
                </a:solidFill>
                <a:latin typeface="Arial"/>
              </a:defRPr>
            </a:lvl6pPr>
            <a:lvl7pPr marL="2971800" indent="-228600">
              <a:spcBef>
                <a:spcPts val="0"/>
              </a:spcBef>
              <a:spcAft>
                <a:spcPts val="0"/>
              </a:spcAft>
              <a:buClr>
                <a:schemeClr val="accent1"/>
              </a:buClr>
              <a:buSzPct val="75000"/>
              <a:buFont typeface="Wingdings"/>
              <a:buChar char="§"/>
              <a:defRPr sz="2000">
                <a:solidFill>
                  <a:schemeClr val="tx1"/>
                </a:solidFill>
                <a:latin typeface="Arial"/>
              </a:defRPr>
            </a:lvl7pPr>
            <a:lvl8pPr marL="3429000" indent="-228600">
              <a:spcBef>
                <a:spcPts val="0"/>
              </a:spcBef>
              <a:spcAft>
                <a:spcPts val="0"/>
              </a:spcAft>
              <a:buClr>
                <a:schemeClr val="accent1"/>
              </a:buClr>
              <a:buSzPct val="75000"/>
              <a:buFont typeface="Wingdings"/>
              <a:buChar char="§"/>
              <a:defRPr sz="2000">
                <a:solidFill>
                  <a:schemeClr val="tx1"/>
                </a:solidFill>
                <a:latin typeface="Arial"/>
              </a:defRPr>
            </a:lvl8pPr>
            <a:lvl9pPr marL="3886200" indent="-228600">
              <a:spcBef>
                <a:spcPts val="0"/>
              </a:spcBef>
              <a:spcAft>
                <a:spcPts val="0"/>
              </a:spcAft>
              <a:buClr>
                <a:schemeClr val="accent1"/>
              </a:buClr>
              <a:buSzPct val="75000"/>
              <a:buFont typeface="Wingdings"/>
              <a:buChar char="§"/>
              <a:defRPr sz="2000">
                <a:solidFill>
                  <a:schemeClr val="tx1"/>
                </a:solidFill>
                <a:latin typeface="Arial"/>
              </a:defRPr>
            </a:lvl9pPr>
          </a:lstStyle>
          <a:p>
            <a:pPr algn="ctr">
              <a:spcBef>
                <a:spcPts val="0"/>
              </a:spcBef>
              <a:buClrTx/>
              <a:buSzTx/>
              <a:buFontTx/>
              <a:buNone/>
              <a:defRPr/>
            </a:pPr>
            <a:endParaRPr lang="en-US" sz="2400"/>
          </a:p>
        </p:txBody>
      </p:sp>
      <p:sp>
        <p:nvSpPr>
          <p:cNvPr id="1655653176" name="AutoShape 18"/>
          <p:cNvSpPr>
            <a:spLocks noChangeArrowheads="1"/>
          </p:cNvSpPr>
          <p:nvPr/>
        </p:nvSpPr>
        <p:spPr bwMode="auto">
          <a:xfrm>
            <a:off x="3300413" y="4238625"/>
            <a:ext cx="90487" cy="180975"/>
          </a:xfrm>
          <a:prstGeom prst="upArrow">
            <a:avLst>
              <a:gd name="adj1" fmla="val 50000"/>
              <a:gd name="adj2" fmla="val 50000"/>
            </a:avLst>
          </a:prstGeom>
          <a:solidFill>
            <a:srgbClr val="000000"/>
          </a:solidFill>
          <a:ln w="9525">
            <a:solidFill>
              <a:srgbClr val="000000"/>
            </a:solidFill>
            <a:miter lim="800000"/>
            <a:headEnd/>
            <a:tailEnd/>
          </a:ln>
        </p:spPr>
        <p:txBody>
          <a:bodyPr/>
          <a:lstStyle>
            <a:lvl1pPr>
              <a:spcBef>
                <a:spcPts val="0"/>
              </a:spcBef>
              <a:buClr>
                <a:schemeClr val="accent1"/>
              </a:buClr>
              <a:buSzPct val="65000"/>
              <a:buFont typeface="Wingdings"/>
              <a:buChar char="n"/>
              <a:defRPr sz="3000">
                <a:solidFill>
                  <a:schemeClr val="tx1"/>
                </a:solidFill>
                <a:latin typeface="Arial"/>
              </a:defRPr>
            </a:lvl1pPr>
            <a:lvl2pPr marL="742950" indent="-285750">
              <a:spcBef>
                <a:spcPts val="0"/>
              </a:spcBef>
              <a:buClr>
                <a:schemeClr val="accent2"/>
              </a:buClr>
              <a:buSzPct val="60000"/>
              <a:buFont typeface="Wingdings"/>
              <a:buChar char="q"/>
              <a:defRPr sz="2600">
                <a:solidFill>
                  <a:schemeClr val="tx1"/>
                </a:solidFill>
                <a:latin typeface="Arial"/>
              </a:defRPr>
            </a:lvl2pPr>
            <a:lvl3pPr marL="1143000" indent="-228600">
              <a:spcBef>
                <a:spcPts val="0"/>
              </a:spcBef>
              <a:buClr>
                <a:schemeClr val="accent1"/>
              </a:buClr>
              <a:buSzPct val="65000"/>
              <a:buFont typeface="Wingdings"/>
              <a:buChar char="n"/>
              <a:defRPr sz="2200">
                <a:solidFill>
                  <a:schemeClr val="tx1"/>
                </a:solidFill>
                <a:latin typeface="Arial"/>
              </a:defRPr>
            </a:lvl3pPr>
            <a:lvl4pPr marL="1600200" indent="-228600">
              <a:spcBef>
                <a:spcPts val="0"/>
              </a:spcBef>
              <a:buClr>
                <a:schemeClr val="accent2"/>
              </a:buClr>
              <a:buSzPct val="70000"/>
              <a:buFont typeface="Wingdings"/>
              <a:buChar char="q"/>
              <a:defRPr sz="2000">
                <a:solidFill>
                  <a:schemeClr val="tx1"/>
                </a:solidFill>
                <a:latin typeface="Arial"/>
              </a:defRPr>
            </a:lvl4pPr>
            <a:lvl5pPr marL="2057400" indent="-228600">
              <a:spcBef>
                <a:spcPts val="0"/>
              </a:spcBef>
              <a:buClr>
                <a:schemeClr val="accent1"/>
              </a:buClr>
              <a:buSzPct val="75000"/>
              <a:buFont typeface="Wingdings"/>
              <a:buChar char="§"/>
              <a:defRPr sz="2000">
                <a:solidFill>
                  <a:schemeClr val="tx1"/>
                </a:solidFill>
                <a:latin typeface="Arial"/>
              </a:defRPr>
            </a:lvl5pPr>
            <a:lvl6pPr marL="2514600" indent="-228600">
              <a:spcBef>
                <a:spcPts val="0"/>
              </a:spcBef>
              <a:spcAft>
                <a:spcPts val="0"/>
              </a:spcAft>
              <a:buClr>
                <a:schemeClr val="accent1"/>
              </a:buClr>
              <a:buSzPct val="75000"/>
              <a:buFont typeface="Wingdings"/>
              <a:buChar char="§"/>
              <a:defRPr sz="2000">
                <a:solidFill>
                  <a:schemeClr val="tx1"/>
                </a:solidFill>
                <a:latin typeface="Arial"/>
              </a:defRPr>
            </a:lvl6pPr>
            <a:lvl7pPr marL="2971800" indent="-228600">
              <a:spcBef>
                <a:spcPts val="0"/>
              </a:spcBef>
              <a:spcAft>
                <a:spcPts val="0"/>
              </a:spcAft>
              <a:buClr>
                <a:schemeClr val="accent1"/>
              </a:buClr>
              <a:buSzPct val="75000"/>
              <a:buFont typeface="Wingdings"/>
              <a:buChar char="§"/>
              <a:defRPr sz="2000">
                <a:solidFill>
                  <a:schemeClr val="tx1"/>
                </a:solidFill>
                <a:latin typeface="Arial"/>
              </a:defRPr>
            </a:lvl7pPr>
            <a:lvl8pPr marL="3429000" indent="-228600">
              <a:spcBef>
                <a:spcPts val="0"/>
              </a:spcBef>
              <a:spcAft>
                <a:spcPts val="0"/>
              </a:spcAft>
              <a:buClr>
                <a:schemeClr val="accent1"/>
              </a:buClr>
              <a:buSzPct val="75000"/>
              <a:buFont typeface="Wingdings"/>
              <a:buChar char="§"/>
              <a:defRPr sz="2000">
                <a:solidFill>
                  <a:schemeClr val="tx1"/>
                </a:solidFill>
                <a:latin typeface="Arial"/>
              </a:defRPr>
            </a:lvl8pPr>
            <a:lvl9pPr marL="3886200" indent="-228600">
              <a:spcBef>
                <a:spcPts val="0"/>
              </a:spcBef>
              <a:spcAft>
                <a:spcPts val="0"/>
              </a:spcAft>
              <a:buClr>
                <a:schemeClr val="accent1"/>
              </a:buClr>
              <a:buSzPct val="75000"/>
              <a:buFont typeface="Wingdings"/>
              <a:buChar char="§"/>
              <a:defRPr sz="2000">
                <a:solidFill>
                  <a:schemeClr val="tx1"/>
                </a:solidFill>
                <a:latin typeface="Arial"/>
              </a:defRPr>
            </a:lvl9pPr>
          </a:lstStyle>
          <a:p>
            <a:pPr algn="ctr">
              <a:spcBef>
                <a:spcPts val="0"/>
              </a:spcBef>
              <a:buClrTx/>
              <a:buSzTx/>
              <a:buFontTx/>
              <a:buNone/>
              <a:defRPr/>
            </a:pPr>
            <a:endParaRPr lang="en-US" sz="2400"/>
          </a:p>
        </p:txBody>
      </p:sp>
      <p:sp>
        <p:nvSpPr>
          <p:cNvPr id="1547305013" name="Text Box 19"/>
          <p:cNvSpPr txBox="1">
            <a:spLocks noChangeArrowheads="1"/>
          </p:cNvSpPr>
          <p:nvPr/>
        </p:nvSpPr>
        <p:spPr bwMode="auto">
          <a:xfrm>
            <a:off x="2600325" y="4486275"/>
            <a:ext cx="1171575" cy="238125"/>
          </a:xfrm>
          <a:prstGeom prst="rect">
            <a:avLst/>
          </a:prstGeom>
          <a:solidFill>
            <a:srgbClr val="FFCCFF"/>
          </a:solidFill>
          <a:ln w="9525">
            <a:solidFill>
              <a:srgbClr val="000000"/>
            </a:solidFill>
            <a:miter lim="800000"/>
            <a:headEnd/>
            <a:tailEnd/>
          </a:ln>
        </p:spPr>
        <p:txBody>
          <a:bodyPr/>
          <a:lstStyle>
            <a:lvl1pPr>
              <a:spcBef>
                <a:spcPts val="0"/>
              </a:spcBef>
              <a:buClr>
                <a:schemeClr val="accent1"/>
              </a:buClr>
              <a:buSzPct val="65000"/>
              <a:buFont typeface="Wingdings"/>
              <a:buChar char="n"/>
              <a:defRPr sz="3000">
                <a:solidFill>
                  <a:schemeClr val="tx1"/>
                </a:solidFill>
                <a:latin typeface="Arial"/>
              </a:defRPr>
            </a:lvl1pPr>
            <a:lvl2pPr marL="742950" indent="-285750">
              <a:spcBef>
                <a:spcPts val="0"/>
              </a:spcBef>
              <a:buClr>
                <a:schemeClr val="accent2"/>
              </a:buClr>
              <a:buSzPct val="60000"/>
              <a:buFont typeface="Wingdings"/>
              <a:buChar char="q"/>
              <a:defRPr sz="2600">
                <a:solidFill>
                  <a:schemeClr val="tx1"/>
                </a:solidFill>
                <a:latin typeface="Arial"/>
              </a:defRPr>
            </a:lvl2pPr>
            <a:lvl3pPr marL="1143000" indent="-228600">
              <a:spcBef>
                <a:spcPts val="0"/>
              </a:spcBef>
              <a:buClr>
                <a:schemeClr val="accent1"/>
              </a:buClr>
              <a:buSzPct val="65000"/>
              <a:buFont typeface="Wingdings"/>
              <a:buChar char="n"/>
              <a:defRPr sz="2200">
                <a:solidFill>
                  <a:schemeClr val="tx1"/>
                </a:solidFill>
                <a:latin typeface="Arial"/>
              </a:defRPr>
            </a:lvl3pPr>
            <a:lvl4pPr marL="1600200" indent="-228600">
              <a:spcBef>
                <a:spcPts val="0"/>
              </a:spcBef>
              <a:buClr>
                <a:schemeClr val="accent2"/>
              </a:buClr>
              <a:buSzPct val="70000"/>
              <a:buFont typeface="Wingdings"/>
              <a:buChar char="q"/>
              <a:defRPr sz="2000">
                <a:solidFill>
                  <a:schemeClr val="tx1"/>
                </a:solidFill>
                <a:latin typeface="Arial"/>
              </a:defRPr>
            </a:lvl4pPr>
            <a:lvl5pPr marL="2057400" indent="-228600">
              <a:spcBef>
                <a:spcPts val="0"/>
              </a:spcBef>
              <a:buClr>
                <a:schemeClr val="accent1"/>
              </a:buClr>
              <a:buSzPct val="75000"/>
              <a:buFont typeface="Wingdings"/>
              <a:buChar char="§"/>
              <a:defRPr sz="2000">
                <a:solidFill>
                  <a:schemeClr val="tx1"/>
                </a:solidFill>
                <a:latin typeface="Arial"/>
              </a:defRPr>
            </a:lvl5pPr>
            <a:lvl6pPr marL="2514600" indent="-228600">
              <a:spcBef>
                <a:spcPts val="0"/>
              </a:spcBef>
              <a:spcAft>
                <a:spcPts val="0"/>
              </a:spcAft>
              <a:buClr>
                <a:schemeClr val="accent1"/>
              </a:buClr>
              <a:buSzPct val="75000"/>
              <a:buFont typeface="Wingdings"/>
              <a:buChar char="§"/>
              <a:defRPr sz="2000">
                <a:solidFill>
                  <a:schemeClr val="tx1"/>
                </a:solidFill>
                <a:latin typeface="Arial"/>
              </a:defRPr>
            </a:lvl6pPr>
            <a:lvl7pPr marL="2971800" indent="-228600">
              <a:spcBef>
                <a:spcPts val="0"/>
              </a:spcBef>
              <a:spcAft>
                <a:spcPts val="0"/>
              </a:spcAft>
              <a:buClr>
                <a:schemeClr val="accent1"/>
              </a:buClr>
              <a:buSzPct val="75000"/>
              <a:buFont typeface="Wingdings"/>
              <a:buChar char="§"/>
              <a:defRPr sz="2000">
                <a:solidFill>
                  <a:schemeClr val="tx1"/>
                </a:solidFill>
                <a:latin typeface="Arial"/>
              </a:defRPr>
            </a:lvl7pPr>
            <a:lvl8pPr marL="3429000" indent="-228600">
              <a:spcBef>
                <a:spcPts val="0"/>
              </a:spcBef>
              <a:spcAft>
                <a:spcPts val="0"/>
              </a:spcAft>
              <a:buClr>
                <a:schemeClr val="accent1"/>
              </a:buClr>
              <a:buSzPct val="75000"/>
              <a:buFont typeface="Wingdings"/>
              <a:buChar char="§"/>
              <a:defRPr sz="2000">
                <a:solidFill>
                  <a:schemeClr val="tx1"/>
                </a:solidFill>
                <a:latin typeface="Arial"/>
              </a:defRPr>
            </a:lvl8pPr>
            <a:lvl9pPr marL="3886200" indent="-228600">
              <a:spcBef>
                <a:spcPts val="0"/>
              </a:spcBef>
              <a:spcAft>
                <a:spcPts val="0"/>
              </a:spcAft>
              <a:buClr>
                <a:schemeClr val="accent1"/>
              </a:buClr>
              <a:buSzPct val="75000"/>
              <a:buFont typeface="Wingdings"/>
              <a:buChar char="§"/>
              <a:defRPr sz="2000">
                <a:solidFill>
                  <a:schemeClr val="tx1"/>
                </a:solidFill>
                <a:latin typeface="Arial"/>
              </a:defRPr>
            </a:lvl9pPr>
          </a:lstStyle>
          <a:p>
            <a:pPr>
              <a:spcBef>
                <a:spcPts val="0"/>
              </a:spcBef>
              <a:buClrTx/>
              <a:buSzTx/>
              <a:buFontTx/>
              <a:buNone/>
              <a:defRPr/>
            </a:pPr>
            <a:r>
              <a:rPr lang="en-US" sz="1200" b="1">
                <a:latin typeface="Trebuchet MS"/>
              </a:rPr>
              <a:t>Interpreter 1</a:t>
            </a:r>
            <a:endParaRPr lang="en-US" sz="1800"/>
          </a:p>
        </p:txBody>
      </p:sp>
      <p:sp>
        <p:nvSpPr>
          <p:cNvPr id="262497693" name="AutoShape 20"/>
          <p:cNvSpPr>
            <a:spLocks noChangeArrowheads="1"/>
          </p:cNvSpPr>
          <p:nvPr/>
        </p:nvSpPr>
        <p:spPr bwMode="auto">
          <a:xfrm>
            <a:off x="5000625" y="4276725"/>
            <a:ext cx="90488" cy="142875"/>
          </a:xfrm>
          <a:prstGeom prst="upArrow">
            <a:avLst>
              <a:gd name="adj1" fmla="val 50000"/>
              <a:gd name="adj2" fmla="val 39473"/>
            </a:avLst>
          </a:prstGeom>
          <a:solidFill>
            <a:srgbClr val="000000"/>
          </a:solidFill>
          <a:ln w="9525">
            <a:solidFill>
              <a:srgbClr val="000000"/>
            </a:solidFill>
            <a:miter lim="800000"/>
            <a:headEnd/>
            <a:tailEnd/>
          </a:ln>
        </p:spPr>
        <p:txBody>
          <a:bodyPr/>
          <a:lstStyle>
            <a:lvl1pPr>
              <a:spcBef>
                <a:spcPts val="0"/>
              </a:spcBef>
              <a:buClr>
                <a:schemeClr val="accent1"/>
              </a:buClr>
              <a:buSzPct val="65000"/>
              <a:buFont typeface="Wingdings"/>
              <a:buChar char="n"/>
              <a:defRPr sz="3000">
                <a:solidFill>
                  <a:schemeClr val="tx1"/>
                </a:solidFill>
                <a:latin typeface="Arial"/>
              </a:defRPr>
            </a:lvl1pPr>
            <a:lvl2pPr marL="742950" indent="-285750">
              <a:spcBef>
                <a:spcPts val="0"/>
              </a:spcBef>
              <a:buClr>
                <a:schemeClr val="accent2"/>
              </a:buClr>
              <a:buSzPct val="60000"/>
              <a:buFont typeface="Wingdings"/>
              <a:buChar char="q"/>
              <a:defRPr sz="2600">
                <a:solidFill>
                  <a:schemeClr val="tx1"/>
                </a:solidFill>
                <a:latin typeface="Arial"/>
              </a:defRPr>
            </a:lvl2pPr>
            <a:lvl3pPr marL="1143000" indent="-228600">
              <a:spcBef>
                <a:spcPts val="0"/>
              </a:spcBef>
              <a:buClr>
                <a:schemeClr val="accent1"/>
              </a:buClr>
              <a:buSzPct val="65000"/>
              <a:buFont typeface="Wingdings"/>
              <a:buChar char="n"/>
              <a:defRPr sz="2200">
                <a:solidFill>
                  <a:schemeClr val="tx1"/>
                </a:solidFill>
                <a:latin typeface="Arial"/>
              </a:defRPr>
            </a:lvl3pPr>
            <a:lvl4pPr marL="1600200" indent="-228600">
              <a:spcBef>
                <a:spcPts val="0"/>
              </a:spcBef>
              <a:buClr>
                <a:schemeClr val="accent2"/>
              </a:buClr>
              <a:buSzPct val="70000"/>
              <a:buFont typeface="Wingdings"/>
              <a:buChar char="q"/>
              <a:defRPr sz="2000">
                <a:solidFill>
                  <a:schemeClr val="tx1"/>
                </a:solidFill>
                <a:latin typeface="Arial"/>
              </a:defRPr>
            </a:lvl4pPr>
            <a:lvl5pPr marL="2057400" indent="-228600">
              <a:spcBef>
                <a:spcPts val="0"/>
              </a:spcBef>
              <a:buClr>
                <a:schemeClr val="accent1"/>
              </a:buClr>
              <a:buSzPct val="75000"/>
              <a:buFont typeface="Wingdings"/>
              <a:buChar char="§"/>
              <a:defRPr sz="2000">
                <a:solidFill>
                  <a:schemeClr val="tx1"/>
                </a:solidFill>
                <a:latin typeface="Arial"/>
              </a:defRPr>
            </a:lvl5pPr>
            <a:lvl6pPr marL="2514600" indent="-228600">
              <a:spcBef>
                <a:spcPts val="0"/>
              </a:spcBef>
              <a:spcAft>
                <a:spcPts val="0"/>
              </a:spcAft>
              <a:buClr>
                <a:schemeClr val="accent1"/>
              </a:buClr>
              <a:buSzPct val="75000"/>
              <a:buFont typeface="Wingdings"/>
              <a:buChar char="§"/>
              <a:defRPr sz="2000">
                <a:solidFill>
                  <a:schemeClr val="tx1"/>
                </a:solidFill>
                <a:latin typeface="Arial"/>
              </a:defRPr>
            </a:lvl6pPr>
            <a:lvl7pPr marL="2971800" indent="-228600">
              <a:spcBef>
                <a:spcPts val="0"/>
              </a:spcBef>
              <a:spcAft>
                <a:spcPts val="0"/>
              </a:spcAft>
              <a:buClr>
                <a:schemeClr val="accent1"/>
              </a:buClr>
              <a:buSzPct val="75000"/>
              <a:buFont typeface="Wingdings"/>
              <a:buChar char="§"/>
              <a:defRPr sz="2000">
                <a:solidFill>
                  <a:schemeClr val="tx1"/>
                </a:solidFill>
                <a:latin typeface="Arial"/>
              </a:defRPr>
            </a:lvl7pPr>
            <a:lvl8pPr marL="3429000" indent="-228600">
              <a:spcBef>
                <a:spcPts val="0"/>
              </a:spcBef>
              <a:spcAft>
                <a:spcPts val="0"/>
              </a:spcAft>
              <a:buClr>
                <a:schemeClr val="accent1"/>
              </a:buClr>
              <a:buSzPct val="75000"/>
              <a:buFont typeface="Wingdings"/>
              <a:buChar char="§"/>
              <a:defRPr sz="2000">
                <a:solidFill>
                  <a:schemeClr val="tx1"/>
                </a:solidFill>
                <a:latin typeface="Arial"/>
              </a:defRPr>
            </a:lvl8pPr>
            <a:lvl9pPr marL="3886200" indent="-228600">
              <a:spcBef>
                <a:spcPts val="0"/>
              </a:spcBef>
              <a:spcAft>
                <a:spcPts val="0"/>
              </a:spcAft>
              <a:buClr>
                <a:schemeClr val="accent1"/>
              </a:buClr>
              <a:buSzPct val="75000"/>
              <a:buFont typeface="Wingdings"/>
              <a:buChar char="§"/>
              <a:defRPr sz="2000">
                <a:solidFill>
                  <a:schemeClr val="tx1"/>
                </a:solidFill>
                <a:latin typeface="Arial"/>
              </a:defRPr>
            </a:lvl9pPr>
          </a:lstStyle>
          <a:p>
            <a:pPr algn="ctr">
              <a:spcBef>
                <a:spcPts val="0"/>
              </a:spcBef>
              <a:buClrTx/>
              <a:buSzTx/>
              <a:buFontTx/>
              <a:buNone/>
              <a:defRPr/>
            </a:pPr>
            <a:endParaRPr lang="en-US" sz="2400"/>
          </a:p>
        </p:txBody>
      </p:sp>
      <p:sp>
        <p:nvSpPr>
          <p:cNvPr id="124672045" name="AutoShape 21"/>
          <p:cNvSpPr>
            <a:spLocks noChangeArrowheads="1"/>
          </p:cNvSpPr>
          <p:nvPr/>
        </p:nvSpPr>
        <p:spPr bwMode="auto">
          <a:xfrm>
            <a:off x="4981575" y="4676775"/>
            <a:ext cx="90488" cy="123825"/>
          </a:xfrm>
          <a:prstGeom prst="upArrow">
            <a:avLst>
              <a:gd name="adj1" fmla="val 50000"/>
              <a:gd name="adj2" fmla="val 34210"/>
            </a:avLst>
          </a:prstGeom>
          <a:solidFill>
            <a:srgbClr val="000000"/>
          </a:solidFill>
          <a:ln w="9525">
            <a:solidFill>
              <a:srgbClr val="000000"/>
            </a:solidFill>
            <a:miter lim="800000"/>
            <a:headEnd/>
            <a:tailEnd/>
          </a:ln>
        </p:spPr>
        <p:txBody>
          <a:bodyPr/>
          <a:lstStyle>
            <a:lvl1pPr>
              <a:spcBef>
                <a:spcPts val="0"/>
              </a:spcBef>
              <a:buClr>
                <a:schemeClr val="accent1"/>
              </a:buClr>
              <a:buSzPct val="65000"/>
              <a:buFont typeface="Wingdings"/>
              <a:buChar char="n"/>
              <a:defRPr sz="3000">
                <a:solidFill>
                  <a:schemeClr val="tx1"/>
                </a:solidFill>
                <a:latin typeface="Arial"/>
              </a:defRPr>
            </a:lvl1pPr>
            <a:lvl2pPr marL="742950" indent="-285750">
              <a:spcBef>
                <a:spcPts val="0"/>
              </a:spcBef>
              <a:buClr>
                <a:schemeClr val="accent2"/>
              </a:buClr>
              <a:buSzPct val="60000"/>
              <a:buFont typeface="Wingdings"/>
              <a:buChar char="q"/>
              <a:defRPr sz="2600">
                <a:solidFill>
                  <a:schemeClr val="tx1"/>
                </a:solidFill>
                <a:latin typeface="Arial"/>
              </a:defRPr>
            </a:lvl2pPr>
            <a:lvl3pPr marL="1143000" indent="-228600">
              <a:spcBef>
                <a:spcPts val="0"/>
              </a:spcBef>
              <a:buClr>
                <a:schemeClr val="accent1"/>
              </a:buClr>
              <a:buSzPct val="65000"/>
              <a:buFont typeface="Wingdings"/>
              <a:buChar char="n"/>
              <a:defRPr sz="2200">
                <a:solidFill>
                  <a:schemeClr val="tx1"/>
                </a:solidFill>
                <a:latin typeface="Arial"/>
              </a:defRPr>
            </a:lvl3pPr>
            <a:lvl4pPr marL="1600200" indent="-228600">
              <a:spcBef>
                <a:spcPts val="0"/>
              </a:spcBef>
              <a:buClr>
                <a:schemeClr val="accent2"/>
              </a:buClr>
              <a:buSzPct val="70000"/>
              <a:buFont typeface="Wingdings"/>
              <a:buChar char="q"/>
              <a:defRPr sz="2000">
                <a:solidFill>
                  <a:schemeClr val="tx1"/>
                </a:solidFill>
                <a:latin typeface="Arial"/>
              </a:defRPr>
            </a:lvl4pPr>
            <a:lvl5pPr marL="2057400" indent="-228600">
              <a:spcBef>
                <a:spcPts val="0"/>
              </a:spcBef>
              <a:buClr>
                <a:schemeClr val="accent1"/>
              </a:buClr>
              <a:buSzPct val="75000"/>
              <a:buFont typeface="Wingdings"/>
              <a:buChar char="§"/>
              <a:defRPr sz="2000">
                <a:solidFill>
                  <a:schemeClr val="tx1"/>
                </a:solidFill>
                <a:latin typeface="Arial"/>
              </a:defRPr>
            </a:lvl5pPr>
            <a:lvl6pPr marL="2514600" indent="-228600">
              <a:spcBef>
                <a:spcPts val="0"/>
              </a:spcBef>
              <a:spcAft>
                <a:spcPts val="0"/>
              </a:spcAft>
              <a:buClr>
                <a:schemeClr val="accent1"/>
              </a:buClr>
              <a:buSzPct val="75000"/>
              <a:buFont typeface="Wingdings"/>
              <a:buChar char="§"/>
              <a:defRPr sz="2000">
                <a:solidFill>
                  <a:schemeClr val="tx1"/>
                </a:solidFill>
                <a:latin typeface="Arial"/>
              </a:defRPr>
            </a:lvl6pPr>
            <a:lvl7pPr marL="2971800" indent="-228600">
              <a:spcBef>
                <a:spcPts val="0"/>
              </a:spcBef>
              <a:spcAft>
                <a:spcPts val="0"/>
              </a:spcAft>
              <a:buClr>
                <a:schemeClr val="accent1"/>
              </a:buClr>
              <a:buSzPct val="75000"/>
              <a:buFont typeface="Wingdings"/>
              <a:buChar char="§"/>
              <a:defRPr sz="2000">
                <a:solidFill>
                  <a:schemeClr val="tx1"/>
                </a:solidFill>
                <a:latin typeface="Arial"/>
              </a:defRPr>
            </a:lvl7pPr>
            <a:lvl8pPr marL="3429000" indent="-228600">
              <a:spcBef>
                <a:spcPts val="0"/>
              </a:spcBef>
              <a:spcAft>
                <a:spcPts val="0"/>
              </a:spcAft>
              <a:buClr>
                <a:schemeClr val="accent1"/>
              </a:buClr>
              <a:buSzPct val="75000"/>
              <a:buFont typeface="Wingdings"/>
              <a:buChar char="§"/>
              <a:defRPr sz="2000">
                <a:solidFill>
                  <a:schemeClr val="tx1"/>
                </a:solidFill>
                <a:latin typeface="Arial"/>
              </a:defRPr>
            </a:lvl8pPr>
            <a:lvl9pPr marL="3886200" indent="-228600">
              <a:spcBef>
                <a:spcPts val="0"/>
              </a:spcBef>
              <a:spcAft>
                <a:spcPts val="0"/>
              </a:spcAft>
              <a:buClr>
                <a:schemeClr val="accent1"/>
              </a:buClr>
              <a:buSzPct val="75000"/>
              <a:buFont typeface="Wingdings"/>
              <a:buChar char="§"/>
              <a:defRPr sz="2000">
                <a:solidFill>
                  <a:schemeClr val="tx1"/>
                </a:solidFill>
                <a:latin typeface="Arial"/>
              </a:defRPr>
            </a:lvl9pPr>
          </a:lstStyle>
          <a:p>
            <a:pPr algn="ctr">
              <a:spcBef>
                <a:spcPts val="0"/>
              </a:spcBef>
              <a:buClrTx/>
              <a:buSzTx/>
              <a:buFontTx/>
              <a:buNone/>
              <a:defRPr/>
            </a:pPr>
            <a:endParaRPr lang="en-US" sz="2400"/>
          </a:p>
        </p:txBody>
      </p:sp>
      <p:pic>
        <p:nvPicPr>
          <p:cNvPr id="1768922441" name="Picture 22" descr="j0285750"/>
          <p:cNvPicPr>
            <a:picLocks noChangeAspect="1" noChangeArrowheads="1"/>
          </p:cNvPicPr>
          <p:nvPr/>
        </p:nvPicPr>
        <p:blipFill>
          <a:blip r:embed="rId3"/>
          <a:stretch/>
        </p:blipFill>
        <p:spPr bwMode="auto">
          <a:xfrm>
            <a:off x="4648200" y="4800600"/>
            <a:ext cx="866775" cy="533400"/>
          </a:xfrm>
          <a:prstGeom prst="rect">
            <a:avLst/>
          </a:prstGeom>
          <a:noFill/>
          <a:ln>
            <a:noFill/>
          </a:ln>
        </p:spPr>
      </p:pic>
      <p:sp>
        <p:nvSpPr>
          <p:cNvPr id="986801253" name="TextBox 1"/>
          <p:cNvSpPr txBox="1">
            <a:spLocks noChangeArrowheads="1"/>
          </p:cNvSpPr>
          <p:nvPr/>
        </p:nvSpPr>
        <p:spPr bwMode="auto">
          <a:xfrm>
            <a:off x="609600" y="5646738"/>
            <a:ext cx="7991475" cy="830262"/>
          </a:xfrm>
          <a:prstGeom prst="rect">
            <a:avLst/>
          </a:prstGeom>
          <a:noFill/>
          <a:ln>
            <a:noFill/>
          </a:ln>
        </p:spPr>
        <p:txBody>
          <a:bodyPr wrap="none">
            <a:spAutoFit/>
          </a:bodyPr>
          <a:lstStyle>
            <a:lvl1pPr>
              <a:defRPr sz="2400">
                <a:solidFill>
                  <a:schemeClr val="tx1"/>
                </a:solidFill>
                <a:latin typeface="Arial"/>
              </a:defRPr>
            </a:lvl1pPr>
            <a:lvl2pPr marL="742950" indent="-285750">
              <a:defRPr sz="2400">
                <a:solidFill>
                  <a:schemeClr val="tx1"/>
                </a:solidFill>
                <a:latin typeface="Arial"/>
              </a:defRPr>
            </a:lvl2pPr>
            <a:lvl3pPr marL="1143000" indent="-228600">
              <a:defRPr sz="2400">
                <a:solidFill>
                  <a:schemeClr val="tx1"/>
                </a:solidFill>
                <a:latin typeface="Arial"/>
              </a:defRPr>
            </a:lvl3pPr>
            <a:lvl4pPr marL="1600200" indent="-228600">
              <a:defRPr sz="2400">
                <a:solidFill>
                  <a:schemeClr val="tx1"/>
                </a:solidFill>
                <a:latin typeface="Arial"/>
              </a:defRPr>
            </a:lvl4pPr>
            <a:lvl5pPr marL="2057400" indent="-228600">
              <a:defRPr sz="2400">
                <a:solidFill>
                  <a:schemeClr val="tx1"/>
                </a:solidFill>
                <a:latin typeface="Arial"/>
              </a:defRPr>
            </a:lvl5pPr>
            <a:lvl6pPr marL="2514600" indent="-228600">
              <a:spcBef>
                <a:spcPts val="0"/>
              </a:spcBef>
              <a:spcAft>
                <a:spcPts val="0"/>
              </a:spcAft>
              <a:defRPr sz="2400">
                <a:solidFill>
                  <a:schemeClr val="tx1"/>
                </a:solidFill>
                <a:latin typeface="Arial"/>
              </a:defRPr>
            </a:lvl6pPr>
            <a:lvl7pPr marL="2971800" indent="-228600">
              <a:spcBef>
                <a:spcPts val="0"/>
              </a:spcBef>
              <a:spcAft>
                <a:spcPts val="0"/>
              </a:spcAft>
              <a:defRPr sz="2400">
                <a:solidFill>
                  <a:schemeClr val="tx1"/>
                </a:solidFill>
                <a:latin typeface="Arial"/>
              </a:defRPr>
            </a:lvl7pPr>
            <a:lvl8pPr marL="3429000" indent="-228600">
              <a:spcBef>
                <a:spcPts val="0"/>
              </a:spcBef>
              <a:spcAft>
                <a:spcPts val="0"/>
              </a:spcAft>
              <a:defRPr sz="2400">
                <a:solidFill>
                  <a:schemeClr val="tx1"/>
                </a:solidFill>
                <a:latin typeface="Arial"/>
              </a:defRPr>
            </a:lvl8pPr>
            <a:lvl9pPr marL="3886200" indent="-228600">
              <a:spcBef>
                <a:spcPts val="0"/>
              </a:spcBef>
              <a:spcAft>
                <a:spcPts val="0"/>
              </a:spcAft>
              <a:defRPr sz="2400">
                <a:solidFill>
                  <a:schemeClr val="tx1"/>
                </a:solidFill>
                <a:latin typeface="Arial"/>
              </a:defRPr>
            </a:lvl9pPr>
          </a:lstStyle>
          <a:p>
            <a:pPr>
              <a:defRPr/>
            </a:pPr>
            <a:r>
              <a:rPr lang="en-US">
                <a:solidFill>
                  <a:srgbClr val="3333FF"/>
                </a:solidFill>
              </a:rPr>
              <a:t>Knowledge from external sources should be transformed </a:t>
            </a:r>
            <a:endParaRPr/>
          </a:p>
          <a:p>
            <a:pPr>
              <a:defRPr/>
            </a:pPr>
            <a:r>
              <a:rPr lang="en-US">
                <a:solidFill>
                  <a:srgbClr val="3333FF"/>
                </a:solidFill>
              </a:rPr>
              <a:t>into KR structures through interpreters (parsers)</a:t>
            </a:r>
            <a:endParaRPr/>
          </a:p>
        </p:txBody>
      </p:sp>
      <p:sp>
        <p:nvSpPr>
          <p:cNvPr id="54165967" name="TextBox 1"/>
          <p:cNvSpPr txBox="1">
            <a:spLocks noChangeArrowheads="1"/>
          </p:cNvSpPr>
          <p:nvPr/>
        </p:nvSpPr>
        <p:spPr bwMode="auto">
          <a:xfrm>
            <a:off x="9448799" y="2133600"/>
            <a:ext cx="4429418" cy="3785652"/>
          </a:xfrm>
          <a:prstGeom prst="rect">
            <a:avLst/>
          </a:prstGeom>
          <a:noFill/>
          <a:ln>
            <a:noFill/>
          </a:ln>
        </p:spPr>
        <p:txBody>
          <a:bodyPr wrap="none">
            <a:spAutoFit/>
          </a:bodyPr>
          <a:lstStyle>
            <a:lvl1pPr>
              <a:defRPr sz="2400">
                <a:solidFill>
                  <a:schemeClr val="tx1"/>
                </a:solidFill>
                <a:latin typeface="Arial"/>
              </a:defRPr>
            </a:lvl1pPr>
            <a:lvl2pPr marL="742950" indent="-285750">
              <a:defRPr sz="2400">
                <a:solidFill>
                  <a:schemeClr val="tx1"/>
                </a:solidFill>
                <a:latin typeface="Arial"/>
              </a:defRPr>
            </a:lvl2pPr>
            <a:lvl3pPr marL="1143000" indent="-228600">
              <a:defRPr sz="2400">
                <a:solidFill>
                  <a:schemeClr val="tx1"/>
                </a:solidFill>
                <a:latin typeface="Arial"/>
              </a:defRPr>
            </a:lvl3pPr>
            <a:lvl4pPr marL="1600200" indent="-228600">
              <a:defRPr sz="2400">
                <a:solidFill>
                  <a:schemeClr val="tx1"/>
                </a:solidFill>
                <a:latin typeface="Arial"/>
              </a:defRPr>
            </a:lvl4pPr>
            <a:lvl5pPr marL="2057400" indent="-228600">
              <a:defRPr sz="2400">
                <a:solidFill>
                  <a:schemeClr val="tx1"/>
                </a:solidFill>
                <a:latin typeface="Arial"/>
              </a:defRPr>
            </a:lvl5pPr>
            <a:lvl6pPr marL="2514600" indent="-228600">
              <a:spcBef>
                <a:spcPts val="0"/>
              </a:spcBef>
              <a:spcAft>
                <a:spcPts val="0"/>
              </a:spcAft>
              <a:defRPr sz="2400">
                <a:solidFill>
                  <a:schemeClr val="tx1"/>
                </a:solidFill>
                <a:latin typeface="Arial"/>
              </a:defRPr>
            </a:lvl6pPr>
            <a:lvl7pPr marL="2971800" indent="-228600">
              <a:spcBef>
                <a:spcPts val="0"/>
              </a:spcBef>
              <a:spcAft>
                <a:spcPts val="0"/>
              </a:spcAft>
              <a:defRPr sz="2400">
                <a:solidFill>
                  <a:schemeClr val="tx1"/>
                </a:solidFill>
                <a:latin typeface="Arial"/>
              </a:defRPr>
            </a:lvl7pPr>
            <a:lvl8pPr marL="3429000" indent="-228600">
              <a:spcBef>
                <a:spcPts val="0"/>
              </a:spcBef>
              <a:spcAft>
                <a:spcPts val="0"/>
              </a:spcAft>
              <a:defRPr sz="2400">
                <a:solidFill>
                  <a:schemeClr val="tx1"/>
                </a:solidFill>
                <a:latin typeface="Arial"/>
              </a:defRPr>
            </a:lvl8pPr>
            <a:lvl9pPr marL="3886200" indent="-228600">
              <a:spcBef>
                <a:spcPts val="0"/>
              </a:spcBef>
              <a:spcAft>
                <a:spcPts val="0"/>
              </a:spcAft>
              <a:defRPr sz="2400">
                <a:solidFill>
                  <a:schemeClr val="tx1"/>
                </a:solidFill>
                <a:latin typeface="Arial"/>
              </a:defRPr>
            </a:lvl9pPr>
          </a:lstStyle>
          <a:p>
            <a:pPr>
              <a:defRPr/>
            </a:pPr>
            <a:r>
              <a:rPr lang="en-US">
                <a:solidFill>
                  <a:srgbClr val="FFFF00"/>
                </a:solidFill>
              </a:rPr>
              <a:t>If BFS/DFS (Search -IE)  is to</a:t>
            </a:r>
            <a:endParaRPr/>
          </a:p>
          <a:p>
            <a:pPr>
              <a:defRPr/>
            </a:pPr>
            <a:r>
              <a:rPr lang="en-US">
                <a:solidFill>
                  <a:srgbClr val="FFFF00"/>
                </a:solidFill>
              </a:rPr>
              <a:t>explore the knowledge base,</a:t>
            </a:r>
            <a:endParaRPr/>
          </a:p>
          <a:p>
            <a:pPr>
              <a:defRPr/>
            </a:pPr>
            <a:r>
              <a:rPr lang="en-US">
                <a:solidFill>
                  <a:srgbClr val="FFFF00"/>
                </a:solidFill>
              </a:rPr>
              <a:t>what would be the suitable </a:t>
            </a:r>
            <a:endParaRPr/>
          </a:p>
          <a:p>
            <a:pPr>
              <a:defRPr/>
            </a:pPr>
            <a:r>
              <a:rPr lang="en-US">
                <a:solidFill>
                  <a:srgbClr val="FFFF00"/>
                </a:solidFill>
              </a:rPr>
              <a:t>KR in KB? (tree or graph-rules)</a:t>
            </a:r>
            <a:endParaRPr/>
          </a:p>
          <a:p>
            <a:pPr>
              <a:defRPr/>
            </a:pPr>
            <a:endParaRPr lang="en-US">
              <a:solidFill>
                <a:srgbClr val="FFFF00"/>
              </a:solidFill>
            </a:endParaRPr>
          </a:p>
          <a:p>
            <a:pPr>
              <a:defRPr/>
            </a:pPr>
            <a:endParaRPr lang="en-US">
              <a:solidFill>
                <a:srgbClr val="FFFF00"/>
              </a:solidFill>
            </a:endParaRPr>
          </a:p>
          <a:p>
            <a:pPr>
              <a:defRPr/>
            </a:pPr>
            <a:r>
              <a:rPr lang="en-US">
                <a:solidFill>
                  <a:srgbClr val="FFFF00"/>
                </a:solidFill>
              </a:rPr>
              <a:t>Flex</a:t>
            </a:r>
            <a:endParaRPr/>
          </a:p>
          <a:p>
            <a:pPr>
              <a:defRPr/>
            </a:pPr>
            <a:r>
              <a:rPr lang="en-US">
                <a:solidFill>
                  <a:srgbClr val="FFFF00"/>
                </a:solidFill>
              </a:rPr>
              <a:t>    has a  </a:t>
            </a:r>
            <a:r>
              <a:rPr lang="en-US">
                <a:solidFill>
                  <a:srgbClr val="FFFF00"/>
                </a:solidFill>
              </a:rPr>
              <a:t>dll</a:t>
            </a:r>
            <a:r>
              <a:rPr lang="en-US">
                <a:solidFill>
                  <a:srgbClr val="FFFF00"/>
                </a:solidFill>
              </a:rPr>
              <a:t> to fetch data</a:t>
            </a:r>
            <a:endParaRPr/>
          </a:p>
          <a:p>
            <a:pPr>
              <a:defRPr/>
            </a:pPr>
            <a:r>
              <a:rPr lang="en-US">
                <a:solidFill>
                  <a:srgbClr val="FFFF00"/>
                </a:solidFill>
              </a:rPr>
              <a:t>   from the Access database to </a:t>
            </a:r>
            <a:endParaRPr/>
          </a:p>
          <a:p>
            <a:pPr>
              <a:defRPr/>
            </a:pPr>
            <a:r>
              <a:rPr lang="en-US">
                <a:solidFill>
                  <a:srgbClr val="FFFF00"/>
                </a:solidFill>
              </a:rPr>
              <a:t>   Flex KB</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8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527146505" name="Rectangle 2"/>
          <p:cNvSpPr>
            <a:spLocks noChangeArrowheads="1" noGrp="1"/>
          </p:cNvSpPr>
          <p:nvPr>
            <p:ph type="title"/>
          </p:nvPr>
        </p:nvSpPr>
        <p:spPr bwMode="auto"/>
        <p:txBody>
          <a:bodyPr/>
          <a:lstStyle/>
          <a:p>
            <a:pPr>
              <a:defRPr/>
            </a:pPr>
            <a:r>
              <a:rPr lang="en-US" b="1">
                <a:solidFill>
                  <a:srgbClr val="00B050"/>
                </a:solidFill>
              </a:rPr>
              <a:t>Knowledge Base….</a:t>
            </a:r>
            <a:endParaRPr/>
          </a:p>
        </p:txBody>
      </p:sp>
      <p:sp>
        <p:nvSpPr>
          <p:cNvPr id="1108070705" name="Rectangle 3"/>
          <p:cNvSpPr>
            <a:spLocks noChangeArrowheads="1" noGrp="1"/>
          </p:cNvSpPr>
          <p:nvPr>
            <p:ph type="body" idx="1"/>
          </p:nvPr>
        </p:nvSpPr>
        <p:spPr bwMode="auto">
          <a:xfrm>
            <a:off x="10160" y="1163637"/>
            <a:ext cx="9220200" cy="4530725"/>
          </a:xfrm>
        </p:spPr>
        <p:txBody>
          <a:bodyPr/>
          <a:lstStyle/>
          <a:p>
            <a:pPr>
              <a:lnSpc>
                <a:spcPct val="90000"/>
              </a:lnSpc>
              <a:defRPr/>
            </a:pPr>
            <a:r>
              <a:rPr lang="en-US" sz="2800">
                <a:solidFill>
                  <a:srgbClr val="FF0000"/>
                </a:solidFill>
              </a:rPr>
              <a:t>KB uses various KR techniques to store knowledge</a:t>
            </a:r>
            <a:endParaRPr/>
          </a:p>
          <a:p>
            <a:pPr lvl="1">
              <a:lnSpc>
                <a:spcPct val="90000"/>
              </a:lnSpc>
              <a:defRPr/>
            </a:pPr>
            <a:r>
              <a:rPr lang="en-US" sz="2700">
                <a:solidFill>
                  <a:srgbClr val="0000FF"/>
                </a:solidFill>
              </a:rPr>
              <a:t>Rules</a:t>
            </a:r>
            <a:endParaRPr/>
          </a:p>
          <a:p>
            <a:pPr lvl="1">
              <a:lnSpc>
                <a:spcPct val="90000"/>
              </a:lnSpc>
              <a:defRPr/>
            </a:pPr>
            <a:r>
              <a:rPr lang="en-US" sz="2700">
                <a:solidFill>
                  <a:srgbClr val="0000FF"/>
                </a:solidFill>
              </a:rPr>
              <a:t>Logic</a:t>
            </a:r>
            <a:endParaRPr/>
          </a:p>
          <a:p>
            <a:pPr lvl="1">
              <a:lnSpc>
                <a:spcPct val="90000"/>
              </a:lnSpc>
              <a:defRPr/>
            </a:pPr>
            <a:r>
              <a:rPr lang="en-US" sz="2700">
                <a:solidFill>
                  <a:srgbClr val="0000FF"/>
                </a:solidFill>
              </a:rPr>
              <a:t>Frames</a:t>
            </a:r>
            <a:endParaRPr/>
          </a:p>
          <a:p>
            <a:pPr lvl="1">
              <a:lnSpc>
                <a:spcPct val="90000"/>
              </a:lnSpc>
              <a:defRPr/>
            </a:pPr>
            <a:r>
              <a:rPr lang="en-US" sz="2700">
                <a:solidFill>
                  <a:srgbClr val="0000FF"/>
                </a:solidFill>
              </a:rPr>
              <a:t>Semantic Networks</a:t>
            </a:r>
            <a:endParaRPr/>
          </a:p>
          <a:p>
            <a:pPr lvl="1">
              <a:lnSpc>
                <a:spcPct val="90000"/>
              </a:lnSpc>
              <a:defRPr/>
            </a:pPr>
            <a:r>
              <a:rPr lang="en-US" sz="2700">
                <a:solidFill>
                  <a:srgbClr val="0000FF"/>
                </a:solidFill>
              </a:rPr>
              <a:t>Ontologies</a:t>
            </a:r>
            <a:endParaRPr/>
          </a:p>
          <a:p>
            <a:pPr lvl="1">
              <a:lnSpc>
                <a:spcPct val="90000"/>
              </a:lnSpc>
              <a:defRPr/>
            </a:pPr>
            <a:r>
              <a:rPr lang="en-US" sz="2700">
                <a:solidFill>
                  <a:srgbClr val="0000FF"/>
                </a:solidFill>
              </a:rPr>
              <a:t>Knowledge graphs</a:t>
            </a:r>
            <a:endParaRPr/>
          </a:p>
          <a:p>
            <a:pPr>
              <a:lnSpc>
                <a:spcPct val="90000"/>
              </a:lnSpc>
              <a:defRPr/>
            </a:pPr>
            <a:r>
              <a:rPr lang="en-US" sz="2800">
                <a:solidFill>
                  <a:srgbClr val="FF0000"/>
                </a:solidFill>
              </a:rPr>
              <a:t>Knowledge from other sources (e.g. Web) must be converted to one of such forms to be used by the expert system</a:t>
            </a:r>
            <a:endParaRPr/>
          </a:p>
          <a:p>
            <a:pPr>
              <a:lnSpc>
                <a:spcPct val="90000"/>
              </a:lnSpc>
              <a:defRPr/>
            </a:pPr>
            <a:r>
              <a:rPr lang="en-US" sz="2800">
                <a:solidFill>
                  <a:srgbClr val="00B050"/>
                </a:solidFill>
              </a:rPr>
              <a:t>Check </a:t>
            </a:r>
            <a:r>
              <a:rPr lang="en-US" sz="2800">
                <a:solidFill>
                  <a:srgbClr val="00B050"/>
                </a:solidFill>
                <a:highlight>
                  <a:srgbClr val="FFFF00"/>
                </a:highlight>
              </a:rPr>
              <a:t>Flex</a:t>
            </a:r>
            <a:r>
              <a:rPr lang="en-US" sz="2800">
                <a:solidFill>
                  <a:srgbClr val="00B050"/>
                </a:solidFill>
              </a:rPr>
              <a:t> Expert System shell?</a:t>
            </a:r>
            <a:endParaRPr/>
          </a:p>
          <a:p>
            <a:pPr>
              <a:lnSpc>
                <a:spcPct val="90000"/>
              </a:lnSpc>
              <a:defRPr/>
            </a:pPr>
            <a:endParaRPr lang="en-US">
              <a:solidFill>
                <a:srgbClr val="CC3300"/>
              </a:solidFill>
            </a:endParaRPr>
          </a:p>
        </p:txBody>
      </p:sp>
      <p:sp>
        <p:nvSpPr>
          <p:cNvPr id="1729998833" name="Oval 1"/>
          <p:cNvSpPr/>
          <p:nvPr/>
        </p:nvSpPr>
        <p:spPr bwMode="auto">
          <a:xfrm>
            <a:off x="7162800" y="5791200"/>
            <a:ext cx="1919288" cy="1000125"/>
          </a:xfrm>
          <a:prstGeom prst="ellipse">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1800"/>
              <a:t>6</a:t>
            </a:r>
            <a:endParaRPr/>
          </a:p>
          <a:p>
            <a:pPr algn="ctr">
              <a:defRPr/>
            </a:pPr>
            <a:r>
              <a:rPr lang="en-US" sz="1800"/>
              <a:t>05/04/2026</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8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72495797" name="Title 1"/>
          <p:cNvSpPr>
            <a:spLocks noChangeArrowheads="1" noGrp="1"/>
          </p:cNvSpPr>
          <p:nvPr>
            <p:ph type="title"/>
          </p:nvPr>
        </p:nvSpPr>
        <p:spPr bwMode="auto"/>
        <p:txBody>
          <a:bodyPr/>
          <a:lstStyle/>
          <a:p>
            <a:pPr>
              <a:defRPr/>
            </a:pPr>
            <a:r>
              <a:rPr lang="en-US" b="1">
                <a:solidFill>
                  <a:srgbClr val="00B050"/>
                </a:solidFill>
              </a:rPr>
              <a:t>Exercise 18</a:t>
            </a:r>
            <a:endParaRPr/>
          </a:p>
        </p:txBody>
      </p:sp>
      <p:sp>
        <p:nvSpPr>
          <p:cNvPr id="1474983286" name="Content Placeholder 2"/>
          <p:cNvSpPr>
            <a:spLocks noChangeArrowheads="1" noGrp="1"/>
          </p:cNvSpPr>
          <p:nvPr>
            <p:ph idx="1"/>
          </p:nvPr>
        </p:nvSpPr>
        <p:spPr bwMode="auto">
          <a:xfrm>
            <a:off x="0" y="1163637"/>
            <a:ext cx="8915400" cy="5008562"/>
          </a:xfrm>
        </p:spPr>
        <p:txBody>
          <a:bodyPr/>
          <a:lstStyle/>
          <a:p>
            <a:pPr algn="just">
              <a:defRPr/>
            </a:pPr>
            <a:r>
              <a:rPr lang="en-US" sz="2400">
                <a:solidFill>
                  <a:srgbClr val="0070C0"/>
                </a:solidFill>
              </a:rPr>
              <a:t>What is the </a:t>
            </a:r>
            <a:r>
              <a:rPr lang="en-US" sz="2400">
                <a:solidFill>
                  <a:srgbClr val="0070C0"/>
                </a:solidFill>
                <a:highlight>
                  <a:srgbClr val="FFFF00"/>
                </a:highlight>
              </a:rPr>
              <a:t>most powerful</a:t>
            </a:r>
            <a:r>
              <a:rPr lang="en-US" sz="2400">
                <a:solidFill>
                  <a:srgbClr val="0070C0"/>
                </a:solidFill>
              </a:rPr>
              <a:t> knowledge representation technique? Justify your answer</a:t>
            </a:r>
            <a:endParaRPr/>
          </a:p>
          <a:p>
            <a:pPr lvl="1" algn="just">
              <a:defRPr/>
            </a:pPr>
            <a:r>
              <a:rPr lang="en-US" sz="2000">
                <a:solidFill>
                  <a:srgbClr val="0070C0"/>
                </a:solidFill>
              </a:rPr>
              <a:t>Logic – Only logic can resolve P</a:t>
            </a:r>
            <a:r>
              <a:rPr lang="en-US" sz="2000">
                <a:solidFill>
                  <a:srgbClr val="0070C0"/>
                </a:solidFill>
              </a:rPr>
              <a:t>(Q^R)</a:t>
            </a:r>
            <a:endParaRPr lang="en-US" sz="2000">
              <a:solidFill>
                <a:srgbClr val="0070C0"/>
              </a:solidFill>
            </a:endParaRPr>
          </a:p>
          <a:p>
            <a:pPr algn="just">
              <a:defRPr/>
            </a:pPr>
            <a:r>
              <a:rPr lang="en-US" sz="2400">
                <a:solidFill>
                  <a:srgbClr val="0070C0"/>
                </a:solidFill>
              </a:rPr>
              <a:t>What is the </a:t>
            </a:r>
            <a:r>
              <a:rPr lang="en-US" sz="2400">
                <a:solidFill>
                  <a:srgbClr val="0070C0"/>
                </a:solidFill>
                <a:highlight>
                  <a:srgbClr val="FFFF00"/>
                </a:highlight>
              </a:rPr>
              <a:t>most popular </a:t>
            </a:r>
            <a:r>
              <a:rPr lang="en-US" sz="2400">
                <a:solidFill>
                  <a:srgbClr val="0070C0"/>
                </a:solidFill>
              </a:rPr>
              <a:t>knowledge representation technique among others?</a:t>
            </a:r>
            <a:endParaRPr/>
          </a:p>
          <a:p>
            <a:pPr lvl="1" algn="just">
              <a:defRPr/>
            </a:pPr>
            <a:r>
              <a:rPr lang="en-US" sz="2000">
                <a:solidFill>
                  <a:srgbClr val="0070C0"/>
                </a:solidFill>
              </a:rPr>
              <a:t>Rules </a:t>
            </a:r>
            <a:r>
              <a:rPr lang="en-US" sz="2400">
                <a:solidFill>
                  <a:srgbClr val="0070C0"/>
                </a:solidFill>
              </a:rPr>
              <a:t>- Simple structure enabling update, extension, FC/BC</a:t>
            </a:r>
            <a:endParaRPr/>
          </a:p>
          <a:p>
            <a:pPr algn="just">
              <a:defRPr/>
            </a:pPr>
            <a:r>
              <a:rPr lang="en-US" sz="2400">
                <a:solidFill>
                  <a:srgbClr val="0070C0"/>
                </a:solidFill>
              </a:rPr>
              <a:t>How/why can </a:t>
            </a:r>
            <a:r>
              <a:rPr lang="en-US" sz="2400">
                <a:solidFill>
                  <a:srgbClr val="0070C0"/>
                </a:solidFill>
                <a:highlight>
                  <a:srgbClr val="FFFF00"/>
                </a:highlight>
              </a:rPr>
              <a:t>rules contribute </a:t>
            </a:r>
            <a:r>
              <a:rPr lang="en-US" sz="2400">
                <a:solidFill>
                  <a:srgbClr val="0070C0"/>
                </a:solidFill>
              </a:rPr>
              <a:t>to improving the reasoning power of other KR techniques?</a:t>
            </a:r>
            <a:endParaRPr/>
          </a:p>
          <a:p>
            <a:pPr lvl="1" algn="just">
              <a:defRPr/>
            </a:pPr>
            <a:r>
              <a:rPr lang="en-US" sz="2000">
                <a:solidFill>
                  <a:srgbClr val="0070C0"/>
                </a:solidFill>
              </a:rPr>
              <a:t>They can be converted to predicate logic expressions, and then write Prolog programs</a:t>
            </a:r>
            <a:endParaRPr/>
          </a:p>
          <a:p>
            <a:pPr>
              <a:defRPr/>
            </a:pPr>
            <a:endParaRPr lang="en-US"/>
          </a:p>
          <a:p>
            <a:pPr>
              <a:defRPr/>
            </a:pPr>
            <a:endParaRPr lang="en-US"/>
          </a:p>
        </p:txBody>
      </p:sp>
      <p:sp>
        <p:nvSpPr>
          <p:cNvPr id="2142012859" name="TextBox 1"/>
          <p:cNvSpPr txBox="1">
            <a:spLocks noChangeArrowheads="1"/>
          </p:cNvSpPr>
          <p:nvPr/>
        </p:nvSpPr>
        <p:spPr bwMode="auto">
          <a:xfrm>
            <a:off x="9526588" y="130175"/>
            <a:ext cx="269626" cy="461665"/>
          </a:xfrm>
          <a:prstGeom prst="rect">
            <a:avLst/>
          </a:prstGeom>
          <a:noFill/>
          <a:ln>
            <a:noFill/>
          </a:ln>
        </p:spPr>
        <p:txBody>
          <a:bodyPr wrap="none">
            <a:spAutoFit/>
          </a:bodyPr>
          <a:lstStyle>
            <a:lvl1pPr>
              <a:defRPr sz="2400">
                <a:solidFill>
                  <a:schemeClr val="tx1"/>
                </a:solidFill>
                <a:latin typeface="Arial"/>
              </a:defRPr>
            </a:lvl1pPr>
            <a:lvl2pPr marL="742950" indent="-285750">
              <a:defRPr sz="2400">
                <a:solidFill>
                  <a:schemeClr val="tx1"/>
                </a:solidFill>
                <a:latin typeface="Arial"/>
              </a:defRPr>
            </a:lvl2pPr>
            <a:lvl3pPr marL="1143000" indent="-228600">
              <a:defRPr sz="2400">
                <a:solidFill>
                  <a:schemeClr val="tx1"/>
                </a:solidFill>
                <a:latin typeface="Arial"/>
              </a:defRPr>
            </a:lvl3pPr>
            <a:lvl4pPr marL="1600200" indent="-228600">
              <a:defRPr sz="2400">
                <a:solidFill>
                  <a:schemeClr val="tx1"/>
                </a:solidFill>
                <a:latin typeface="Arial"/>
              </a:defRPr>
            </a:lvl4pPr>
            <a:lvl5pPr marL="2057400" indent="-228600">
              <a:defRPr sz="2400">
                <a:solidFill>
                  <a:schemeClr val="tx1"/>
                </a:solidFill>
                <a:latin typeface="Arial"/>
              </a:defRPr>
            </a:lvl5pPr>
            <a:lvl6pPr marL="2514600" indent="-228600">
              <a:spcBef>
                <a:spcPts val="0"/>
              </a:spcBef>
              <a:spcAft>
                <a:spcPts val="0"/>
              </a:spcAft>
              <a:defRPr sz="2400">
                <a:solidFill>
                  <a:schemeClr val="tx1"/>
                </a:solidFill>
                <a:latin typeface="Arial"/>
              </a:defRPr>
            </a:lvl6pPr>
            <a:lvl7pPr marL="2971800" indent="-228600">
              <a:spcBef>
                <a:spcPts val="0"/>
              </a:spcBef>
              <a:spcAft>
                <a:spcPts val="0"/>
              </a:spcAft>
              <a:defRPr sz="2400">
                <a:solidFill>
                  <a:schemeClr val="tx1"/>
                </a:solidFill>
                <a:latin typeface="Arial"/>
              </a:defRPr>
            </a:lvl7pPr>
            <a:lvl8pPr marL="3429000" indent="-228600">
              <a:spcBef>
                <a:spcPts val="0"/>
              </a:spcBef>
              <a:spcAft>
                <a:spcPts val="0"/>
              </a:spcAft>
              <a:defRPr sz="2400">
                <a:solidFill>
                  <a:schemeClr val="tx1"/>
                </a:solidFill>
                <a:latin typeface="Arial"/>
              </a:defRPr>
            </a:lvl8pPr>
            <a:lvl9pPr marL="3886200" indent="-228600">
              <a:spcBef>
                <a:spcPts val="0"/>
              </a:spcBef>
              <a:spcAft>
                <a:spcPts val="0"/>
              </a:spcAft>
              <a:defRPr sz="2400">
                <a:solidFill>
                  <a:schemeClr val="tx1"/>
                </a:solidFill>
                <a:latin typeface="Arial"/>
              </a:defRPr>
            </a:lvl9pPr>
          </a:lstStyle>
          <a:p>
            <a:pPr>
              <a:defRPr/>
            </a:pPr>
            <a:r>
              <a:rPr lang="en-US"/>
              <a:t> </a:t>
            </a:r>
            <a:endParaRPr/>
          </a:p>
        </p:txBody>
      </p:sp>
      <p:sp>
        <p:nvSpPr>
          <p:cNvPr id="970158058" name="TextBox 2"/>
          <p:cNvSpPr txBox="1">
            <a:spLocks noChangeArrowheads="1"/>
          </p:cNvSpPr>
          <p:nvPr/>
        </p:nvSpPr>
        <p:spPr bwMode="auto">
          <a:xfrm>
            <a:off x="9526588" y="1960562"/>
            <a:ext cx="3377335" cy="2831544"/>
          </a:xfrm>
          <a:prstGeom prst="rect">
            <a:avLst/>
          </a:prstGeom>
          <a:noFill/>
          <a:ln>
            <a:noFill/>
          </a:ln>
        </p:spPr>
        <p:txBody>
          <a:bodyPr wrap="none">
            <a:spAutoFit/>
          </a:bodyPr>
          <a:lstStyle>
            <a:lvl1pPr>
              <a:defRPr sz="2400">
                <a:solidFill>
                  <a:schemeClr val="tx1"/>
                </a:solidFill>
                <a:latin typeface="Arial"/>
              </a:defRPr>
            </a:lvl1pPr>
            <a:lvl2pPr marL="742950" indent="-285750">
              <a:defRPr sz="2400">
                <a:solidFill>
                  <a:schemeClr val="tx1"/>
                </a:solidFill>
                <a:latin typeface="Arial"/>
              </a:defRPr>
            </a:lvl2pPr>
            <a:lvl3pPr marL="1143000" indent="-228600">
              <a:defRPr sz="2400">
                <a:solidFill>
                  <a:schemeClr val="tx1"/>
                </a:solidFill>
                <a:latin typeface="Arial"/>
              </a:defRPr>
            </a:lvl3pPr>
            <a:lvl4pPr marL="1600200" indent="-228600">
              <a:defRPr sz="2400">
                <a:solidFill>
                  <a:schemeClr val="tx1"/>
                </a:solidFill>
                <a:latin typeface="Arial"/>
              </a:defRPr>
            </a:lvl4pPr>
            <a:lvl5pPr marL="2057400" indent="-228600">
              <a:defRPr sz="2400">
                <a:solidFill>
                  <a:schemeClr val="tx1"/>
                </a:solidFill>
                <a:latin typeface="Arial"/>
              </a:defRPr>
            </a:lvl5pPr>
            <a:lvl6pPr marL="2514600" indent="-228600">
              <a:spcBef>
                <a:spcPts val="0"/>
              </a:spcBef>
              <a:spcAft>
                <a:spcPts val="0"/>
              </a:spcAft>
              <a:defRPr sz="2400">
                <a:solidFill>
                  <a:schemeClr val="tx1"/>
                </a:solidFill>
                <a:latin typeface="Arial"/>
              </a:defRPr>
            </a:lvl6pPr>
            <a:lvl7pPr marL="2971800" indent="-228600">
              <a:spcBef>
                <a:spcPts val="0"/>
              </a:spcBef>
              <a:spcAft>
                <a:spcPts val="0"/>
              </a:spcAft>
              <a:defRPr sz="2400">
                <a:solidFill>
                  <a:schemeClr val="tx1"/>
                </a:solidFill>
                <a:latin typeface="Arial"/>
              </a:defRPr>
            </a:lvl7pPr>
            <a:lvl8pPr marL="3429000" indent="-228600">
              <a:spcBef>
                <a:spcPts val="0"/>
              </a:spcBef>
              <a:spcAft>
                <a:spcPts val="0"/>
              </a:spcAft>
              <a:defRPr sz="2400">
                <a:solidFill>
                  <a:schemeClr val="tx1"/>
                </a:solidFill>
                <a:latin typeface="Arial"/>
              </a:defRPr>
            </a:lvl8pPr>
            <a:lvl9pPr marL="3886200" indent="-228600">
              <a:spcBef>
                <a:spcPts val="0"/>
              </a:spcBef>
              <a:spcAft>
                <a:spcPts val="0"/>
              </a:spcAft>
              <a:defRPr sz="2400">
                <a:solidFill>
                  <a:schemeClr val="tx1"/>
                </a:solidFill>
                <a:latin typeface="Arial"/>
              </a:defRPr>
            </a:lvl9pPr>
          </a:lstStyle>
          <a:p>
            <a:pPr>
              <a:defRPr/>
            </a:pPr>
            <a:r>
              <a:rPr lang="en-US" sz="2200">
                <a:solidFill>
                  <a:srgbClr val="FFFF00"/>
                </a:solidFill>
              </a:rPr>
              <a:t>P</a:t>
            </a:r>
            <a:r>
              <a:rPr lang="en-US" sz="2200">
                <a:solidFill>
                  <a:srgbClr val="FFFF00"/>
                </a:solidFill>
              </a:rPr>
              <a:t>(Q^R)</a:t>
            </a:r>
            <a:endParaRPr/>
          </a:p>
          <a:p>
            <a:pPr>
              <a:defRPr/>
            </a:pPr>
            <a:r>
              <a:rPr lang="en-US" sz="2200">
                <a:solidFill>
                  <a:srgbClr val="FFFF00"/>
                </a:solidFill>
              </a:rPr>
              <a:t>P </a:t>
            </a:r>
            <a:r>
              <a:rPr lang="en-US" sz="2200">
                <a:solidFill>
                  <a:srgbClr val="FFFF00"/>
                </a:solidFill>
              </a:rPr>
              <a:t> (Q</a:t>
            </a:r>
            <a:r>
              <a:rPr lang="en-US" sz="2200">
                <a:solidFill>
                  <a:srgbClr val="FFFF00"/>
                </a:solidFill>
              </a:rPr>
              <a:t> ^ </a:t>
            </a:r>
            <a:r>
              <a:rPr lang="en-US" sz="2200">
                <a:solidFill>
                  <a:srgbClr val="FFFF00"/>
                </a:solidFill>
              </a:rPr>
              <a:t>R) </a:t>
            </a:r>
            <a:r>
              <a:rPr lang="en-US" sz="2200">
                <a:solidFill>
                  <a:srgbClr val="FFFF00"/>
                </a:solidFill>
              </a:rPr>
              <a:t>(Q ^ R) </a:t>
            </a:r>
            <a:r>
              <a:rPr lang="en-US" sz="2200">
                <a:solidFill>
                  <a:srgbClr val="FFFF00"/>
                </a:solidFill>
              </a:rPr>
              <a:t></a:t>
            </a:r>
            <a:r>
              <a:rPr lang="en-US" sz="2200">
                <a:solidFill>
                  <a:srgbClr val="FFFF00"/>
                </a:solidFill>
              </a:rPr>
              <a:t> P </a:t>
            </a:r>
            <a:endParaRPr lang="en-US" sz="2200">
              <a:solidFill>
                <a:srgbClr val="FFFF00"/>
              </a:solidFill>
            </a:endParaRPr>
          </a:p>
          <a:p>
            <a:pPr>
              <a:defRPr/>
            </a:pPr>
            <a:r>
              <a:rPr lang="en-US" sz="2200">
                <a:solidFill>
                  <a:srgbClr val="FFFF00"/>
                </a:solidFill>
              </a:rPr>
              <a:t>If Q, R, then P</a:t>
            </a:r>
            <a:endParaRPr/>
          </a:p>
          <a:p>
            <a:pPr>
              <a:defRPr/>
            </a:pPr>
            <a:endParaRPr lang="en-US" sz="2200">
              <a:solidFill>
                <a:srgbClr val="FFFF00"/>
              </a:solidFill>
            </a:endParaRPr>
          </a:p>
          <a:p>
            <a:pPr>
              <a:defRPr/>
            </a:pPr>
            <a:r>
              <a:rPr lang="en-US" sz="2200">
                <a:solidFill>
                  <a:srgbClr val="FFFF00"/>
                </a:solidFill>
              </a:rPr>
              <a:t>Q</a:t>
            </a:r>
            <a:endParaRPr/>
          </a:p>
          <a:p>
            <a:pPr>
              <a:defRPr/>
            </a:pPr>
            <a:r>
              <a:rPr lang="en-US" sz="2200">
                <a:solidFill>
                  <a:srgbClr val="FFFF00"/>
                </a:solidFill>
              </a:rPr>
              <a:t>       P</a:t>
            </a:r>
            <a:endParaRPr/>
          </a:p>
          <a:p>
            <a:pPr>
              <a:defRPr/>
            </a:pPr>
            <a:r>
              <a:rPr lang="en-US" sz="2200">
                <a:solidFill>
                  <a:srgbClr val="FFFF00"/>
                </a:solidFill>
              </a:rPr>
              <a:t>R</a:t>
            </a:r>
            <a:endParaRPr/>
          </a:p>
          <a:p>
            <a:pPr>
              <a:defRPr/>
            </a:pPr>
            <a:endParaRPr lang="en-US">
              <a:solidFill>
                <a:srgbClr val="FFFF00"/>
              </a:solidFill>
            </a:endParaRPr>
          </a:p>
        </p:txBody>
      </p:sp>
      <p:cxnSp>
        <p:nvCxnSpPr>
          <p:cNvPr id="422957973" name="Straight Arrow Connector 4"/>
          <p:cNvCxnSpPr/>
          <p:nvPr/>
        </p:nvCxnSpPr>
        <p:spPr bwMode="auto">
          <a:xfrm>
            <a:off x="9914255" y="3544887"/>
            <a:ext cx="228600" cy="228600"/>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cxnSp>
        <p:nvCxnSpPr>
          <p:cNvPr id="1305018641" name="Straight Arrow Connector 5"/>
          <p:cNvCxnSpPr/>
          <p:nvPr/>
        </p:nvCxnSpPr>
        <p:spPr bwMode="auto">
          <a:xfrm flipV="1">
            <a:off x="9890442" y="3886200"/>
            <a:ext cx="252413" cy="211138"/>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8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805695071" name="Rectangle 2"/>
          <p:cNvSpPr>
            <a:spLocks noChangeArrowheads="1" noGrp="1"/>
          </p:cNvSpPr>
          <p:nvPr>
            <p:ph type="title"/>
          </p:nvPr>
        </p:nvSpPr>
        <p:spPr bwMode="auto"/>
        <p:txBody>
          <a:bodyPr/>
          <a:lstStyle/>
          <a:p>
            <a:pPr>
              <a:defRPr/>
            </a:pPr>
            <a:r>
              <a:rPr lang="en-US" b="1">
                <a:solidFill>
                  <a:srgbClr val="00B050"/>
                </a:solidFill>
              </a:rPr>
              <a:t>Inference Engine</a:t>
            </a:r>
            <a:endParaRPr/>
          </a:p>
        </p:txBody>
      </p:sp>
      <p:sp>
        <p:nvSpPr>
          <p:cNvPr id="1615417533" name="Rectangle 3"/>
          <p:cNvSpPr>
            <a:spLocks noChangeArrowheads="1" noGrp="1"/>
          </p:cNvSpPr>
          <p:nvPr>
            <p:ph type="body" idx="1"/>
          </p:nvPr>
        </p:nvSpPr>
        <p:spPr bwMode="auto">
          <a:xfrm>
            <a:off x="304800" y="1295400"/>
            <a:ext cx="8610600" cy="4530725"/>
          </a:xfrm>
        </p:spPr>
        <p:txBody>
          <a:bodyPr/>
          <a:lstStyle/>
          <a:p>
            <a:pPr>
              <a:lnSpc>
                <a:spcPct val="90000"/>
              </a:lnSpc>
              <a:defRPr/>
            </a:pPr>
            <a:r>
              <a:rPr lang="en-US" sz="2600">
                <a:solidFill>
                  <a:srgbClr val="0070C0"/>
                </a:solidFill>
                <a:highlight>
                  <a:srgbClr val="FFFF00"/>
                </a:highlight>
              </a:rPr>
              <a:t>IE is the power of ES </a:t>
            </a:r>
            <a:r>
              <a:rPr lang="en-US" sz="2600">
                <a:solidFill>
                  <a:srgbClr val="0070C0"/>
                </a:solidFill>
              </a:rPr>
              <a:t>technology</a:t>
            </a:r>
            <a:endParaRPr/>
          </a:p>
          <a:p>
            <a:pPr>
              <a:lnSpc>
                <a:spcPct val="90000"/>
              </a:lnSpc>
              <a:defRPr/>
            </a:pPr>
            <a:r>
              <a:rPr lang="en-US" sz="2600">
                <a:solidFill>
                  <a:srgbClr val="FF0000"/>
                </a:solidFill>
              </a:rPr>
              <a:t>IE works on the knowledge base</a:t>
            </a:r>
            <a:endParaRPr/>
          </a:p>
          <a:p>
            <a:pPr>
              <a:lnSpc>
                <a:spcPct val="90000"/>
              </a:lnSpc>
              <a:defRPr/>
            </a:pPr>
            <a:r>
              <a:rPr lang="en-US" sz="2600">
                <a:solidFill>
                  <a:srgbClr val="0070C0"/>
                </a:solidFill>
                <a:highlight>
                  <a:srgbClr val="FFFF00"/>
                </a:highlight>
              </a:rPr>
              <a:t>IE</a:t>
            </a:r>
            <a:r>
              <a:rPr lang="en-US" sz="2600">
                <a:solidFill>
                  <a:srgbClr val="0070C0"/>
                </a:solidFill>
              </a:rPr>
              <a:t> does the </a:t>
            </a:r>
            <a:r>
              <a:rPr lang="en-US" sz="2600">
                <a:solidFill>
                  <a:srgbClr val="0070C0"/>
                </a:solidFill>
                <a:highlight>
                  <a:srgbClr val="FFFF00"/>
                </a:highlight>
              </a:rPr>
              <a:t>intelligent reasoning </a:t>
            </a:r>
            <a:r>
              <a:rPr lang="en-US" sz="2600">
                <a:solidFill>
                  <a:srgbClr val="0070C0"/>
                </a:solidFill>
              </a:rPr>
              <a:t>on the KB</a:t>
            </a:r>
            <a:endParaRPr/>
          </a:p>
          <a:p>
            <a:pPr>
              <a:lnSpc>
                <a:spcPct val="90000"/>
              </a:lnSpc>
              <a:defRPr/>
            </a:pPr>
            <a:r>
              <a:rPr lang="en-US" sz="2600">
                <a:solidFill>
                  <a:srgbClr val="FF0000"/>
                </a:solidFill>
              </a:rPr>
              <a:t>This makes ES different from conventional IS </a:t>
            </a:r>
            <a:endParaRPr/>
          </a:p>
          <a:p>
            <a:pPr>
              <a:lnSpc>
                <a:spcPct val="90000"/>
              </a:lnSpc>
              <a:defRPr/>
            </a:pPr>
            <a:r>
              <a:rPr lang="en-US" sz="2600">
                <a:solidFill>
                  <a:srgbClr val="0070C0"/>
                </a:solidFill>
              </a:rPr>
              <a:t>For intelligent reasoning, IE uses various </a:t>
            </a:r>
            <a:r>
              <a:rPr lang="en-US" sz="2600">
                <a:solidFill>
                  <a:srgbClr val="0070C0"/>
                </a:solidFill>
                <a:highlight>
                  <a:srgbClr val="FFFF00"/>
                </a:highlight>
              </a:rPr>
              <a:t>problem-solving strategies</a:t>
            </a:r>
            <a:endParaRPr/>
          </a:p>
          <a:p>
            <a:pPr lvl="1">
              <a:lnSpc>
                <a:spcPct val="90000"/>
              </a:lnSpc>
              <a:defRPr/>
            </a:pPr>
            <a:r>
              <a:rPr lang="en-US" sz="2200">
                <a:solidFill>
                  <a:srgbClr val="0070C0"/>
                </a:solidFill>
              </a:rPr>
              <a:t>Search</a:t>
            </a:r>
            <a:endParaRPr/>
          </a:p>
          <a:p>
            <a:pPr lvl="1">
              <a:lnSpc>
                <a:spcPct val="90000"/>
              </a:lnSpc>
              <a:defRPr/>
            </a:pPr>
            <a:r>
              <a:rPr lang="en-US" sz="2200">
                <a:solidFill>
                  <a:srgbClr val="0070C0"/>
                </a:solidFill>
              </a:rPr>
              <a:t>Forward/backward chaining</a:t>
            </a:r>
            <a:endParaRPr/>
          </a:p>
          <a:p>
            <a:pPr lvl="1">
              <a:lnSpc>
                <a:spcPct val="90000"/>
              </a:lnSpc>
              <a:defRPr/>
            </a:pPr>
            <a:r>
              <a:rPr lang="en-US" sz="2200">
                <a:solidFill>
                  <a:srgbClr val="0070C0"/>
                </a:solidFill>
              </a:rPr>
              <a:t>Conflict resolution (simple first, complex first, frequently-used first, first-come, first-served, known first, least traffic, shortest path, road condition, cheapest, uncommon/usual, misguiding)</a:t>
            </a:r>
            <a:endParaRPr/>
          </a:p>
          <a:p>
            <a:pPr lvl="1">
              <a:lnSpc>
                <a:spcPct val="90000"/>
              </a:lnSpc>
              <a:defRPr/>
            </a:pPr>
            <a:r>
              <a:rPr lang="en-US" sz="2200">
                <a:solidFill>
                  <a:srgbClr val="0070C0"/>
                </a:solidFill>
              </a:rPr>
              <a:t>Uncertainty handling</a:t>
            </a:r>
            <a:endParaRPr/>
          </a:p>
          <a:p>
            <a:pPr marL="344487" lvl="1" indent="0">
              <a:lnSpc>
                <a:spcPct val="90000"/>
              </a:lnSpc>
              <a:buFont typeface="Wingdings"/>
              <a:buNone/>
              <a:defRPr/>
            </a:pPr>
            <a:endParaRPr lang="en-US" sz="2200">
              <a:solidFill>
                <a:srgbClr val="0070C0"/>
              </a:solidFill>
            </a:endParaRPr>
          </a:p>
          <a:p>
            <a:pPr>
              <a:lnSpc>
                <a:spcPct val="90000"/>
              </a:lnSpc>
              <a:defRPr/>
            </a:pPr>
            <a:endParaRPr lang="en-US" sz="2600">
              <a:solidFill>
                <a:srgbClr val="0000FF"/>
              </a:solidFill>
            </a:endParaRPr>
          </a:p>
          <a:p>
            <a:pPr>
              <a:lnSpc>
                <a:spcPct val="90000"/>
              </a:lnSpc>
              <a:buFont typeface="Wingdings"/>
              <a:buNone/>
              <a:defRPr/>
            </a:pPr>
            <a:endParaRPr lang="en-US" sz="2600">
              <a:solidFill>
                <a:srgbClr val="0000FF"/>
              </a:solidFil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8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542377684" name="Rectangle 2"/>
          <p:cNvSpPr>
            <a:spLocks noChangeArrowheads="1" noGrp="1"/>
          </p:cNvSpPr>
          <p:nvPr>
            <p:ph type="title"/>
          </p:nvPr>
        </p:nvSpPr>
        <p:spPr bwMode="auto"/>
        <p:txBody>
          <a:bodyPr/>
          <a:lstStyle/>
          <a:p>
            <a:pPr>
              <a:defRPr/>
            </a:pPr>
            <a:r>
              <a:rPr lang="en-US" b="1">
                <a:solidFill>
                  <a:srgbClr val="00B050"/>
                </a:solidFill>
              </a:rPr>
              <a:t>Inference Engine…</a:t>
            </a:r>
            <a:endParaRPr/>
          </a:p>
        </p:txBody>
      </p:sp>
      <p:sp>
        <p:nvSpPr>
          <p:cNvPr id="598899750" name="Rectangle 3"/>
          <p:cNvSpPr>
            <a:spLocks noChangeArrowheads="1" noGrp="1"/>
          </p:cNvSpPr>
          <p:nvPr>
            <p:ph type="body" idx="1"/>
          </p:nvPr>
        </p:nvSpPr>
        <p:spPr bwMode="auto">
          <a:xfrm>
            <a:off x="0" y="1163638"/>
            <a:ext cx="9144000" cy="4530725"/>
          </a:xfrm>
        </p:spPr>
        <p:txBody>
          <a:bodyPr/>
          <a:lstStyle/>
          <a:p>
            <a:pPr>
              <a:defRPr/>
            </a:pPr>
            <a:r>
              <a:rPr lang="en-US" sz="2500">
                <a:solidFill>
                  <a:srgbClr val="0070C0"/>
                </a:solidFill>
              </a:rPr>
              <a:t>Compatibility between KB and IE is required</a:t>
            </a:r>
            <a:endParaRPr/>
          </a:p>
          <a:p>
            <a:pPr>
              <a:defRPr/>
            </a:pPr>
            <a:r>
              <a:rPr lang="en-US" sz="2500">
                <a:solidFill>
                  <a:srgbClr val="FF0000"/>
                </a:solidFill>
              </a:rPr>
              <a:t>Otherwise, IE should work on a DB and create an ES</a:t>
            </a:r>
            <a:endParaRPr/>
          </a:p>
          <a:p>
            <a:pPr>
              <a:defRPr/>
            </a:pPr>
            <a:r>
              <a:rPr lang="en-US" sz="2500">
                <a:solidFill>
                  <a:srgbClr val="0070C0"/>
                </a:solidFill>
              </a:rPr>
              <a:t>IE can be used in the domain </a:t>
            </a:r>
            <a:r>
              <a:rPr lang="en-US" sz="2500">
                <a:solidFill>
                  <a:srgbClr val="0070C0"/>
                </a:solidFill>
                <a:highlight>
                  <a:srgbClr val="FFFF00"/>
                </a:highlight>
              </a:rPr>
              <a:t>independently</a:t>
            </a:r>
            <a:endParaRPr/>
          </a:p>
          <a:p>
            <a:pPr>
              <a:defRPr/>
            </a:pPr>
            <a:r>
              <a:rPr lang="en-US" sz="2500">
                <a:solidFill>
                  <a:srgbClr val="FF0000"/>
                </a:solidFill>
              </a:rPr>
              <a:t>IE can be designed to run on a client/server side</a:t>
            </a:r>
            <a:endParaRPr/>
          </a:p>
          <a:p>
            <a:pPr>
              <a:defRPr/>
            </a:pPr>
            <a:r>
              <a:rPr lang="en-US" sz="2500">
                <a:solidFill>
                  <a:srgbClr val="0070C0"/>
                </a:solidFill>
              </a:rPr>
              <a:t>Built-in IE and UI </a:t>
            </a:r>
            <a:r>
              <a:rPr lang="en-US" sz="2500">
                <a:solidFill>
                  <a:srgbClr val="0070C0"/>
                </a:solidFill>
                <a:highlight>
                  <a:srgbClr val="FFFF00"/>
                </a:highlight>
              </a:rPr>
              <a:t>with an empty KB </a:t>
            </a:r>
            <a:r>
              <a:rPr lang="en-US" sz="2500">
                <a:solidFill>
                  <a:srgbClr val="0070C0"/>
                </a:solidFill>
              </a:rPr>
              <a:t>– called an ES shell</a:t>
            </a:r>
            <a:endParaRPr/>
          </a:p>
          <a:p>
            <a:pPr>
              <a:defRPr/>
            </a:pPr>
            <a:r>
              <a:rPr lang="en-US" sz="2500">
                <a:solidFill>
                  <a:srgbClr val="FF0000"/>
                </a:solidFill>
              </a:rPr>
              <a:t>All features of ES are in IE</a:t>
            </a:r>
            <a:endParaRPr/>
          </a:p>
          <a:p>
            <a:pPr lvl="1">
              <a:defRPr/>
            </a:pPr>
            <a:r>
              <a:rPr lang="en-US" sz="2500">
                <a:solidFill>
                  <a:srgbClr val="0070C0"/>
                </a:solidFill>
              </a:rPr>
              <a:t>Alternative solutions</a:t>
            </a:r>
            <a:endParaRPr/>
          </a:p>
          <a:p>
            <a:pPr lvl="1">
              <a:defRPr/>
            </a:pPr>
            <a:r>
              <a:rPr lang="en-US" sz="2500">
                <a:solidFill>
                  <a:srgbClr val="0070C0"/>
                </a:solidFill>
              </a:rPr>
              <a:t>Explanations</a:t>
            </a:r>
            <a:endParaRPr/>
          </a:p>
          <a:p>
            <a:pPr lvl="1">
              <a:defRPr/>
            </a:pPr>
            <a:r>
              <a:rPr lang="en-US" sz="2500">
                <a:solidFill>
                  <a:srgbClr val="0070C0"/>
                </a:solidFill>
              </a:rPr>
              <a:t>Uncertainty</a:t>
            </a:r>
            <a:endParaRPr/>
          </a:p>
          <a:p>
            <a:pPr lvl="1">
              <a:defRPr/>
            </a:pPr>
            <a:r>
              <a:rPr lang="en-US">
                <a:solidFill>
                  <a:srgbClr val="0070C0"/>
                </a:solidFill>
              </a:rPr>
              <a:t>Incomplete information</a:t>
            </a:r>
            <a:endParaRPr/>
          </a:p>
          <a:p>
            <a:pPr lvl="1">
              <a:defRPr/>
            </a:pPr>
            <a:r>
              <a:rPr lang="en-US">
                <a:solidFill>
                  <a:srgbClr val="0070C0"/>
                </a:solidFill>
              </a:rPr>
              <a:t>Conflict resolution</a:t>
            </a:r>
            <a:endParaRPr/>
          </a:p>
          <a:p>
            <a:pPr lvl="1">
              <a:defRPr/>
            </a:pPr>
            <a:endParaRPr lang="en-US">
              <a:solidFill>
                <a:srgbClr val="0070C0"/>
              </a:solidFill>
            </a:endParaRPr>
          </a:p>
          <a:p>
            <a:pPr>
              <a:defRPr/>
            </a:pPr>
            <a:endParaRPr lang="en-US">
              <a:solidFill>
                <a:srgbClr val="0000FF"/>
              </a:solidFill>
            </a:endParaRPr>
          </a:p>
          <a:p>
            <a:pPr>
              <a:defRPr/>
            </a:pPr>
            <a:endParaRPr lang="en-US">
              <a:solidFill>
                <a:srgbClr val="0000FF"/>
              </a:solidFill>
            </a:endParaRPr>
          </a:p>
          <a:p>
            <a:pPr marL="0" indent="0">
              <a:buFont typeface="Wingdings"/>
              <a:buNone/>
              <a:defRPr/>
            </a:pPr>
            <a:endParaRPr lang="en-US"/>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8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934978467" name="Title 1"/>
          <p:cNvSpPr>
            <a:spLocks noChangeArrowheads="1" noGrp="1"/>
          </p:cNvSpPr>
          <p:nvPr>
            <p:ph type="title"/>
          </p:nvPr>
        </p:nvSpPr>
        <p:spPr bwMode="auto"/>
        <p:txBody>
          <a:bodyPr/>
          <a:lstStyle/>
          <a:p>
            <a:pPr>
              <a:defRPr/>
            </a:pPr>
            <a:r>
              <a:rPr lang="en-US" b="1">
                <a:solidFill>
                  <a:srgbClr val="00B050"/>
                </a:solidFill>
              </a:rPr>
              <a:t>Client/Server Architecture for ES</a:t>
            </a:r>
            <a:endParaRPr/>
          </a:p>
        </p:txBody>
      </p:sp>
      <p:sp>
        <p:nvSpPr>
          <p:cNvPr id="1249286316" name="Content Placeholder 2"/>
          <p:cNvSpPr>
            <a:spLocks noGrp="1"/>
          </p:cNvSpPr>
          <p:nvPr>
            <p:ph idx="1"/>
          </p:nvPr>
        </p:nvSpPr>
        <p:spPr bwMode="auto">
          <a:xfrm>
            <a:off x="55563" y="1163638"/>
            <a:ext cx="9067800" cy="4530725"/>
          </a:xfrm>
        </p:spPr>
        <p:txBody>
          <a:bodyPr/>
          <a:lstStyle/>
          <a:p>
            <a:pPr>
              <a:defRPr/>
            </a:pPr>
            <a:r>
              <a:rPr lang="en-US">
                <a:solidFill>
                  <a:srgbClr val="0000FF"/>
                </a:solidFill>
              </a:rPr>
              <a:t>UI+IE+KB  on one machine </a:t>
            </a:r>
            <a:endParaRPr/>
          </a:p>
          <a:p>
            <a:pPr>
              <a:defRPr/>
            </a:pPr>
            <a:r>
              <a:rPr lang="en-US">
                <a:solidFill>
                  <a:srgbClr val="0000FF"/>
                </a:solidFill>
              </a:rPr>
              <a:t>UI+IE client (desktop), but KB on a server (Web) </a:t>
            </a:r>
            <a:endParaRPr/>
          </a:p>
          <a:p>
            <a:pPr>
              <a:defRPr/>
            </a:pPr>
            <a:r>
              <a:rPr lang="en-US">
                <a:solidFill>
                  <a:srgbClr val="0000FF"/>
                </a:solidFill>
              </a:rPr>
              <a:t>UI client (mobile), IE+KB on one server - </a:t>
            </a:r>
            <a:endParaRPr/>
          </a:p>
          <a:p>
            <a:pPr>
              <a:defRPr/>
            </a:pPr>
            <a:r>
              <a:rPr lang="en-US">
                <a:solidFill>
                  <a:srgbClr val="0000FF"/>
                </a:solidFill>
              </a:rPr>
              <a:t>UI client, IE on one server + KB on another server</a:t>
            </a:r>
            <a:endParaRPr/>
          </a:p>
          <a:p>
            <a:pPr>
              <a:defRPr/>
            </a:pPr>
            <a:r>
              <a:rPr lang="en-US">
                <a:solidFill>
                  <a:srgbClr val="0000FF"/>
                </a:solidFill>
              </a:rPr>
              <a:t>UI client - IE+KB server (cloud)</a:t>
            </a:r>
            <a:endParaRPr/>
          </a:p>
          <a:p>
            <a:pPr>
              <a:defRPr/>
            </a:pPr>
            <a:r>
              <a:rPr lang="en-US">
                <a:solidFill>
                  <a:srgbClr val="0000FF"/>
                </a:solidFill>
              </a:rPr>
              <a:t>Mobile app client - UI+IE+KB server (cloud)</a:t>
            </a:r>
            <a:endParaRPr/>
          </a:p>
          <a:p>
            <a:pPr>
              <a:defRPr/>
            </a:pPr>
            <a:endParaRPr lang="en-US">
              <a:solidFill>
                <a:srgbClr val="0000FF"/>
              </a:solidFill>
            </a:endParaRPr>
          </a:p>
          <a:p>
            <a:pPr>
              <a:defRPr/>
            </a:pPr>
            <a:r>
              <a:rPr lang="en-US">
                <a:solidFill>
                  <a:srgbClr val="0000FF"/>
                </a:solidFill>
              </a:rPr>
              <a:t>Today, we say that expert systems can handle even time-critical applications. Why?</a:t>
            </a:r>
            <a:endParaRPr/>
          </a:p>
          <a:p>
            <a:pPr lvl="1">
              <a:defRPr/>
            </a:pPr>
            <a:r>
              <a:rPr lang="en-US">
                <a:solidFill>
                  <a:srgbClr val="0000FF"/>
                </a:solidFill>
              </a:rPr>
              <a:t>Cost for powerful HW and SW is available as services</a:t>
            </a:r>
            <a:endParaRPr/>
          </a:p>
          <a:p>
            <a:pPr marL="0" indent="0">
              <a:buFont typeface="Wingdings"/>
              <a:buNone/>
              <a:defRPr/>
            </a:pPr>
            <a:endParaRPr lang="en-US">
              <a:solidFill>
                <a:srgbClr val="0000FF"/>
              </a:solidFill>
            </a:endParaRPr>
          </a:p>
          <a:p>
            <a:pPr>
              <a:defRPr/>
            </a:pPr>
            <a:endParaRPr lang="en-US">
              <a:solidFill>
                <a:srgbClr val="0000FF"/>
              </a:solidFill>
            </a:endParaRPr>
          </a:p>
          <a:p>
            <a:pPr>
              <a:defRPr/>
            </a:pPr>
            <a:endParaRPr lang="en-US"/>
          </a:p>
        </p:txBody>
      </p:sp>
      <p:sp>
        <p:nvSpPr>
          <p:cNvPr id="1325952155" name="TextBox 1"/>
          <p:cNvSpPr txBox="1">
            <a:spLocks noChangeArrowheads="1"/>
          </p:cNvSpPr>
          <p:nvPr/>
        </p:nvSpPr>
        <p:spPr bwMode="auto">
          <a:xfrm>
            <a:off x="9525000" y="441325"/>
            <a:ext cx="3684588" cy="5262563"/>
          </a:xfrm>
          <a:prstGeom prst="rect">
            <a:avLst/>
          </a:prstGeom>
          <a:noFill/>
          <a:ln>
            <a:noFill/>
          </a:ln>
        </p:spPr>
        <p:txBody>
          <a:bodyPr wrap="none">
            <a:spAutoFit/>
          </a:bodyPr>
          <a:lstStyle>
            <a:lvl1pPr>
              <a:defRPr sz="2400">
                <a:solidFill>
                  <a:schemeClr val="tx1"/>
                </a:solidFill>
                <a:latin typeface="Arial"/>
              </a:defRPr>
            </a:lvl1pPr>
            <a:lvl2pPr marL="742950" indent="-285750">
              <a:defRPr sz="2400">
                <a:solidFill>
                  <a:schemeClr val="tx1"/>
                </a:solidFill>
                <a:latin typeface="Arial"/>
              </a:defRPr>
            </a:lvl2pPr>
            <a:lvl3pPr marL="1143000" indent="-228600">
              <a:defRPr sz="2400">
                <a:solidFill>
                  <a:schemeClr val="tx1"/>
                </a:solidFill>
                <a:latin typeface="Arial"/>
              </a:defRPr>
            </a:lvl3pPr>
            <a:lvl4pPr marL="1600200" indent="-228600">
              <a:defRPr sz="2400">
                <a:solidFill>
                  <a:schemeClr val="tx1"/>
                </a:solidFill>
                <a:latin typeface="Arial"/>
              </a:defRPr>
            </a:lvl4pPr>
            <a:lvl5pPr marL="2057400" indent="-228600">
              <a:defRPr sz="2400">
                <a:solidFill>
                  <a:schemeClr val="tx1"/>
                </a:solidFill>
                <a:latin typeface="Arial"/>
              </a:defRPr>
            </a:lvl5pPr>
            <a:lvl6pPr marL="2514600" indent="-228600">
              <a:spcBef>
                <a:spcPts val="0"/>
              </a:spcBef>
              <a:spcAft>
                <a:spcPts val="0"/>
              </a:spcAft>
              <a:defRPr sz="2400">
                <a:solidFill>
                  <a:schemeClr val="tx1"/>
                </a:solidFill>
                <a:latin typeface="Arial"/>
              </a:defRPr>
            </a:lvl6pPr>
            <a:lvl7pPr marL="2971800" indent="-228600">
              <a:spcBef>
                <a:spcPts val="0"/>
              </a:spcBef>
              <a:spcAft>
                <a:spcPts val="0"/>
              </a:spcAft>
              <a:defRPr sz="2400">
                <a:solidFill>
                  <a:schemeClr val="tx1"/>
                </a:solidFill>
                <a:latin typeface="Arial"/>
              </a:defRPr>
            </a:lvl7pPr>
            <a:lvl8pPr marL="3429000" indent="-228600">
              <a:spcBef>
                <a:spcPts val="0"/>
              </a:spcBef>
              <a:spcAft>
                <a:spcPts val="0"/>
              </a:spcAft>
              <a:defRPr sz="2400">
                <a:solidFill>
                  <a:schemeClr val="tx1"/>
                </a:solidFill>
                <a:latin typeface="Arial"/>
              </a:defRPr>
            </a:lvl8pPr>
            <a:lvl9pPr marL="3886200" indent="-228600">
              <a:spcBef>
                <a:spcPts val="0"/>
              </a:spcBef>
              <a:spcAft>
                <a:spcPts val="0"/>
              </a:spcAft>
              <a:defRPr sz="2400">
                <a:solidFill>
                  <a:schemeClr val="tx1"/>
                </a:solidFill>
                <a:latin typeface="Arial"/>
              </a:defRPr>
            </a:lvl9pPr>
          </a:lstStyle>
          <a:p>
            <a:pPr>
              <a:defRPr/>
            </a:pPr>
            <a:r>
              <a:rPr lang="en-US">
                <a:solidFill>
                  <a:srgbClr val="FFFF00"/>
                </a:solidFill>
              </a:rPr>
              <a:t>Desktop (powerful PC)</a:t>
            </a:r>
            <a:endParaRPr/>
          </a:p>
          <a:p>
            <a:pPr>
              <a:defRPr/>
            </a:pPr>
            <a:r>
              <a:rPr lang="en-US">
                <a:solidFill>
                  <a:srgbClr val="FFFF00"/>
                </a:solidFill>
              </a:rPr>
              <a:t>Client-server (powerful)</a:t>
            </a:r>
            <a:endParaRPr/>
          </a:p>
          <a:p>
            <a:pPr>
              <a:defRPr/>
            </a:pPr>
            <a:r>
              <a:rPr lang="en-US">
                <a:solidFill>
                  <a:srgbClr val="FFFF00"/>
                </a:solidFill>
              </a:rPr>
              <a:t>Cloud (HW+SW services)</a:t>
            </a:r>
            <a:endParaRPr/>
          </a:p>
          <a:p>
            <a:pPr>
              <a:defRPr/>
            </a:pPr>
            <a:r>
              <a:rPr lang="en-US">
                <a:solidFill>
                  <a:srgbClr val="FFFF00"/>
                </a:solidFill>
              </a:rPr>
              <a:t>Agentic Architecture</a:t>
            </a:r>
            <a:endParaRPr/>
          </a:p>
          <a:p>
            <a:pPr>
              <a:defRPr/>
            </a:pPr>
            <a:endParaRPr lang="en-US">
              <a:solidFill>
                <a:srgbClr val="FFFF00"/>
              </a:solidFill>
            </a:endParaRPr>
          </a:p>
          <a:p>
            <a:pPr>
              <a:defRPr/>
            </a:pPr>
            <a:endParaRPr lang="en-US">
              <a:solidFill>
                <a:srgbClr val="FFFF00"/>
              </a:solidFill>
            </a:endParaRPr>
          </a:p>
          <a:p>
            <a:pPr>
              <a:defRPr/>
            </a:pPr>
            <a:r>
              <a:rPr lang="en-US">
                <a:solidFill>
                  <a:srgbClr val="FFFF00"/>
                </a:solidFill>
              </a:rPr>
              <a:t>You are planning for a </a:t>
            </a:r>
            <a:endParaRPr/>
          </a:p>
          <a:p>
            <a:pPr>
              <a:defRPr/>
            </a:pPr>
            <a:r>
              <a:rPr lang="en-US">
                <a:solidFill>
                  <a:srgbClr val="FFFF00"/>
                </a:solidFill>
              </a:rPr>
              <a:t>Batch trip</a:t>
            </a:r>
            <a:endParaRPr/>
          </a:p>
          <a:p>
            <a:pPr>
              <a:defRPr/>
            </a:pPr>
            <a:endParaRPr lang="en-US">
              <a:solidFill>
                <a:srgbClr val="FFFF00"/>
              </a:solidFill>
            </a:endParaRPr>
          </a:p>
          <a:p>
            <a:pPr>
              <a:defRPr/>
            </a:pPr>
            <a:r>
              <a:rPr lang="en-US">
                <a:solidFill>
                  <a:srgbClr val="FFFF00"/>
                </a:solidFill>
              </a:rPr>
              <a:t>Location</a:t>
            </a:r>
            <a:endParaRPr/>
          </a:p>
          <a:p>
            <a:pPr>
              <a:defRPr/>
            </a:pPr>
            <a:r>
              <a:rPr lang="en-US">
                <a:solidFill>
                  <a:srgbClr val="FFFF00"/>
                </a:solidFill>
              </a:rPr>
              <a:t>Transport </a:t>
            </a:r>
            <a:endParaRPr/>
          </a:p>
          <a:p>
            <a:pPr>
              <a:defRPr/>
            </a:pPr>
            <a:r>
              <a:rPr lang="en-US">
                <a:solidFill>
                  <a:srgbClr val="FFFF00"/>
                </a:solidFill>
              </a:rPr>
              <a:t>Accommodation</a:t>
            </a:r>
            <a:endParaRPr/>
          </a:p>
          <a:p>
            <a:pPr>
              <a:defRPr/>
            </a:pPr>
            <a:endParaRPr lang="en-US">
              <a:solidFill>
                <a:srgbClr val="FFFF00"/>
              </a:solidFill>
            </a:endParaRPr>
          </a:p>
          <a:p>
            <a:pPr>
              <a:defRPr/>
            </a:pPr>
            <a:endParaRPr lang="en-US">
              <a:solidFill>
                <a:srgbClr val="FFFF00"/>
              </a:solidFil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8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700090697" name="Rectangle 2"/>
          <p:cNvSpPr>
            <a:spLocks noChangeArrowheads="1" noGrp="1"/>
          </p:cNvSpPr>
          <p:nvPr>
            <p:ph type="title"/>
          </p:nvPr>
        </p:nvSpPr>
        <p:spPr bwMode="auto"/>
        <p:txBody>
          <a:bodyPr/>
          <a:lstStyle/>
          <a:p>
            <a:pPr>
              <a:defRPr/>
            </a:pPr>
            <a:r>
              <a:rPr lang="en-US" b="1">
                <a:solidFill>
                  <a:srgbClr val="00B050"/>
                </a:solidFill>
              </a:rPr>
              <a:t>Exercise 18</a:t>
            </a:r>
            <a:endParaRPr/>
          </a:p>
        </p:txBody>
      </p:sp>
      <p:sp>
        <p:nvSpPr>
          <p:cNvPr id="1754961133" name="Rectangle 3"/>
          <p:cNvSpPr>
            <a:spLocks noChangeArrowheads="1" noGrp="1"/>
          </p:cNvSpPr>
          <p:nvPr>
            <p:ph type="body" idx="1"/>
          </p:nvPr>
        </p:nvSpPr>
        <p:spPr bwMode="auto">
          <a:xfrm>
            <a:off x="152400" y="1163638"/>
            <a:ext cx="8686800" cy="4530725"/>
          </a:xfrm>
        </p:spPr>
        <p:txBody>
          <a:bodyPr/>
          <a:lstStyle/>
          <a:p>
            <a:pPr>
              <a:defRPr/>
            </a:pPr>
            <a:r>
              <a:rPr lang="en-US">
                <a:solidFill>
                  <a:srgbClr val="3333FF"/>
                </a:solidFill>
              </a:rPr>
              <a:t>Discuss how ES differs from MIS, one can be replaced by the other?</a:t>
            </a:r>
            <a:endParaRPr/>
          </a:p>
          <a:p>
            <a:pPr lvl="1">
              <a:defRPr/>
            </a:pPr>
            <a:r>
              <a:rPr lang="en-US">
                <a:solidFill>
                  <a:srgbClr val="3333FF"/>
                </a:solidFill>
              </a:rPr>
              <a:t>ES - </a:t>
            </a:r>
            <a:r>
              <a:rPr lang="en-US">
                <a:solidFill>
                  <a:srgbClr val="3333FF"/>
                </a:solidFill>
                <a:highlight>
                  <a:srgbClr val="FFFF00"/>
                </a:highlight>
              </a:rPr>
              <a:t>intelligent reasoning</a:t>
            </a:r>
            <a:r>
              <a:rPr lang="en-US">
                <a:solidFill>
                  <a:srgbClr val="3333FF"/>
                </a:solidFill>
              </a:rPr>
              <a:t>/experts are not able to handle large amounts of data</a:t>
            </a:r>
            <a:endParaRPr/>
          </a:p>
          <a:p>
            <a:pPr lvl="1">
              <a:defRPr/>
            </a:pPr>
            <a:r>
              <a:rPr lang="en-US">
                <a:solidFill>
                  <a:srgbClr val="3333FF"/>
                </a:solidFill>
              </a:rPr>
              <a:t>MIS – </a:t>
            </a:r>
            <a:r>
              <a:rPr lang="en-US">
                <a:solidFill>
                  <a:srgbClr val="3333FF"/>
                </a:solidFill>
                <a:highlight>
                  <a:srgbClr val="FFFF00"/>
                </a:highlight>
              </a:rPr>
              <a:t>storing and managing </a:t>
            </a:r>
            <a:r>
              <a:rPr lang="en-US">
                <a:solidFill>
                  <a:srgbClr val="3333FF"/>
                </a:solidFill>
              </a:rPr>
              <a:t>large amounts of data</a:t>
            </a:r>
            <a:endParaRPr/>
          </a:p>
          <a:p>
            <a:pPr>
              <a:defRPr/>
            </a:pPr>
            <a:r>
              <a:rPr lang="en-US">
                <a:solidFill>
                  <a:srgbClr val="3333FF"/>
                </a:solidFill>
              </a:rPr>
              <a:t>Can a database directly be used as a KB of an ES? Justify your answer.</a:t>
            </a:r>
            <a:endParaRPr/>
          </a:p>
          <a:p>
            <a:pPr lvl="1">
              <a:defRPr/>
            </a:pPr>
            <a:r>
              <a:rPr lang="en-US">
                <a:solidFill>
                  <a:srgbClr val="3333FF"/>
                </a:solidFill>
              </a:rPr>
              <a:t>No. </a:t>
            </a:r>
            <a:r>
              <a:rPr lang="en-US">
                <a:solidFill>
                  <a:srgbClr val="3333FF"/>
                </a:solidFill>
              </a:rPr>
              <a:t>sKB</a:t>
            </a:r>
            <a:r>
              <a:rPr lang="en-US">
                <a:solidFill>
                  <a:srgbClr val="3333FF"/>
                </a:solidFill>
              </a:rPr>
              <a:t> requires special forms like rules and logic to represent knowledge. Therefore, without introducing an interpreter/ a parser between database and KB the connection cannot be made. </a:t>
            </a:r>
            <a:endParaRPr/>
          </a:p>
          <a:p>
            <a:pPr lvl="1">
              <a:defRPr/>
            </a:pPr>
            <a:endParaRPr lang="en-US">
              <a:solidFill>
                <a:srgbClr val="3333FF"/>
              </a:solidFill>
            </a:endParaRPr>
          </a:p>
        </p:txBody>
      </p:sp>
      <p:sp>
        <p:nvSpPr>
          <p:cNvPr id="774956270" name="Rectangle 2"/>
          <p:cNvSpPr/>
          <p:nvPr/>
        </p:nvSpPr>
        <p:spPr bwMode="auto">
          <a:xfrm>
            <a:off x="10287000" y="3505199"/>
            <a:ext cx="838200" cy="5334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defRPr/>
            </a:pPr>
            <a:r>
              <a:rPr lang="en-US"/>
              <a:t>ES</a:t>
            </a:r>
            <a:endParaRPr/>
          </a:p>
        </p:txBody>
      </p:sp>
      <p:sp>
        <p:nvSpPr>
          <p:cNvPr id="592589814" name="Rectangle 3"/>
          <p:cNvSpPr/>
          <p:nvPr/>
        </p:nvSpPr>
        <p:spPr bwMode="auto">
          <a:xfrm>
            <a:off x="10287000" y="4419600"/>
            <a:ext cx="838200" cy="5334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defRPr/>
            </a:pPr>
            <a:r>
              <a:rPr lang="en-US"/>
              <a:t>MIS</a:t>
            </a:r>
            <a:endParaRPr/>
          </a:p>
        </p:txBody>
      </p:sp>
      <p:cxnSp>
        <p:nvCxnSpPr>
          <p:cNvPr id="1803142802" name="Straight Arrow Connector 5"/>
          <p:cNvCxnSpPr/>
          <p:nvPr/>
        </p:nvCxnSpPr>
        <p:spPr bwMode="auto">
          <a:xfrm>
            <a:off x="10668000" y="4038600"/>
            <a:ext cx="0" cy="381000"/>
          </a:xfrm>
          <a:prstGeom prst="straightConnector1">
            <a:avLst/>
          </a:prstGeom>
          <a:ln w="38100">
            <a:headEnd type="triangle"/>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8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929587907" name="Rectangle 2"/>
          <p:cNvSpPr>
            <a:spLocks noChangeArrowheads="1" noGrp="1"/>
          </p:cNvSpPr>
          <p:nvPr>
            <p:ph type="title"/>
          </p:nvPr>
        </p:nvSpPr>
        <p:spPr bwMode="auto">
          <a:xfrm>
            <a:off x="457200" y="277813"/>
            <a:ext cx="8686800" cy="1139825"/>
          </a:xfrm>
        </p:spPr>
        <p:txBody>
          <a:bodyPr/>
          <a:lstStyle/>
          <a:p>
            <a:pPr>
              <a:defRPr/>
            </a:pPr>
            <a:r>
              <a:rPr lang="en-US" b="1">
                <a:solidFill>
                  <a:srgbClr val="00B050"/>
                </a:solidFill>
              </a:rPr>
              <a:t>Production Systems (rule-based ES)</a:t>
            </a:r>
            <a:endParaRPr/>
          </a:p>
        </p:txBody>
      </p:sp>
      <p:sp>
        <p:nvSpPr>
          <p:cNvPr id="653423471" name="Rectangle 3"/>
          <p:cNvSpPr>
            <a:spLocks noChangeArrowheads="1" noGrp="1"/>
          </p:cNvSpPr>
          <p:nvPr>
            <p:ph type="body" idx="1"/>
          </p:nvPr>
        </p:nvSpPr>
        <p:spPr bwMode="auto">
          <a:xfrm>
            <a:off x="152400" y="1066800"/>
            <a:ext cx="8839200" cy="5513388"/>
          </a:xfrm>
        </p:spPr>
        <p:txBody>
          <a:bodyPr/>
          <a:lstStyle/>
          <a:p>
            <a:pPr>
              <a:defRPr/>
            </a:pPr>
            <a:r>
              <a:rPr lang="en-US">
                <a:solidFill>
                  <a:srgbClr val="FF0000"/>
                </a:solidFill>
              </a:rPr>
              <a:t>Production system is a special kind of ES that uses </a:t>
            </a:r>
            <a:r>
              <a:rPr lang="en-US">
                <a:solidFill>
                  <a:srgbClr val="FF0000"/>
                </a:solidFill>
                <a:highlight>
                  <a:srgbClr val="FFFF00"/>
                </a:highlight>
              </a:rPr>
              <a:t>rule-based representation </a:t>
            </a:r>
            <a:r>
              <a:rPr lang="en-US">
                <a:solidFill>
                  <a:srgbClr val="FF0000"/>
                </a:solidFill>
              </a:rPr>
              <a:t>in the KB</a:t>
            </a:r>
            <a:endParaRPr/>
          </a:p>
          <a:p>
            <a:pPr>
              <a:defRPr/>
            </a:pPr>
            <a:r>
              <a:rPr lang="en-US">
                <a:solidFill>
                  <a:srgbClr val="3333FF"/>
                </a:solidFill>
              </a:rPr>
              <a:t>Widely used class of expert systems to date</a:t>
            </a:r>
            <a:endParaRPr/>
          </a:p>
          <a:p>
            <a:pPr>
              <a:defRPr/>
            </a:pPr>
            <a:r>
              <a:rPr lang="en-US">
                <a:solidFill>
                  <a:srgbClr val="FF0000"/>
                </a:solidFill>
              </a:rPr>
              <a:t>Because </a:t>
            </a:r>
            <a:r>
              <a:rPr lang="en-US">
                <a:solidFill>
                  <a:srgbClr val="FF0000"/>
                </a:solidFill>
                <a:highlight>
                  <a:srgbClr val="FFFF00"/>
                </a:highlight>
              </a:rPr>
              <a:t>rule-based representation </a:t>
            </a:r>
            <a:r>
              <a:rPr lang="en-US">
                <a:solidFill>
                  <a:srgbClr val="FF0000"/>
                </a:solidFill>
              </a:rPr>
              <a:t>can be used for various types of knowledge</a:t>
            </a:r>
            <a:endParaRPr/>
          </a:p>
          <a:p>
            <a:pPr lvl="1">
              <a:defRPr/>
            </a:pPr>
            <a:r>
              <a:rPr lang="en-US">
                <a:solidFill>
                  <a:srgbClr val="3333FF"/>
                </a:solidFill>
              </a:rPr>
              <a:t>Procedures</a:t>
            </a:r>
            <a:endParaRPr/>
          </a:p>
          <a:p>
            <a:pPr lvl="1">
              <a:defRPr/>
            </a:pPr>
            <a:r>
              <a:rPr lang="en-US">
                <a:solidFill>
                  <a:srgbClr val="3333FF"/>
                </a:solidFill>
              </a:rPr>
              <a:t>Laws</a:t>
            </a:r>
            <a:endParaRPr/>
          </a:p>
          <a:p>
            <a:pPr lvl="1">
              <a:defRPr/>
            </a:pPr>
            <a:r>
              <a:rPr lang="en-US">
                <a:solidFill>
                  <a:srgbClr val="3333FF"/>
                </a:solidFill>
              </a:rPr>
              <a:t>Theories</a:t>
            </a:r>
            <a:endParaRPr/>
          </a:p>
          <a:p>
            <a:pPr lvl="1">
              <a:defRPr/>
            </a:pPr>
            <a:r>
              <a:rPr lang="en-US">
                <a:solidFill>
                  <a:srgbClr val="3333FF"/>
                </a:solidFill>
              </a:rPr>
              <a:t>Recipes</a:t>
            </a:r>
            <a:endParaRPr/>
          </a:p>
          <a:p>
            <a:pPr lvl="1">
              <a:defRPr/>
            </a:pPr>
            <a:r>
              <a:rPr lang="en-US">
                <a:solidFill>
                  <a:srgbClr val="3333FF"/>
                </a:solidFill>
              </a:rPr>
              <a:t>Instructions</a:t>
            </a:r>
            <a:endParaRPr/>
          </a:p>
          <a:p>
            <a:pPr lvl="1">
              <a:defRPr/>
            </a:pPr>
            <a:r>
              <a:rPr lang="en-US">
                <a:solidFill>
                  <a:srgbClr val="3333FF"/>
                </a:solidFill>
              </a:rPr>
              <a:t>Orders</a:t>
            </a:r>
            <a:endParaRPr/>
          </a:p>
          <a:p>
            <a:pPr>
              <a:buFont typeface="Wingdings"/>
              <a:buNone/>
              <a:defRPr/>
            </a:pPr>
            <a:endParaRPr lang="en-US">
              <a:solidFill>
                <a:srgbClr val="3333FF"/>
              </a:solidFill>
            </a:endParaRPr>
          </a:p>
          <a:p>
            <a:pPr>
              <a:defRPr/>
            </a:pPr>
            <a:endParaRPr lang="en-US"/>
          </a:p>
          <a:p>
            <a:pPr>
              <a:defRPr/>
            </a:pPr>
            <a:endParaRPr lang="en-US"/>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8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99340657" name="Rectangle 2"/>
          <p:cNvSpPr>
            <a:spLocks noChangeArrowheads="1" noGrp="1"/>
          </p:cNvSpPr>
          <p:nvPr>
            <p:ph type="title"/>
          </p:nvPr>
        </p:nvSpPr>
        <p:spPr bwMode="auto"/>
        <p:txBody>
          <a:bodyPr/>
          <a:lstStyle/>
          <a:p>
            <a:pPr>
              <a:defRPr/>
            </a:pPr>
            <a:r>
              <a:rPr lang="en-US" b="1">
                <a:solidFill>
                  <a:srgbClr val="00B050"/>
                </a:solidFill>
              </a:rPr>
              <a:t>Production Systems</a:t>
            </a:r>
            <a:endParaRPr/>
          </a:p>
        </p:txBody>
      </p:sp>
      <p:sp>
        <p:nvSpPr>
          <p:cNvPr id="1005241430" name="Rectangle 3"/>
          <p:cNvSpPr>
            <a:spLocks noChangeArrowheads="1" noGrp="1"/>
          </p:cNvSpPr>
          <p:nvPr>
            <p:ph type="body" idx="1"/>
          </p:nvPr>
        </p:nvSpPr>
        <p:spPr bwMode="auto">
          <a:xfrm>
            <a:off x="152400" y="1028700"/>
            <a:ext cx="8991600" cy="4800600"/>
          </a:xfrm>
        </p:spPr>
        <p:txBody>
          <a:bodyPr/>
          <a:lstStyle/>
          <a:p>
            <a:pPr>
              <a:lnSpc>
                <a:spcPct val="90000"/>
              </a:lnSpc>
              <a:defRPr/>
            </a:pPr>
            <a:r>
              <a:rPr lang="en-US" sz="2600">
                <a:solidFill>
                  <a:srgbClr val="FF0000"/>
                </a:solidFill>
              </a:rPr>
              <a:t>Why rule-based representation is so good</a:t>
            </a:r>
            <a:endParaRPr/>
          </a:p>
          <a:p>
            <a:pPr lvl="1">
              <a:lnSpc>
                <a:spcPct val="90000"/>
              </a:lnSpc>
              <a:defRPr/>
            </a:pPr>
            <a:r>
              <a:rPr lang="en-GB" sz="2200">
                <a:solidFill>
                  <a:srgbClr val="3333FF"/>
                </a:solidFill>
              </a:rPr>
              <a:t> The structure of a rule is very simple</a:t>
            </a:r>
            <a:endParaRPr/>
          </a:p>
          <a:p>
            <a:pPr lvl="1">
              <a:lnSpc>
                <a:spcPct val="90000"/>
              </a:lnSpc>
              <a:defRPr/>
            </a:pPr>
            <a:r>
              <a:rPr lang="en-GB" sz="2200">
                <a:solidFill>
                  <a:srgbClr val="3333FF"/>
                </a:solidFill>
              </a:rPr>
              <a:t>Comprehensive to include </a:t>
            </a:r>
            <a:r>
              <a:rPr lang="en-GB" sz="2200">
                <a:solidFill>
                  <a:srgbClr val="3333FF"/>
                </a:solidFill>
                <a:highlight>
                  <a:srgbClr val="FFFF00"/>
                </a:highlight>
              </a:rPr>
              <a:t>and</a:t>
            </a:r>
            <a:r>
              <a:rPr lang="en-GB" sz="2200">
                <a:solidFill>
                  <a:srgbClr val="3333FF"/>
                </a:solidFill>
              </a:rPr>
              <a:t>, </a:t>
            </a:r>
            <a:r>
              <a:rPr lang="en-GB" sz="2200">
                <a:solidFill>
                  <a:srgbClr val="3333FF"/>
                </a:solidFill>
                <a:highlight>
                  <a:srgbClr val="FFFF00"/>
                </a:highlight>
              </a:rPr>
              <a:t>or</a:t>
            </a:r>
            <a:r>
              <a:rPr lang="en-GB" sz="2200">
                <a:solidFill>
                  <a:srgbClr val="3333FF"/>
                </a:solidFill>
              </a:rPr>
              <a:t>, </a:t>
            </a:r>
            <a:r>
              <a:rPr lang="en-GB" sz="2200">
                <a:solidFill>
                  <a:srgbClr val="3333FF"/>
                </a:solidFill>
                <a:highlight>
                  <a:srgbClr val="FFFF00"/>
                </a:highlight>
              </a:rPr>
              <a:t>not</a:t>
            </a:r>
            <a:r>
              <a:rPr lang="en-GB" sz="2200">
                <a:solidFill>
                  <a:srgbClr val="3333FF"/>
                </a:solidFill>
              </a:rPr>
              <a:t>, </a:t>
            </a:r>
            <a:r>
              <a:rPr lang="en-GB" sz="2200">
                <a:solidFill>
                  <a:srgbClr val="3333FF"/>
                </a:solidFill>
                <a:highlight>
                  <a:srgbClr val="FFFF00"/>
                </a:highlight>
              </a:rPr>
              <a:t>variables</a:t>
            </a:r>
            <a:r>
              <a:rPr lang="en-GB" sz="2200">
                <a:solidFill>
                  <a:srgbClr val="3333FF"/>
                </a:solidFill>
              </a:rPr>
              <a:t>, etc.</a:t>
            </a:r>
            <a:endParaRPr/>
          </a:p>
          <a:p>
            <a:pPr lvl="1">
              <a:lnSpc>
                <a:spcPct val="90000"/>
              </a:lnSpc>
              <a:defRPr/>
            </a:pPr>
            <a:r>
              <a:rPr lang="en-GB" sz="2200">
                <a:solidFill>
                  <a:srgbClr val="3333FF"/>
                </a:solidFill>
              </a:rPr>
              <a:t>Rules can be easily modified</a:t>
            </a:r>
            <a:endParaRPr/>
          </a:p>
          <a:p>
            <a:pPr lvl="1">
              <a:lnSpc>
                <a:spcPct val="90000"/>
              </a:lnSpc>
              <a:defRPr/>
            </a:pPr>
            <a:r>
              <a:rPr lang="en-GB" sz="2200">
                <a:solidFill>
                  <a:srgbClr val="3333FF"/>
                </a:solidFill>
              </a:rPr>
              <a:t>Structure is extendible to include uncertainty, etc.</a:t>
            </a:r>
            <a:endParaRPr/>
          </a:p>
          <a:p>
            <a:pPr lvl="1">
              <a:lnSpc>
                <a:spcPct val="90000"/>
              </a:lnSpc>
              <a:defRPr/>
            </a:pPr>
            <a:r>
              <a:rPr lang="en-GB" sz="2200">
                <a:solidFill>
                  <a:srgbClr val="3333FF"/>
                </a:solidFill>
              </a:rPr>
              <a:t>Other representations can also be converted into rules, using predicates (e.g. </a:t>
            </a:r>
            <a:r>
              <a:rPr lang="en-GB" sz="2200">
                <a:solidFill>
                  <a:srgbClr val="3333FF"/>
                </a:solidFill>
              </a:rPr>
              <a:t>is_a</a:t>
            </a:r>
            <a:r>
              <a:rPr lang="en-GB" sz="2200">
                <a:solidFill>
                  <a:srgbClr val="3333FF"/>
                </a:solidFill>
              </a:rPr>
              <a:t>(cat, animal), address(name, no, street, city)</a:t>
            </a:r>
            <a:endParaRPr/>
          </a:p>
          <a:p>
            <a:pPr lvl="2">
              <a:lnSpc>
                <a:spcPct val="90000"/>
              </a:lnSpc>
              <a:defRPr/>
            </a:pPr>
            <a:r>
              <a:rPr lang="en-GB" sz="2000">
                <a:solidFill>
                  <a:srgbClr val="3333FF"/>
                </a:solidFill>
              </a:rPr>
              <a:t>DB</a:t>
            </a:r>
            <a:endParaRPr/>
          </a:p>
          <a:p>
            <a:pPr lvl="2">
              <a:lnSpc>
                <a:spcPct val="90000"/>
              </a:lnSpc>
              <a:defRPr/>
            </a:pPr>
            <a:r>
              <a:rPr lang="en-GB" sz="2000">
                <a:solidFill>
                  <a:srgbClr val="3333FF"/>
                </a:solidFill>
              </a:rPr>
              <a:t>Semantic Networks</a:t>
            </a:r>
            <a:endParaRPr/>
          </a:p>
          <a:p>
            <a:pPr lvl="2">
              <a:lnSpc>
                <a:spcPct val="90000"/>
              </a:lnSpc>
              <a:defRPr/>
            </a:pPr>
            <a:r>
              <a:rPr lang="en-GB" sz="2000">
                <a:solidFill>
                  <a:srgbClr val="3333FF"/>
                </a:solidFill>
              </a:rPr>
              <a:t>Frames</a:t>
            </a:r>
            <a:endParaRPr/>
          </a:p>
          <a:p>
            <a:pPr lvl="2">
              <a:lnSpc>
                <a:spcPct val="90000"/>
              </a:lnSpc>
              <a:defRPr/>
            </a:pPr>
            <a:r>
              <a:rPr lang="en-GB" sz="2000">
                <a:solidFill>
                  <a:srgbClr val="3333FF"/>
                </a:solidFill>
              </a:rPr>
              <a:t>……</a:t>
            </a:r>
            <a:endParaRPr/>
          </a:p>
          <a:p>
            <a:pPr lvl="1">
              <a:lnSpc>
                <a:spcPct val="90000"/>
              </a:lnSpc>
              <a:defRPr/>
            </a:pPr>
            <a:r>
              <a:rPr lang="en-GB" sz="2100">
                <a:solidFill>
                  <a:srgbClr val="3333FF"/>
                </a:solidFill>
                <a:highlight>
                  <a:srgbClr val="FFFF00"/>
                </a:highlight>
              </a:rPr>
              <a:t>Prolog</a:t>
            </a:r>
            <a:r>
              <a:rPr lang="en-GB" sz="2100">
                <a:solidFill>
                  <a:srgbClr val="3333FF"/>
                </a:solidFill>
              </a:rPr>
              <a:t> languages use </a:t>
            </a:r>
            <a:r>
              <a:rPr lang="en-GB" sz="2100">
                <a:solidFill>
                  <a:srgbClr val="3333FF"/>
                </a:solidFill>
                <a:highlight>
                  <a:srgbClr val="FFFF00"/>
                </a:highlight>
              </a:rPr>
              <a:t>facts</a:t>
            </a:r>
            <a:r>
              <a:rPr lang="en-GB" sz="2100">
                <a:solidFill>
                  <a:srgbClr val="3333FF"/>
                </a:solidFill>
              </a:rPr>
              <a:t> and </a:t>
            </a:r>
            <a:r>
              <a:rPr lang="en-GB" sz="2100">
                <a:solidFill>
                  <a:srgbClr val="3333FF"/>
                </a:solidFill>
                <a:highlight>
                  <a:srgbClr val="FFFF00"/>
                </a:highlight>
              </a:rPr>
              <a:t>rules</a:t>
            </a:r>
            <a:r>
              <a:rPr lang="en-GB" sz="2100">
                <a:solidFill>
                  <a:srgbClr val="3333FF"/>
                </a:solidFill>
              </a:rPr>
              <a:t> to write programs. The facts and rules are written as predicate logic expressions. </a:t>
            </a:r>
            <a:r>
              <a:rPr lang="en-GB" sz="2100">
                <a:solidFill>
                  <a:srgbClr val="3333FF"/>
                </a:solidFill>
              </a:rPr>
              <a:t>Prolog</a:t>
            </a:r>
            <a:r>
              <a:rPr lang="en-GB" sz="2100">
                <a:solidFill>
                  <a:srgbClr val="3333FF"/>
                </a:solidFill>
              </a:rPr>
              <a:t> uses rules a special type of rule,  called </a:t>
            </a:r>
            <a:r>
              <a:rPr lang="en-GB" sz="2100">
                <a:solidFill>
                  <a:srgbClr val="3333FF"/>
                </a:solidFill>
                <a:highlight>
                  <a:srgbClr val="FFFF00"/>
                </a:highlight>
              </a:rPr>
              <a:t>Horn clauses </a:t>
            </a:r>
            <a:r>
              <a:rPr lang="en-GB" sz="2100">
                <a:solidFill>
                  <a:srgbClr val="3333FF"/>
                </a:solidFill>
              </a:rPr>
              <a:t>with non-negative term in the Head</a:t>
            </a:r>
            <a:endParaRPr/>
          </a:p>
          <a:p>
            <a:pPr lvl="1">
              <a:lnSpc>
                <a:spcPct val="90000"/>
              </a:lnSpc>
              <a:defRPr/>
            </a:pPr>
            <a:r>
              <a:rPr lang="en-GB" sz="2100">
                <a:solidFill>
                  <a:srgbClr val="3333FF"/>
                </a:solidFill>
              </a:rPr>
              <a:t>Rules offer very simple but powerful two-reasoning techniques</a:t>
            </a:r>
            <a:endParaRPr/>
          </a:p>
          <a:p>
            <a:pPr>
              <a:lnSpc>
                <a:spcPct val="90000"/>
              </a:lnSpc>
              <a:defRPr/>
            </a:pPr>
            <a:endParaRPr lang="en-GB" sz="2600">
              <a:solidFill>
                <a:srgbClr val="3333FF"/>
              </a:solidFill>
            </a:endParaRPr>
          </a:p>
          <a:p>
            <a:pPr lvl="1">
              <a:lnSpc>
                <a:spcPct val="90000"/>
              </a:lnSpc>
              <a:defRPr/>
            </a:pPr>
            <a:endParaRPr lang="en-GB" sz="2200">
              <a:solidFill>
                <a:srgbClr val="3333FF"/>
              </a:solidFill>
            </a:endParaRPr>
          </a:p>
          <a:p>
            <a:pPr lvl="1">
              <a:lnSpc>
                <a:spcPct val="90000"/>
              </a:lnSpc>
              <a:defRPr/>
            </a:pPr>
            <a:endParaRPr lang="en-GB" sz="2200">
              <a:solidFill>
                <a:srgbClr val="3333FF"/>
              </a:solidFill>
            </a:endParaRPr>
          </a:p>
          <a:p>
            <a:pPr lvl="1">
              <a:lnSpc>
                <a:spcPct val="90000"/>
              </a:lnSpc>
              <a:defRPr/>
            </a:pPr>
            <a:endParaRPr lang="en-GB" sz="2200">
              <a:solidFill>
                <a:srgbClr val="3333FF"/>
              </a:solidFill>
            </a:endParaRPr>
          </a:p>
          <a:p>
            <a:pPr lvl="1">
              <a:lnSpc>
                <a:spcPct val="90000"/>
              </a:lnSpc>
              <a:defRPr/>
            </a:pPr>
            <a:endParaRPr lang="en-GB" sz="2200"/>
          </a:p>
          <a:p>
            <a:pPr lvl="1">
              <a:lnSpc>
                <a:spcPct val="90000"/>
              </a:lnSpc>
              <a:defRPr/>
            </a:pPr>
            <a:endParaRPr lang="en-GB" sz="2200"/>
          </a:p>
          <a:p>
            <a:pPr lvl="1">
              <a:lnSpc>
                <a:spcPct val="90000"/>
              </a:lnSpc>
              <a:defRPr/>
            </a:pPr>
            <a:endParaRPr lang="en-GB" sz="2200"/>
          </a:p>
          <a:p>
            <a:pPr>
              <a:lnSpc>
                <a:spcPct val="90000"/>
              </a:lnSpc>
              <a:defRPr/>
            </a:pPr>
            <a:endParaRPr lang="en-US" sz="26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8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941540020" name="Rectangle 2"/>
          <p:cNvSpPr>
            <a:spLocks noChangeArrowheads="1" noGrp="1"/>
          </p:cNvSpPr>
          <p:nvPr>
            <p:ph type="title"/>
          </p:nvPr>
        </p:nvSpPr>
        <p:spPr bwMode="auto"/>
        <p:txBody>
          <a:bodyPr/>
          <a:lstStyle/>
          <a:p>
            <a:pPr>
              <a:defRPr/>
            </a:pPr>
            <a:r>
              <a:rPr lang="en-US" sz="3600" b="1">
                <a:solidFill>
                  <a:srgbClr val="00B050"/>
                </a:solidFill>
              </a:rPr>
              <a:t>Reasoning under uncertainty</a:t>
            </a:r>
            <a:endParaRPr/>
          </a:p>
        </p:txBody>
      </p:sp>
      <p:sp>
        <p:nvSpPr>
          <p:cNvPr id="2013613351" name="Rectangle 3"/>
          <p:cNvSpPr>
            <a:spLocks noChangeArrowheads="1" noGrp="1"/>
          </p:cNvSpPr>
          <p:nvPr>
            <p:ph type="body" idx="1"/>
          </p:nvPr>
        </p:nvSpPr>
        <p:spPr bwMode="auto">
          <a:xfrm>
            <a:off x="76200" y="1066800"/>
            <a:ext cx="8991600" cy="4530725"/>
          </a:xfrm>
        </p:spPr>
        <p:txBody>
          <a:bodyPr/>
          <a:lstStyle/>
          <a:p>
            <a:pPr>
              <a:defRPr/>
            </a:pPr>
            <a:r>
              <a:rPr lang="en-US" sz="2600">
                <a:solidFill>
                  <a:srgbClr val="3333FF"/>
                </a:solidFill>
              </a:rPr>
              <a:t>Knowledge is always changing, incomplete, and noisy</a:t>
            </a:r>
            <a:endParaRPr lang="en-US" sz="2600">
              <a:solidFill>
                <a:srgbClr val="FF0000"/>
              </a:solidFill>
              <a:highlight>
                <a:srgbClr val="FFFF00"/>
              </a:highlight>
            </a:endParaRPr>
          </a:p>
          <a:p>
            <a:pPr lvl="1">
              <a:defRPr/>
            </a:pPr>
            <a:r>
              <a:rPr lang="en-US">
                <a:solidFill>
                  <a:srgbClr val="FF0000"/>
                </a:solidFill>
              </a:rPr>
              <a:t>Weather forecasting (tempt., humidity, windspeed, ….)</a:t>
            </a:r>
            <a:endParaRPr/>
          </a:p>
          <a:p>
            <a:pPr lvl="1">
              <a:defRPr/>
            </a:pPr>
            <a:r>
              <a:rPr lang="en-US">
                <a:solidFill>
                  <a:srgbClr val="FF0000"/>
                </a:solidFill>
              </a:rPr>
              <a:t>Medical diagnosis (D </a:t>
            </a:r>
            <a:r>
              <a:rPr lang="en-US">
                <a:solidFill>
                  <a:srgbClr val="FF0000"/>
                </a:solidFill>
              </a:rPr>
              <a:t> Red,        Red  D???)</a:t>
            </a:r>
            <a:endParaRPr lang="en-US">
              <a:solidFill>
                <a:srgbClr val="FF0000"/>
              </a:solidFill>
            </a:endParaRPr>
          </a:p>
          <a:p>
            <a:pPr lvl="1">
              <a:defRPr/>
            </a:pPr>
            <a:r>
              <a:rPr lang="en-US">
                <a:solidFill>
                  <a:srgbClr val="FF0000"/>
                </a:solidFill>
              </a:rPr>
              <a:t> Stock market prediction</a:t>
            </a:r>
            <a:endParaRPr/>
          </a:p>
          <a:p>
            <a:pPr>
              <a:defRPr/>
            </a:pPr>
            <a:r>
              <a:rPr lang="en-US" sz="2600">
                <a:solidFill>
                  <a:srgbClr val="3333FF"/>
                </a:solidFill>
              </a:rPr>
              <a:t>Thus, reasoning under uncertainty is a real need</a:t>
            </a:r>
            <a:endParaRPr/>
          </a:p>
          <a:p>
            <a:pPr>
              <a:defRPr/>
            </a:pPr>
            <a:r>
              <a:rPr lang="en-US" sz="2600">
                <a:solidFill>
                  <a:srgbClr val="3333FF"/>
                </a:solidFill>
              </a:rPr>
              <a:t>Also called </a:t>
            </a:r>
            <a:r>
              <a:rPr lang="en-US" sz="2600">
                <a:solidFill>
                  <a:srgbClr val="3333FF"/>
                </a:solidFill>
                <a:highlight>
                  <a:srgbClr val="FFFF00"/>
                </a:highlight>
              </a:rPr>
              <a:t>non-deterministic</a:t>
            </a:r>
            <a:r>
              <a:rPr lang="en-US" sz="2600">
                <a:solidFill>
                  <a:srgbClr val="3333FF"/>
                </a:solidFill>
              </a:rPr>
              <a:t> or </a:t>
            </a:r>
            <a:r>
              <a:rPr lang="en-US" sz="2600">
                <a:solidFill>
                  <a:srgbClr val="3333FF"/>
                </a:solidFill>
                <a:highlight>
                  <a:srgbClr val="FFFF00"/>
                </a:highlight>
              </a:rPr>
              <a:t>probabilistic reasoning</a:t>
            </a:r>
            <a:endParaRPr lang="en-US">
              <a:solidFill>
                <a:srgbClr val="3333FF"/>
              </a:solidFill>
              <a:highlight>
                <a:srgbClr val="FFFF00"/>
              </a:highlight>
            </a:endParaRPr>
          </a:p>
          <a:p>
            <a:pPr>
              <a:defRPr/>
            </a:pPr>
            <a:r>
              <a:rPr lang="en-US" sz="2600">
                <a:solidFill>
                  <a:srgbClr val="FF0000"/>
                </a:solidFill>
              </a:rPr>
              <a:t>Many techniques used for reasoning under uncertainty </a:t>
            </a:r>
            <a:endParaRPr/>
          </a:p>
          <a:p>
            <a:pPr lvl="1">
              <a:defRPr/>
            </a:pPr>
            <a:r>
              <a:rPr lang="en-US">
                <a:solidFill>
                  <a:srgbClr val="3333FF"/>
                </a:solidFill>
              </a:rPr>
              <a:t>Probability theory (</a:t>
            </a:r>
            <a:r>
              <a:rPr lang="en-GB">
                <a:solidFill>
                  <a:srgbClr val="3333FF"/>
                </a:solidFill>
              </a:rPr>
              <a:t>Bayes’ theorem</a:t>
            </a:r>
            <a:r>
              <a:rPr lang="en-US">
                <a:solidFill>
                  <a:srgbClr val="3333FF"/>
                </a:solidFill>
              </a:rPr>
              <a:t> )</a:t>
            </a:r>
            <a:endParaRPr/>
          </a:p>
          <a:p>
            <a:pPr lvl="1">
              <a:defRPr/>
            </a:pPr>
            <a:r>
              <a:rPr lang="en-US">
                <a:solidFill>
                  <a:srgbClr val="3333FF"/>
                </a:solidFill>
              </a:rPr>
              <a:t>Fuzzy Logic</a:t>
            </a:r>
            <a:endParaRPr/>
          </a:p>
          <a:p>
            <a:pPr lvl="1">
              <a:defRPr/>
            </a:pPr>
            <a:r>
              <a:rPr lang="en-US">
                <a:solidFill>
                  <a:srgbClr val="3333FF"/>
                </a:solidFill>
              </a:rPr>
              <a:t>Specific techniques like MYCIN calculus</a:t>
            </a:r>
            <a:endParaRPr/>
          </a:p>
          <a:p>
            <a:pPr>
              <a:defRPr/>
            </a:pPr>
            <a:r>
              <a:rPr lang="en-US" sz="2800">
                <a:solidFill>
                  <a:srgbClr val="FF0000"/>
                </a:solidFill>
              </a:rPr>
              <a:t>Note: Logical reasoning gives deterministic reasoning </a:t>
            </a:r>
            <a:endParaRPr/>
          </a:p>
          <a:p>
            <a:pPr>
              <a:defRPr/>
            </a:pPr>
            <a:endParaRPr lang="en-US">
              <a:solidFill>
                <a:srgbClr val="3333FF"/>
              </a:solidFill>
            </a:endParaRPr>
          </a:p>
          <a:p>
            <a:pPr lvl="1">
              <a:defRPr/>
            </a:pPr>
            <a:endParaRPr lang="en-US">
              <a:solidFill>
                <a:srgbClr val="CC0000"/>
              </a:solidFil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8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498778275" name="Rectangle 2"/>
          <p:cNvSpPr>
            <a:spLocks noChangeArrowheads="1" noGrp="1"/>
          </p:cNvSpPr>
          <p:nvPr>
            <p:ph type="title"/>
          </p:nvPr>
        </p:nvSpPr>
        <p:spPr bwMode="auto"/>
        <p:txBody>
          <a:bodyPr/>
          <a:lstStyle/>
          <a:p>
            <a:pPr>
              <a:defRPr/>
            </a:pPr>
            <a:r>
              <a:rPr lang="en-US" b="1">
                <a:solidFill>
                  <a:srgbClr val="00B050"/>
                </a:solidFill>
              </a:rPr>
              <a:t>Conditional probability</a:t>
            </a:r>
            <a:endParaRPr/>
          </a:p>
        </p:txBody>
      </p:sp>
      <p:sp>
        <p:nvSpPr>
          <p:cNvPr id="367478628" name="Rectangle 3"/>
          <p:cNvSpPr>
            <a:spLocks noChangeArrowheads="1" noGrp="1"/>
          </p:cNvSpPr>
          <p:nvPr>
            <p:ph type="body" idx="1"/>
          </p:nvPr>
        </p:nvSpPr>
        <p:spPr bwMode="auto">
          <a:xfrm>
            <a:off x="0" y="1295400"/>
            <a:ext cx="9296400" cy="4530725"/>
          </a:xfrm>
        </p:spPr>
        <p:txBody>
          <a:bodyPr/>
          <a:lstStyle/>
          <a:p>
            <a:pPr>
              <a:defRPr/>
            </a:pPr>
            <a:r>
              <a:rPr lang="en-US" sz="2800">
                <a:solidFill>
                  <a:srgbClr val="FF0000"/>
                </a:solidFill>
              </a:rPr>
              <a:t>Conditional probability </a:t>
            </a:r>
            <a:endParaRPr/>
          </a:p>
          <a:p>
            <a:pPr lvl="1">
              <a:defRPr/>
            </a:pPr>
            <a:r>
              <a:rPr lang="en-US" sz="2400">
                <a:solidFill>
                  <a:srgbClr val="FF0000"/>
                </a:solidFill>
              </a:rPr>
              <a:t>When </a:t>
            </a:r>
            <a:r>
              <a:rPr lang="en-US" sz="2400">
                <a:solidFill>
                  <a:srgbClr val="FF0000"/>
                </a:solidFill>
                <a:highlight>
                  <a:srgbClr val="FFFF00"/>
                </a:highlight>
              </a:rPr>
              <a:t>one event has happened</a:t>
            </a:r>
            <a:r>
              <a:rPr lang="en-US" sz="2400">
                <a:solidFill>
                  <a:srgbClr val="FF0000"/>
                </a:solidFill>
              </a:rPr>
              <a:t>, there is a probability of another event happening  </a:t>
            </a:r>
            <a:endParaRPr/>
          </a:p>
          <a:p>
            <a:pPr>
              <a:defRPr/>
            </a:pPr>
            <a:r>
              <a:rPr lang="en-US" sz="2800">
                <a:solidFill>
                  <a:srgbClr val="3333FF"/>
                </a:solidFill>
              </a:rPr>
              <a:t>For a given disease, a Doctor knows symptom </a:t>
            </a:r>
            <a:r>
              <a:rPr lang="en-US" sz="2800" b="1"/>
              <a:t>P(S|D)</a:t>
            </a:r>
            <a:endParaRPr lang="en-US" sz="2800">
              <a:solidFill>
                <a:srgbClr val="3333FF"/>
              </a:solidFill>
            </a:endParaRPr>
          </a:p>
          <a:p>
            <a:pPr>
              <a:defRPr/>
            </a:pPr>
            <a:r>
              <a:rPr lang="en-US" sz="2800">
                <a:solidFill>
                  <a:srgbClr val="FF0000"/>
                </a:solidFill>
              </a:rPr>
              <a:t>In real life, a patient goes with symptoms, and the doctor has to diagnose the disease.  </a:t>
            </a:r>
            <a:r>
              <a:rPr lang="en-US" sz="2800" b="1"/>
              <a:t>P(D|S)??</a:t>
            </a:r>
            <a:endParaRPr/>
          </a:p>
          <a:p>
            <a:pPr lvl="1">
              <a:defRPr/>
            </a:pPr>
            <a:r>
              <a:rPr lang="en-US" sz="2800">
                <a:solidFill>
                  <a:srgbClr val="CC0000"/>
                </a:solidFill>
              </a:rPr>
              <a:t>This occurs since the same symptom can apply to many diseases. </a:t>
            </a:r>
            <a:endParaRPr/>
          </a:p>
          <a:p>
            <a:pPr>
              <a:defRPr/>
            </a:pPr>
            <a:r>
              <a:rPr lang="en-US" sz="2800">
                <a:solidFill>
                  <a:srgbClr val="3333FF"/>
                </a:solidFill>
              </a:rPr>
              <a:t>Challenge - How a doctor </a:t>
            </a:r>
            <a:r>
              <a:rPr lang="en-US" sz="2800">
                <a:solidFill>
                  <a:srgbClr val="3333FF"/>
                </a:solidFill>
                <a:highlight>
                  <a:srgbClr val="FFFF00"/>
                </a:highlight>
              </a:rPr>
              <a:t>concludes a disease</a:t>
            </a:r>
            <a:r>
              <a:rPr lang="en-US" sz="2800">
                <a:solidFill>
                  <a:srgbClr val="3333FF"/>
                </a:solidFill>
              </a:rPr>
              <a:t> from the </a:t>
            </a:r>
            <a:r>
              <a:rPr lang="en-US" sz="2800">
                <a:solidFill>
                  <a:srgbClr val="3333FF"/>
                </a:solidFill>
                <a:highlight>
                  <a:srgbClr val="FFFF00"/>
                </a:highlight>
              </a:rPr>
              <a:t>symptoms</a:t>
            </a:r>
            <a:endParaRPr/>
          </a:p>
          <a:p>
            <a:pPr>
              <a:defRPr/>
            </a:pPr>
            <a:r>
              <a:rPr lang="en-US" sz="2800">
                <a:solidFill>
                  <a:srgbClr val="FF0000"/>
                </a:solidFill>
              </a:rPr>
              <a:t>Here we use the concept of </a:t>
            </a:r>
            <a:r>
              <a:rPr lang="en-US" sz="2800">
                <a:solidFill>
                  <a:srgbClr val="FF0000"/>
                </a:solidFill>
                <a:highlight>
                  <a:srgbClr val="FFFF00"/>
                </a:highlight>
              </a:rPr>
              <a:t>conditional probability </a:t>
            </a:r>
            <a:endParaRPr/>
          </a:p>
          <a:p>
            <a:pPr marL="0" indent="0">
              <a:buFont typeface="Wingdings"/>
              <a:buNone/>
              <a:defRPr/>
            </a:pPr>
            <a:endParaRPr lang="en-US" sz="3200">
              <a:solidFill>
                <a:srgbClr val="FFFF00"/>
              </a:solidFill>
              <a:highlight>
                <a:srgbClr val="000000"/>
              </a:highlight>
            </a:endParaRPr>
          </a:p>
          <a:p>
            <a:pPr marL="0" indent="0">
              <a:buFont typeface="Wingdings"/>
              <a:buNone/>
              <a:defRPr/>
            </a:pPr>
            <a:endParaRPr lang="en-US">
              <a:solidFill>
                <a:srgbClr val="CC0000"/>
              </a:solidFill>
            </a:endParaRPr>
          </a:p>
        </p:txBody>
      </p:sp>
      <p:sp>
        <p:nvSpPr>
          <p:cNvPr id="280137234" name="TextBox 1"/>
          <p:cNvSpPr txBox="1">
            <a:spLocks noChangeArrowheads="1"/>
          </p:cNvSpPr>
          <p:nvPr/>
        </p:nvSpPr>
        <p:spPr bwMode="auto">
          <a:xfrm>
            <a:off x="9829800" y="1524000"/>
            <a:ext cx="3156633" cy="2677656"/>
          </a:xfrm>
          <a:prstGeom prst="rect">
            <a:avLst/>
          </a:prstGeom>
          <a:noFill/>
          <a:ln>
            <a:noFill/>
          </a:ln>
        </p:spPr>
        <p:txBody>
          <a:bodyPr wrap="none">
            <a:spAutoFit/>
          </a:bodyPr>
          <a:lstStyle>
            <a:lvl1pPr>
              <a:defRPr sz="2400">
                <a:solidFill>
                  <a:schemeClr val="tx1"/>
                </a:solidFill>
                <a:latin typeface="Arial"/>
              </a:defRPr>
            </a:lvl1pPr>
            <a:lvl2pPr marL="742950" indent="-285750">
              <a:defRPr sz="2400">
                <a:solidFill>
                  <a:schemeClr val="tx1"/>
                </a:solidFill>
                <a:latin typeface="Arial"/>
              </a:defRPr>
            </a:lvl2pPr>
            <a:lvl3pPr marL="1143000" indent="-228600">
              <a:defRPr sz="2400">
                <a:solidFill>
                  <a:schemeClr val="tx1"/>
                </a:solidFill>
                <a:latin typeface="Arial"/>
              </a:defRPr>
            </a:lvl3pPr>
            <a:lvl4pPr marL="1600200" indent="-228600">
              <a:defRPr sz="2400">
                <a:solidFill>
                  <a:schemeClr val="tx1"/>
                </a:solidFill>
                <a:latin typeface="Arial"/>
              </a:defRPr>
            </a:lvl4pPr>
            <a:lvl5pPr marL="2057400" indent="-228600">
              <a:defRPr sz="2400">
                <a:solidFill>
                  <a:schemeClr val="tx1"/>
                </a:solidFill>
                <a:latin typeface="Arial"/>
              </a:defRPr>
            </a:lvl5pPr>
            <a:lvl6pPr marL="2514600" indent="-228600">
              <a:spcBef>
                <a:spcPts val="0"/>
              </a:spcBef>
              <a:spcAft>
                <a:spcPts val="0"/>
              </a:spcAft>
              <a:defRPr sz="2400">
                <a:solidFill>
                  <a:schemeClr val="tx1"/>
                </a:solidFill>
                <a:latin typeface="Arial"/>
              </a:defRPr>
            </a:lvl6pPr>
            <a:lvl7pPr marL="2971800" indent="-228600">
              <a:spcBef>
                <a:spcPts val="0"/>
              </a:spcBef>
              <a:spcAft>
                <a:spcPts val="0"/>
              </a:spcAft>
              <a:defRPr sz="2400">
                <a:solidFill>
                  <a:schemeClr val="tx1"/>
                </a:solidFill>
                <a:latin typeface="Arial"/>
              </a:defRPr>
            </a:lvl7pPr>
            <a:lvl8pPr marL="3429000" indent="-228600">
              <a:spcBef>
                <a:spcPts val="0"/>
              </a:spcBef>
              <a:spcAft>
                <a:spcPts val="0"/>
              </a:spcAft>
              <a:defRPr sz="2400">
                <a:solidFill>
                  <a:schemeClr val="tx1"/>
                </a:solidFill>
                <a:latin typeface="Arial"/>
              </a:defRPr>
            </a:lvl8pPr>
            <a:lvl9pPr marL="3886200" indent="-228600">
              <a:spcBef>
                <a:spcPts val="0"/>
              </a:spcBef>
              <a:spcAft>
                <a:spcPts val="0"/>
              </a:spcAft>
              <a:defRPr sz="2400">
                <a:solidFill>
                  <a:schemeClr val="tx1"/>
                </a:solidFill>
                <a:latin typeface="Arial"/>
              </a:defRPr>
            </a:lvl9pPr>
          </a:lstStyle>
          <a:p>
            <a:pPr>
              <a:defRPr/>
            </a:pPr>
            <a:r>
              <a:rPr lang="en-US" b="1">
                <a:solidFill>
                  <a:srgbClr val="FFFF00"/>
                </a:solidFill>
              </a:rPr>
              <a:t>During MBBS</a:t>
            </a:r>
            <a:endParaRPr/>
          </a:p>
          <a:p>
            <a:pPr>
              <a:defRPr/>
            </a:pPr>
            <a:r>
              <a:rPr lang="en-US" b="1">
                <a:solidFill>
                  <a:srgbClr val="FFFF00"/>
                </a:solidFill>
              </a:rPr>
              <a:t>Doctor learns</a:t>
            </a:r>
            <a:endParaRPr/>
          </a:p>
          <a:p>
            <a:pPr>
              <a:defRPr/>
            </a:pPr>
            <a:r>
              <a:rPr lang="en-US" b="1">
                <a:solidFill>
                  <a:srgbClr val="FFFF00"/>
                </a:solidFill>
              </a:rPr>
              <a:t>         P(S|D) </a:t>
            </a:r>
            <a:endParaRPr/>
          </a:p>
          <a:p>
            <a:pPr>
              <a:defRPr/>
            </a:pPr>
            <a:r>
              <a:rPr lang="en-US" b="1">
                <a:solidFill>
                  <a:srgbClr val="FFFF00"/>
                </a:solidFill>
              </a:rPr>
              <a:t>But when the doctor</a:t>
            </a:r>
            <a:endParaRPr/>
          </a:p>
          <a:p>
            <a:pPr>
              <a:defRPr/>
            </a:pPr>
            <a:r>
              <a:rPr lang="en-US" b="1">
                <a:solidFill>
                  <a:srgbClr val="FFFF00"/>
                </a:solidFill>
              </a:rPr>
              <a:t> practices he has</a:t>
            </a:r>
            <a:endParaRPr/>
          </a:p>
          <a:p>
            <a:pPr>
              <a:defRPr/>
            </a:pPr>
            <a:r>
              <a:rPr lang="en-US" b="1">
                <a:solidFill>
                  <a:srgbClr val="FFFF00"/>
                </a:solidFill>
              </a:rPr>
              <a:t>to determine</a:t>
            </a:r>
            <a:endParaRPr/>
          </a:p>
          <a:p>
            <a:pPr>
              <a:defRPr/>
            </a:pPr>
            <a:r>
              <a:rPr lang="en-US" b="1">
                <a:solidFill>
                  <a:srgbClr val="FFFF00"/>
                </a:solidFill>
              </a:rPr>
              <a:t>         P(D|S)?</a:t>
            </a:r>
            <a:endParaRPr lang="en-US">
              <a:solidFill>
                <a:srgbClr val="FFFF00"/>
              </a:solidFil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9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2140263406" name="Rectangle 2"/>
          <p:cNvSpPr>
            <a:spLocks noChangeArrowheads="1" noGrp="1"/>
          </p:cNvSpPr>
          <p:nvPr>
            <p:ph type="title"/>
          </p:nvPr>
        </p:nvSpPr>
        <p:spPr bwMode="auto"/>
        <p:txBody>
          <a:bodyPr/>
          <a:lstStyle/>
          <a:p>
            <a:pPr>
              <a:defRPr/>
            </a:pPr>
            <a:r>
              <a:rPr lang="en-US" b="1">
                <a:solidFill>
                  <a:srgbClr val="00B050"/>
                </a:solidFill>
              </a:rPr>
              <a:t>Conditional Probability</a:t>
            </a:r>
            <a:endParaRPr/>
          </a:p>
        </p:txBody>
      </p:sp>
      <p:sp>
        <p:nvSpPr>
          <p:cNvPr id="883307665" name="Text Box 4"/>
          <p:cNvSpPr>
            <a:spLocks noChangeArrowheads="1" noGrp="1"/>
          </p:cNvSpPr>
          <p:nvPr>
            <p:ph type="body" idx="1"/>
          </p:nvPr>
        </p:nvSpPr>
        <p:spPr bwMode="auto">
          <a:xfrm>
            <a:off x="457200" y="1600200"/>
            <a:ext cx="8534400" cy="1295400"/>
          </a:xfrm>
          <a:prstGeom prst="rect">
            <a:avLst/>
          </a:prstGeom>
          <a:solidFill>
            <a:srgbClr val="FFFF00"/>
          </a:solidFill>
          <a:ln>
            <a:solidFill>
              <a:srgbClr val="000000"/>
            </a:solidFill>
            <a:miter lim="800000"/>
            <a:headEnd/>
            <a:tailEnd/>
          </a:ln>
        </p:spPr>
        <p:txBody>
          <a:bodyPr/>
          <a:lstStyle/>
          <a:p>
            <a:pPr>
              <a:defRPr/>
            </a:pPr>
            <a:endParaRPr lang="en-US"/>
          </a:p>
          <a:p>
            <a:pPr>
              <a:defRPr/>
            </a:pPr>
            <a:r>
              <a:rPr lang="en-US" b="1"/>
              <a:t>P(A|B) = P(A</a:t>
            </a:r>
            <a:r>
              <a:rPr lang="en-US" b="1"/>
              <a:t> with </a:t>
            </a:r>
            <a:r>
              <a:rPr lang="en-US" b="1"/>
              <a:t>B)/P(B) = P(A</a:t>
            </a:r>
            <a:r>
              <a:rPr lang="en-GB" sz="3200">
                <a:solidFill>
                  <a:srgbClr val="3333FF"/>
                </a:solidFill>
              </a:rPr>
              <a:t></a:t>
            </a:r>
            <a:r>
              <a:rPr lang="en-US" b="1"/>
              <a:t>B)/P(B) </a:t>
            </a:r>
            <a:endParaRPr/>
          </a:p>
          <a:p>
            <a:pPr>
              <a:defRPr/>
            </a:pPr>
            <a:endParaRPr lang="en-US" b="1"/>
          </a:p>
          <a:p>
            <a:pPr>
              <a:defRPr/>
            </a:pPr>
            <a:endParaRPr lang="en-US" b="1"/>
          </a:p>
        </p:txBody>
      </p:sp>
      <p:sp>
        <p:nvSpPr>
          <p:cNvPr id="2082030992" name="Text Box 5"/>
          <p:cNvSpPr txBox="1">
            <a:spLocks noChangeArrowheads="1"/>
          </p:cNvSpPr>
          <p:nvPr/>
        </p:nvSpPr>
        <p:spPr bwMode="auto">
          <a:xfrm>
            <a:off x="0" y="3200400"/>
            <a:ext cx="9220200" cy="2677656"/>
          </a:xfrm>
          <a:prstGeom prst="rect">
            <a:avLst/>
          </a:prstGeom>
          <a:noFill/>
          <a:ln>
            <a:noFill/>
          </a:ln>
        </p:spPr>
        <p:txBody>
          <a:bodyPr>
            <a:spAutoFit/>
          </a:bodyPr>
          <a:lstStyle>
            <a:lvl1pPr>
              <a:spcBef>
                <a:spcPts val="0"/>
              </a:spcBef>
              <a:buClr>
                <a:schemeClr val="accent1"/>
              </a:buClr>
              <a:buSzPct val="65000"/>
              <a:buFont typeface="Wingdings"/>
              <a:buChar char="n"/>
              <a:defRPr sz="3000">
                <a:solidFill>
                  <a:schemeClr val="tx1"/>
                </a:solidFill>
                <a:latin typeface="Arial"/>
              </a:defRPr>
            </a:lvl1pPr>
            <a:lvl2pPr marL="742950" indent="-285750">
              <a:spcBef>
                <a:spcPts val="0"/>
              </a:spcBef>
              <a:buClr>
                <a:schemeClr val="accent2"/>
              </a:buClr>
              <a:buSzPct val="60000"/>
              <a:buFont typeface="Wingdings"/>
              <a:buChar char="q"/>
              <a:defRPr sz="2600">
                <a:solidFill>
                  <a:schemeClr val="tx1"/>
                </a:solidFill>
                <a:latin typeface="Arial"/>
              </a:defRPr>
            </a:lvl2pPr>
            <a:lvl3pPr marL="1143000" indent="-228600">
              <a:spcBef>
                <a:spcPts val="0"/>
              </a:spcBef>
              <a:buClr>
                <a:schemeClr val="accent1"/>
              </a:buClr>
              <a:buSzPct val="65000"/>
              <a:buFont typeface="Wingdings"/>
              <a:buChar char="n"/>
              <a:defRPr sz="2200">
                <a:solidFill>
                  <a:schemeClr val="tx1"/>
                </a:solidFill>
                <a:latin typeface="Arial"/>
              </a:defRPr>
            </a:lvl3pPr>
            <a:lvl4pPr marL="1600200" indent="-228600">
              <a:spcBef>
                <a:spcPts val="0"/>
              </a:spcBef>
              <a:buClr>
                <a:schemeClr val="accent2"/>
              </a:buClr>
              <a:buSzPct val="70000"/>
              <a:buFont typeface="Wingdings"/>
              <a:buChar char="q"/>
              <a:defRPr sz="2000">
                <a:solidFill>
                  <a:schemeClr val="tx1"/>
                </a:solidFill>
                <a:latin typeface="Arial"/>
              </a:defRPr>
            </a:lvl4pPr>
            <a:lvl5pPr marL="2057400" indent="-228600">
              <a:spcBef>
                <a:spcPts val="0"/>
              </a:spcBef>
              <a:buClr>
                <a:schemeClr val="accent1"/>
              </a:buClr>
              <a:buSzPct val="75000"/>
              <a:buFont typeface="Wingdings"/>
              <a:buChar char="§"/>
              <a:defRPr sz="2000">
                <a:solidFill>
                  <a:schemeClr val="tx1"/>
                </a:solidFill>
                <a:latin typeface="Arial"/>
              </a:defRPr>
            </a:lvl5pPr>
            <a:lvl6pPr marL="2514600" indent="-228600">
              <a:spcBef>
                <a:spcPts val="0"/>
              </a:spcBef>
              <a:spcAft>
                <a:spcPts val="0"/>
              </a:spcAft>
              <a:buClr>
                <a:schemeClr val="accent1"/>
              </a:buClr>
              <a:buSzPct val="75000"/>
              <a:buFont typeface="Wingdings"/>
              <a:buChar char="§"/>
              <a:defRPr sz="2000">
                <a:solidFill>
                  <a:schemeClr val="tx1"/>
                </a:solidFill>
                <a:latin typeface="Arial"/>
              </a:defRPr>
            </a:lvl6pPr>
            <a:lvl7pPr marL="2971800" indent="-228600">
              <a:spcBef>
                <a:spcPts val="0"/>
              </a:spcBef>
              <a:spcAft>
                <a:spcPts val="0"/>
              </a:spcAft>
              <a:buClr>
                <a:schemeClr val="accent1"/>
              </a:buClr>
              <a:buSzPct val="75000"/>
              <a:buFont typeface="Wingdings"/>
              <a:buChar char="§"/>
              <a:defRPr sz="2000">
                <a:solidFill>
                  <a:schemeClr val="tx1"/>
                </a:solidFill>
                <a:latin typeface="Arial"/>
              </a:defRPr>
            </a:lvl7pPr>
            <a:lvl8pPr marL="3429000" indent="-228600">
              <a:spcBef>
                <a:spcPts val="0"/>
              </a:spcBef>
              <a:spcAft>
                <a:spcPts val="0"/>
              </a:spcAft>
              <a:buClr>
                <a:schemeClr val="accent1"/>
              </a:buClr>
              <a:buSzPct val="75000"/>
              <a:buFont typeface="Wingdings"/>
              <a:buChar char="§"/>
              <a:defRPr sz="2000">
                <a:solidFill>
                  <a:schemeClr val="tx1"/>
                </a:solidFill>
                <a:latin typeface="Arial"/>
              </a:defRPr>
            </a:lvl8pPr>
            <a:lvl9pPr marL="3886200" indent="-228600">
              <a:spcBef>
                <a:spcPts val="0"/>
              </a:spcBef>
              <a:spcAft>
                <a:spcPts val="0"/>
              </a:spcAft>
              <a:buClr>
                <a:schemeClr val="accent1"/>
              </a:buClr>
              <a:buSzPct val="75000"/>
              <a:buFont typeface="Wingdings"/>
              <a:buChar char="§"/>
              <a:defRPr sz="2000">
                <a:solidFill>
                  <a:schemeClr val="tx1"/>
                </a:solidFill>
                <a:latin typeface="Arial"/>
              </a:defRPr>
            </a:lvl9pPr>
          </a:lstStyle>
          <a:p>
            <a:pPr>
              <a:spcBef>
                <a:spcPts val="0"/>
              </a:spcBef>
              <a:buClrTx/>
              <a:buSzTx/>
              <a:buFontTx/>
              <a:buNone/>
              <a:defRPr/>
            </a:pPr>
            <a:r>
              <a:rPr lang="en-US" sz="2800">
                <a:solidFill>
                  <a:srgbClr val="3333FF"/>
                </a:solidFill>
              </a:rPr>
              <a:t>When B has happened, there can be many subsequent events like A, C, D,…..Therefore we isolate A with B as above.</a:t>
            </a:r>
            <a:endParaRPr/>
          </a:p>
          <a:p>
            <a:pPr>
              <a:spcBef>
                <a:spcPts val="0"/>
              </a:spcBef>
              <a:buClrTx/>
              <a:buSzTx/>
              <a:buFontTx/>
              <a:buNone/>
              <a:defRPr/>
            </a:pPr>
            <a:endParaRPr lang="en-US" sz="2800">
              <a:solidFill>
                <a:srgbClr val="3333FF"/>
              </a:solidFill>
            </a:endParaRPr>
          </a:p>
          <a:p>
            <a:pPr>
              <a:spcBef>
                <a:spcPts val="0"/>
              </a:spcBef>
              <a:buClrTx/>
              <a:buSzTx/>
              <a:buFontTx/>
              <a:buNone/>
              <a:defRPr/>
            </a:pPr>
            <a:r>
              <a:rPr lang="en-US" sz="2800">
                <a:solidFill>
                  <a:srgbClr val="3333FF"/>
                </a:solidFill>
              </a:rPr>
              <a:t>P(A|B) = P(A ^ B)/P(B)</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9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132962601" name="Rectangle 128"/>
          <p:cNvSpPr>
            <a:spLocks noChangeArrowheads="1" noGrp="1"/>
          </p:cNvSpPr>
          <p:nvPr>
            <p:ph type="title"/>
          </p:nvPr>
        </p:nvSpPr>
        <p:spPr bwMode="auto"/>
        <p:txBody>
          <a:bodyPr/>
          <a:lstStyle/>
          <a:p>
            <a:pPr>
              <a:defRPr/>
            </a:pPr>
            <a:r>
              <a:rPr lang="en-US" b="1">
                <a:solidFill>
                  <a:srgbClr val="00B050"/>
                </a:solidFill>
              </a:rPr>
              <a:t>Example 13  </a:t>
            </a:r>
            <a:endParaRPr/>
          </a:p>
        </p:txBody>
      </p:sp>
      <p:graphicFrame>
        <p:nvGraphicFramePr>
          <p:cNvPr id="1490840349" name="Group 142"/>
          <p:cNvGraphicFramePr>
            <a:graphicFrameLocks xmlns:a="http://schemas.openxmlformats.org/drawingml/2006/main" noGrp="1"/>
          </p:cNvGraphicFramePr>
          <p:nvPr>
            <p:ph idx="1"/>
          </p:nvPr>
        </p:nvGraphicFramePr>
        <p:xfrm>
          <a:off x="761998" y="2354263"/>
          <a:ext cx="7010401" cy="2354946"/>
        </p:xfrm>
        <a:graphic>
          <a:graphicData uri="http://schemas.openxmlformats.org/drawingml/2006/table">
            <a:tbl>
              <a:tblPr firstRow="0" firstCol="0" lastRow="0" lastCol="0" bandRow="0" bandCol="0"/>
              <a:tblGrid>
                <a:gridCol w="1402351"/>
                <a:gridCol w="1400999"/>
                <a:gridCol w="1402350"/>
                <a:gridCol w="1400999"/>
                <a:gridCol w="1403702"/>
              </a:tblGrid>
              <a:tr h="144415">
                <a:tc>
                  <a:txBody>
                    <a:bodyPr/>
                    <a:p>
                      <a:pPr marL="0" marR="0" lvl="0" indent="0" algn="l" defTabSz="914400">
                        <a:lnSpc>
                          <a:spcPct val="100000"/>
                        </a:lnSpc>
                        <a:spcBef>
                          <a:spcPts val="0"/>
                        </a:spcBef>
                        <a:spcAft>
                          <a:spcPts val="0"/>
                        </a:spcAft>
                        <a:buClr>
                          <a:schemeClr val="accent1"/>
                        </a:buClr>
                        <a:buSzPct val="65000"/>
                        <a:buFont typeface="Wingdings"/>
                        <a:buNone/>
                        <a:defRPr/>
                      </a:pPr>
                      <a:endParaRPr lang="en-US" sz="2600" b="0" i="0" u="none" strike="noStrike" cap="none">
                        <a:ln>
                          <a:noFill/>
                        </a:ln>
                        <a:solidFill>
                          <a:schemeClr val="tx1"/>
                        </a:solidFill>
                        <a:latin typeface="Arial"/>
                      </a:endParaRPr>
                    </a:p>
                  </a:txBody>
                  <a:tcPr>
                    <a:lnL w="12700" algn="ctr">
                      <a:solidFill>
                        <a:srgbClr val="000000"/>
                      </a:solidFill>
                    </a:lnL>
                    <a:lnR w="12700" algn="ctr">
                      <a:solidFill>
                        <a:srgbClr val="000000"/>
                      </a:solidFill>
                    </a:lnR>
                    <a:lnT w="12700" algn="ctr">
                      <a:solidFill>
                        <a:srgbClr val="000000"/>
                      </a:solidFill>
                    </a:lnT>
                    <a:lnB w="12700" algn="ctr">
                      <a:solidFill>
                        <a:srgbClr val="000000"/>
                      </a:solidFill>
                    </a:lnB>
                    <a:noFill/>
                  </a:tcPr>
                </a:tc>
                <a:tc gridSpan="2">
                  <a:txBody>
                    <a:bodyPr/>
                    <a:p>
                      <a:pPr marL="342900" marR="0" lvl="0" indent="-342900" algn="ctr" defTabSz="914400">
                        <a:lnSpc>
                          <a:spcPct val="100000"/>
                        </a:lnSpc>
                        <a:spcBef>
                          <a:spcPts val="0"/>
                        </a:spcBef>
                        <a:spcAft>
                          <a:spcPts val="0"/>
                        </a:spcAft>
                        <a:buClrTx/>
                        <a:buSzTx/>
                        <a:buFontTx/>
                        <a:buNone/>
                        <a:defRPr/>
                      </a:pPr>
                      <a:r>
                        <a:rPr lang="en-GB" sz="2800" b="0" i="0" u="none" strike="noStrike" cap="none">
                          <a:ln>
                            <a:noFill/>
                          </a:ln>
                          <a:solidFill>
                            <a:schemeClr val="tx1"/>
                          </a:solidFill>
                          <a:latin typeface="Trebuchet MS"/>
                          <a:cs typeface="Times New Roman"/>
                        </a:rPr>
                        <a:t>Toothache</a:t>
                      </a:r>
                      <a:endParaRPr lang="en-GB" sz="2800" b="0" i="0" u="none" strike="noStrike" cap="none">
                        <a:ln>
                          <a:noFill/>
                        </a:ln>
                        <a:solidFill>
                          <a:schemeClr val="tx1"/>
                        </a:solidFill>
                        <a:latin typeface="Arial"/>
                      </a:endParaRPr>
                    </a:p>
                  </a:txBody>
                  <a:tcPr>
                    <a:lnL w="12700" algn="ctr">
                      <a:solidFill>
                        <a:srgbClr val="000000"/>
                      </a:solidFill>
                    </a:lnL>
                    <a:lnR w="12700" algn="ctr">
                      <a:solidFill>
                        <a:srgbClr val="000000"/>
                      </a:solidFill>
                    </a:lnR>
                    <a:lnT w="12700" algn="ctr">
                      <a:solidFill>
                        <a:srgbClr val="000000"/>
                      </a:solidFill>
                    </a:lnT>
                    <a:lnB w="12700" algn="ctr">
                      <a:solidFill>
                        <a:srgbClr val="000000"/>
                      </a:solidFill>
                    </a:lnB>
                    <a:solidFill>
                      <a:srgbClr val="FF66CC"/>
                    </a:solidFill>
                  </a:tcPr>
                </a:tc>
                <a:tc hMerge="1">
                  <a:txBody>
                    <a:bodyPr/>
                    <a:p>
                      <a:endParaRPr/>
                    </a:p>
                  </a:txBody>
                </a:tc>
                <a:tc gridSpan="2">
                  <a:txBody>
                    <a:bodyPr/>
                    <a:p>
                      <a:pPr marL="342900" marR="0" lvl="0" indent="-342900" algn="ctr" defTabSz="914400">
                        <a:lnSpc>
                          <a:spcPct val="100000"/>
                        </a:lnSpc>
                        <a:spcBef>
                          <a:spcPts val="0"/>
                        </a:spcBef>
                        <a:spcAft>
                          <a:spcPts val="0"/>
                        </a:spcAft>
                        <a:buClrTx/>
                        <a:buSzTx/>
                        <a:buFontTx/>
                        <a:buNone/>
                        <a:defRPr/>
                      </a:pPr>
                      <a:r>
                        <a:rPr lang="en-GB" sz="2800" b="0" i="0" u="none" strike="noStrike" cap="none">
                          <a:ln>
                            <a:noFill/>
                          </a:ln>
                          <a:solidFill>
                            <a:schemeClr val="tx1"/>
                          </a:solidFill>
                          <a:latin typeface="Trebuchet MS"/>
                          <a:cs typeface="Times New Roman"/>
                        </a:rPr>
                        <a:t></a:t>
                      </a:r>
                      <a:r>
                        <a:rPr lang="en-GB" sz="2800" b="0" i="0" u="none" strike="noStrike" cap="none">
                          <a:ln>
                            <a:noFill/>
                          </a:ln>
                          <a:solidFill>
                            <a:schemeClr val="tx1"/>
                          </a:solidFill>
                          <a:latin typeface="Trebuchet MS"/>
                          <a:cs typeface="Times New Roman"/>
                        </a:rPr>
                        <a:t>toothache</a:t>
                      </a:r>
                      <a:endParaRPr lang="en-GB" sz="2800" b="0" i="0" u="none" strike="noStrike" cap="none">
                        <a:ln>
                          <a:noFill/>
                        </a:ln>
                        <a:solidFill>
                          <a:schemeClr val="tx1"/>
                        </a:solidFill>
                        <a:latin typeface="Trebuchet MS"/>
                        <a:cs typeface="Times New Roman"/>
                      </a:endParaRPr>
                    </a:p>
                  </a:txBody>
                  <a:tcPr>
                    <a:lnL w="12700" algn="ctr">
                      <a:solidFill>
                        <a:srgbClr val="000000"/>
                      </a:solidFill>
                    </a:lnL>
                    <a:lnR w="12700" algn="ctr">
                      <a:solidFill>
                        <a:srgbClr val="000000"/>
                      </a:solidFill>
                    </a:lnR>
                    <a:lnT w="12700" algn="ctr">
                      <a:solidFill>
                        <a:srgbClr val="000000"/>
                      </a:solidFill>
                    </a:lnT>
                    <a:lnB w="12700" algn="ctr">
                      <a:solidFill>
                        <a:srgbClr val="000000"/>
                      </a:solidFill>
                    </a:lnB>
                    <a:solidFill>
                      <a:srgbClr val="CC99FF"/>
                    </a:solidFill>
                  </a:tcPr>
                </a:tc>
                <a:tc hMerge="1">
                  <a:txBody>
                    <a:bodyPr/>
                    <a:p>
                      <a:endParaRPr/>
                    </a:p>
                  </a:txBody>
                </a:tc>
              </a:tr>
              <a:tr h="524189">
                <a:tc>
                  <a:txBody>
                    <a:bodyPr/>
                    <a:p>
                      <a:pPr marL="0" marR="0" lvl="0" indent="0" algn="l" defTabSz="914400">
                        <a:lnSpc>
                          <a:spcPct val="100000"/>
                        </a:lnSpc>
                        <a:spcBef>
                          <a:spcPts val="0"/>
                        </a:spcBef>
                        <a:spcAft>
                          <a:spcPts val="0"/>
                        </a:spcAft>
                        <a:buClr>
                          <a:schemeClr val="accent1"/>
                        </a:buClr>
                        <a:buSzPct val="65000"/>
                        <a:buFont typeface="Wingdings"/>
                        <a:buNone/>
                        <a:defRPr/>
                      </a:pPr>
                      <a:endParaRPr lang="en-US" sz="2800" b="0" i="0" u="none" strike="noStrike" cap="none">
                        <a:ln>
                          <a:noFill/>
                        </a:ln>
                        <a:solidFill>
                          <a:schemeClr val="tx1"/>
                        </a:solidFill>
                        <a:latin typeface="Arial"/>
                      </a:endParaRPr>
                    </a:p>
                  </a:txBody>
                  <a:tcPr>
                    <a:lnL w="12700" algn="ctr">
                      <a:solidFill>
                        <a:srgbClr val="000000"/>
                      </a:solidFill>
                    </a:lnL>
                    <a:lnR w="12700" algn="ctr">
                      <a:solidFill>
                        <a:srgbClr val="000000"/>
                      </a:solidFill>
                    </a:lnR>
                    <a:lnT w="12700" algn="ctr">
                      <a:solidFill>
                        <a:srgbClr val="000000"/>
                      </a:solidFill>
                    </a:lnT>
                    <a:lnB w="12700" algn="ctr">
                      <a:solidFill>
                        <a:srgbClr val="000000"/>
                      </a:solidFill>
                    </a:lnB>
                    <a:noFill/>
                  </a:tcPr>
                </a:tc>
                <a:tc>
                  <a:txBody>
                    <a:bodyPr/>
                    <a:p>
                      <a:pPr marL="342900" marR="0" lvl="0" indent="-342900" algn="ctr" defTabSz="914400">
                        <a:lnSpc>
                          <a:spcPct val="100000"/>
                        </a:lnSpc>
                        <a:spcBef>
                          <a:spcPts val="0"/>
                        </a:spcBef>
                        <a:spcAft>
                          <a:spcPts val="0"/>
                        </a:spcAft>
                        <a:buClrTx/>
                        <a:buSzTx/>
                        <a:buFontTx/>
                        <a:buNone/>
                        <a:defRPr/>
                      </a:pPr>
                      <a:r>
                        <a:rPr lang="en-GB" sz="2800" b="0" i="0" u="none" strike="noStrike" cap="none">
                          <a:ln>
                            <a:noFill/>
                          </a:ln>
                          <a:solidFill>
                            <a:schemeClr val="tx1"/>
                          </a:solidFill>
                          <a:latin typeface="Trebuchet MS"/>
                          <a:cs typeface="Times New Roman"/>
                        </a:rPr>
                        <a:t>catch</a:t>
                      </a:r>
                      <a:endParaRPr lang="en-GB" sz="2800" b="0" i="0" u="none" strike="noStrike" cap="none">
                        <a:ln>
                          <a:noFill/>
                        </a:ln>
                        <a:solidFill>
                          <a:schemeClr val="tx1"/>
                        </a:solidFill>
                        <a:latin typeface="Arial"/>
                      </a:endParaRPr>
                    </a:p>
                  </a:txBody>
                  <a:tcPr>
                    <a:lnL w="12700" algn="ctr">
                      <a:solidFill>
                        <a:srgbClr val="000000"/>
                      </a:solidFill>
                    </a:lnL>
                    <a:lnR w="12700" algn="ctr">
                      <a:solidFill>
                        <a:srgbClr val="000000"/>
                      </a:solidFill>
                    </a:lnR>
                    <a:lnT w="12700" algn="ctr">
                      <a:solidFill>
                        <a:srgbClr val="000000"/>
                      </a:solidFill>
                    </a:lnT>
                    <a:lnB w="12700" algn="ctr">
                      <a:solidFill>
                        <a:srgbClr val="000000"/>
                      </a:solidFill>
                    </a:lnB>
                    <a:solidFill>
                      <a:srgbClr val="CCFFFF"/>
                    </a:solidFill>
                  </a:tcPr>
                </a:tc>
                <a:tc>
                  <a:txBody>
                    <a:bodyPr/>
                    <a:p>
                      <a:pPr marL="342900" marR="0" lvl="0" indent="-342900" algn="ctr" defTabSz="914400">
                        <a:lnSpc>
                          <a:spcPct val="100000"/>
                        </a:lnSpc>
                        <a:spcBef>
                          <a:spcPts val="0"/>
                        </a:spcBef>
                        <a:spcAft>
                          <a:spcPts val="0"/>
                        </a:spcAft>
                        <a:buClrTx/>
                        <a:buSzTx/>
                        <a:buFontTx/>
                        <a:buNone/>
                        <a:defRPr/>
                      </a:pPr>
                      <a:r>
                        <a:rPr lang="en-GB" sz="2800" b="0" i="0" u="none" strike="noStrike" cap="none">
                          <a:ln>
                            <a:noFill/>
                          </a:ln>
                          <a:solidFill>
                            <a:schemeClr val="tx1"/>
                          </a:solidFill>
                          <a:latin typeface="Trebuchet MS"/>
                          <a:cs typeface="Times New Roman"/>
                        </a:rPr>
                        <a:t></a:t>
                      </a:r>
                      <a:r>
                        <a:rPr lang="en-GB" sz="2800" b="0" i="0" u="none" strike="noStrike" cap="none">
                          <a:ln>
                            <a:noFill/>
                          </a:ln>
                          <a:solidFill>
                            <a:schemeClr val="tx1"/>
                          </a:solidFill>
                          <a:latin typeface="Trebuchet MS"/>
                          <a:cs typeface="Times New Roman"/>
                        </a:rPr>
                        <a:t>catch</a:t>
                      </a:r>
                      <a:endParaRPr lang="en-GB" sz="2800" b="0" i="0" u="none" strike="noStrike" cap="none">
                        <a:ln>
                          <a:noFill/>
                        </a:ln>
                        <a:solidFill>
                          <a:schemeClr val="tx1"/>
                        </a:solidFill>
                        <a:latin typeface="Trebuchet MS"/>
                        <a:cs typeface="Times New Roman"/>
                      </a:endParaRPr>
                    </a:p>
                  </a:txBody>
                  <a:tcPr>
                    <a:lnL w="12700" algn="ctr">
                      <a:solidFill>
                        <a:srgbClr val="000000"/>
                      </a:solidFill>
                    </a:lnL>
                    <a:lnR w="12700" algn="ctr">
                      <a:solidFill>
                        <a:srgbClr val="000000"/>
                      </a:solidFill>
                    </a:lnR>
                    <a:lnT w="12700" algn="ctr">
                      <a:solidFill>
                        <a:srgbClr val="000000"/>
                      </a:solidFill>
                    </a:lnT>
                    <a:lnB w="12700" algn="ctr">
                      <a:solidFill>
                        <a:srgbClr val="000000"/>
                      </a:solidFill>
                    </a:lnB>
                    <a:solidFill>
                      <a:srgbClr val="CCFFFF"/>
                    </a:solidFill>
                  </a:tcPr>
                </a:tc>
                <a:tc>
                  <a:txBody>
                    <a:bodyPr/>
                    <a:p>
                      <a:pPr marL="342900" marR="0" lvl="0" indent="-342900" algn="ctr" defTabSz="914400">
                        <a:lnSpc>
                          <a:spcPct val="100000"/>
                        </a:lnSpc>
                        <a:spcBef>
                          <a:spcPts val="0"/>
                        </a:spcBef>
                        <a:spcAft>
                          <a:spcPts val="0"/>
                        </a:spcAft>
                        <a:buClrTx/>
                        <a:buSzTx/>
                        <a:buFontTx/>
                        <a:buNone/>
                        <a:defRPr/>
                      </a:pPr>
                      <a:r>
                        <a:rPr lang="en-GB" sz="2800" b="0" i="0" u="none" strike="noStrike" cap="none">
                          <a:ln>
                            <a:noFill/>
                          </a:ln>
                          <a:solidFill>
                            <a:schemeClr val="tx1"/>
                          </a:solidFill>
                          <a:latin typeface="Trebuchet MS"/>
                          <a:cs typeface="Times New Roman"/>
                        </a:rPr>
                        <a:t>catch</a:t>
                      </a:r>
                      <a:endParaRPr lang="en-GB" sz="2800" b="0" i="0" u="none" strike="noStrike" cap="none">
                        <a:ln>
                          <a:noFill/>
                        </a:ln>
                        <a:solidFill>
                          <a:schemeClr val="tx1"/>
                        </a:solidFill>
                        <a:latin typeface="Arial"/>
                      </a:endParaRPr>
                    </a:p>
                  </a:txBody>
                  <a:tcPr>
                    <a:lnL w="12700" algn="ctr">
                      <a:solidFill>
                        <a:srgbClr val="000000"/>
                      </a:solidFill>
                    </a:lnL>
                    <a:lnR w="12700" algn="ctr">
                      <a:solidFill>
                        <a:srgbClr val="000000"/>
                      </a:solidFill>
                    </a:lnR>
                    <a:lnT w="12700" algn="ctr">
                      <a:solidFill>
                        <a:srgbClr val="000000"/>
                      </a:solidFill>
                    </a:lnT>
                    <a:lnB w="12700" algn="ctr">
                      <a:solidFill>
                        <a:srgbClr val="000000"/>
                      </a:solidFill>
                    </a:lnB>
                    <a:solidFill>
                      <a:srgbClr val="CCFFCC"/>
                    </a:solidFill>
                  </a:tcPr>
                </a:tc>
                <a:tc>
                  <a:txBody>
                    <a:bodyPr/>
                    <a:p>
                      <a:pPr marL="342900" marR="0" lvl="0" indent="-342900" algn="ctr" defTabSz="914400">
                        <a:lnSpc>
                          <a:spcPct val="100000"/>
                        </a:lnSpc>
                        <a:spcBef>
                          <a:spcPts val="0"/>
                        </a:spcBef>
                        <a:spcAft>
                          <a:spcPts val="0"/>
                        </a:spcAft>
                        <a:buClrTx/>
                        <a:buSzTx/>
                        <a:buFontTx/>
                        <a:buNone/>
                        <a:defRPr/>
                      </a:pPr>
                      <a:r>
                        <a:rPr lang="en-GB" sz="2800" b="0" i="0" u="none" strike="noStrike" cap="none">
                          <a:ln>
                            <a:noFill/>
                          </a:ln>
                          <a:solidFill>
                            <a:schemeClr val="tx1"/>
                          </a:solidFill>
                          <a:latin typeface="Trebuchet MS"/>
                          <a:cs typeface="Times New Roman"/>
                        </a:rPr>
                        <a:t></a:t>
                      </a:r>
                      <a:r>
                        <a:rPr lang="en-GB" sz="2800" b="0" i="0" u="none" strike="noStrike" cap="none">
                          <a:ln>
                            <a:noFill/>
                          </a:ln>
                          <a:solidFill>
                            <a:schemeClr val="tx1"/>
                          </a:solidFill>
                          <a:latin typeface="Trebuchet MS"/>
                          <a:cs typeface="Times New Roman"/>
                        </a:rPr>
                        <a:t>catch</a:t>
                      </a:r>
                      <a:endParaRPr lang="en-GB" sz="2800" b="0" i="0" u="none" strike="noStrike" cap="none">
                        <a:ln>
                          <a:noFill/>
                        </a:ln>
                        <a:solidFill>
                          <a:schemeClr val="tx1"/>
                        </a:solidFill>
                        <a:latin typeface="Trebuchet MS"/>
                        <a:cs typeface="Times New Roman"/>
                      </a:endParaRPr>
                    </a:p>
                  </a:txBody>
                  <a:tcPr>
                    <a:lnL w="12700" algn="ctr">
                      <a:solidFill>
                        <a:srgbClr val="000000"/>
                      </a:solidFill>
                    </a:lnL>
                    <a:lnR w="12700" algn="ctr">
                      <a:solidFill>
                        <a:srgbClr val="000000"/>
                      </a:solidFill>
                    </a:lnR>
                    <a:lnT w="12700" algn="ctr">
                      <a:solidFill>
                        <a:srgbClr val="000000"/>
                      </a:solidFill>
                    </a:lnT>
                    <a:lnB w="12700" algn="ctr">
                      <a:solidFill>
                        <a:srgbClr val="000000"/>
                      </a:solidFill>
                    </a:lnB>
                    <a:solidFill>
                      <a:srgbClr val="CCFFCC"/>
                    </a:solidFill>
                  </a:tcPr>
                </a:tc>
              </a:tr>
              <a:tr h="563382">
                <a:tc>
                  <a:txBody>
                    <a:bodyPr/>
                    <a:p>
                      <a:pPr marL="342900" marR="0" lvl="0" indent="-342900" algn="ctr" defTabSz="914400">
                        <a:lnSpc>
                          <a:spcPct val="100000"/>
                        </a:lnSpc>
                        <a:spcBef>
                          <a:spcPts val="0"/>
                        </a:spcBef>
                        <a:spcAft>
                          <a:spcPts val="0"/>
                        </a:spcAft>
                        <a:buClrTx/>
                        <a:buSzTx/>
                        <a:buFontTx/>
                        <a:buNone/>
                        <a:defRPr/>
                      </a:pPr>
                      <a:r>
                        <a:rPr lang="en-GB" sz="2800" b="0" i="0" u="none" strike="noStrike" cap="none">
                          <a:ln>
                            <a:noFill/>
                          </a:ln>
                          <a:solidFill>
                            <a:schemeClr val="tx1"/>
                          </a:solidFill>
                          <a:latin typeface="Trebuchet MS"/>
                          <a:cs typeface="Times New Roman"/>
                        </a:rPr>
                        <a:t>cavity</a:t>
                      </a:r>
                      <a:endParaRPr lang="en-GB" sz="2800" b="0" i="0" u="none" strike="noStrike" cap="none">
                        <a:ln>
                          <a:noFill/>
                        </a:ln>
                        <a:solidFill>
                          <a:schemeClr val="tx1"/>
                        </a:solidFill>
                        <a:latin typeface="Arial"/>
                      </a:endParaRPr>
                    </a:p>
                  </a:txBody>
                  <a:tcPr>
                    <a:lnL w="12700" algn="ctr">
                      <a:solidFill>
                        <a:srgbClr val="000000"/>
                      </a:solidFill>
                    </a:lnL>
                    <a:lnR w="12700" algn="ctr">
                      <a:solidFill>
                        <a:srgbClr val="000000"/>
                      </a:solidFill>
                    </a:lnR>
                    <a:lnT w="12700" algn="ctr">
                      <a:solidFill>
                        <a:srgbClr val="000000"/>
                      </a:solidFill>
                    </a:lnT>
                    <a:lnB w="12700" algn="ctr">
                      <a:solidFill>
                        <a:srgbClr val="000000"/>
                      </a:solidFill>
                    </a:lnB>
                    <a:solidFill>
                      <a:srgbClr val="FFFF99"/>
                    </a:solidFill>
                  </a:tcPr>
                </a:tc>
                <a:tc>
                  <a:txBody>
                    <a:bodyPr/>
                    <a:p>
                      <a:pPr marL="342900" marR="0" lvl="0" indent="-342900" algn="ctr" defTabSz="914400">
                        <a:lnSpc>
                          <a:spcPct val="100000"/>
                        </a:lnSpc>
                        <a:spcBef>
                          <a:spcPts val="0"/>
                        </a:spcBef>
                        <a:spcAft>
                          <a:spcPts val="0"/>
                        </a:spcAft>
                        <a:buClrTx/>
                        <a:buSzTx/>
                        <a:buFontTx/>
                        <a:buNone/>
                        <a:defRPr/>
                      </a:pPr>
                      <a:r>
                        <a:rPr lang="en-GB" sz="2800" b="0" i="0" u="none" strike="noStrike" cap="none">
                          <a:ln>
                            <a:noFill/>
                          </a:ln>
                          <a:solidFill>
                            <a:srgbClr val="0070C0"/>
                          </a:solidFill>
                          <a:latin typeface="Trebuchet MS"/>
                          <a:cs typeface="Times New Roman"/>
                        </a:rPr>
                        <a:t>0.108</a:t>
                      </a:r>
                      <a:endParaRPr lang="en-GB" sz="2800" b="0" i="0" u="none" strike="noStrike" cap="none">
                        <a:ln>
                          <a:noFill/>
                        </a:ln>
                        <a:solidFill>
                          <a:srgbClr val="0070C0"/>
                        </a:solidFill>
                        <a:latin typeface="Arial"/>
                      </a:endParaRPr>
                    </a:p>
                  </a:txBody>
                  <a:tcPr>
                    <a:lnL w="12700" algn="ctr">
                      <a:solidFill>
                        <a:srgbClr val="000000"/>
                      </a:solidFill>
                    </a:lnL>
                    <a:lnR w="12700" algn="ctr">
                      <a:solidFill>
                        <a:srgbClr val="000000"/>
                      </a:solidFill>
                    </a:lnR>
                    <a:lnT w="12700" algn="ctr">
                      <a:solidFill>
                        <a:srgbClr val="000000"/>
                      </a:solidFill>
                    </a:lnT>
                    <a:lnB w="12700" algn="ctr">
                      <a:solidFill>
                        <a:srgbClr val="000000"/>
                      </a:solidFill>
                    </a:lnB>
                    <a:solidFill>
                      <a:srgbClr val="CCFFFF"/>
                    </a:solidFill>
                  </a:tcPr>
                </a:tc>
                <a:tc>
                  <a:txBody>
                    <a:bodyPr/>
                    <a:p>
                      <a:pPr marL="342900" marR="0" lvl="0" indent="-342900" algn="ctr" defTabSz="914400">
                        <a:lnSpc>
                          <a:spcPct val="100000"/>
                        </a:lnSpc>
                        <a:spcBef>
                          <a:spcPts val="0"/>
                        </a:spcBef>
                        <a:spcAft>
                          <a:spcPts val="0"/>
                        </a:spcAft>
                        <a:buClrTx/>
                        <a:buSzTx/>
                        <a:buFontTx/>
                        <a:buNone/>
                        <a:defRPr/>
                      </a:pPr>
                      <a:r>
                        <a:rPr lang="en-GB" sz="2800" b="0" i="0" u="none" strike="noStrike" cap="none">
                          <a:ln>
                            <a:noFill/>
                          </a:ln>
                          <a:solidFill>
                            <a:schemeClr val="tx1"/>
                          </a:solidFill>
                          <a:highlight>
                            <a:srgbClr val="FFFF00"/>
                          </a:highlight>
                          <a:latin typeface="Trebuchet MS"/>
                          <a:cs typeface="Times New Roman"/>
                        </a:rPr>
                        <a:t>0.012</a:t>
                      </a:r>
                      <a:endParaRPr lang="en-GB" sz="2800" b="0" i="0" u="none" strike="noStrike" cap="none">
                        <a:ln>
                          <a:noFill/>
                        </a:ln>
                        <a:solidFill>
                          <a:schemeClr val="tx1"/>
                        </a:solidFill>
                        <a:highlight>
                          <a:srgbClr val="FFFF00"/>
                        </a:highlight>
                        <a:latin typeface="Arial"/>
                      </a:endParaRPr>
                    </a:p>
                  </a:txBody>
                  <a:tcPr>
                    <a:lnL w="12700" algn="ctr">
                      <a:solidFill>
                        <a:srgbClr val="000000"/>
                      </a:solidFill>
                    </a:lnL>
                    <a:lnR w="12700" algn="ctr">
                      <a:solidFill>
                        <a:srgbClr val="000000"/>
                      </a:solidFill>
                    </a:lnR>
                    <a:lnT w="12700" algn="ctr">
                      <a:solidFill>
                        <a:srgbClr val="000000"/>
                      </a:solidFill>
                    </a:lnT>
                    <a:lnB w="12700" algn="ctr">
                      <a:solidFill>
                        <a:srgbClr val="000000"/>
                      </a:solidFill>
                    </a:lnB>
                    <a:solidFill>
                      <a:srgbClr val="CCFFFF"/>
                    </a:solidFill>
                  </a:tcPr>
                </a:tc>
                <a:tc>
                  <a:txBody>
                    <a:bodyPr/>
                    <a:p>
                      <a:pPr marL="342900" marR="0" lvl="0" indent="-342900" algn="ctr" defTabSz="914400">
                        <a:lnSpc>
                          <a:spcPct val="100000"/>
                        </a:lnSpc>
                        <a:spcBef>
                          <a:spcPts val="0"/>
                        </a:spcBef>
                        <a:spcAft>
                          <a:spcPts val="0"/>
                        </a:spcAft>
                        <a:buClrTx/>
                        <a:buSzTx/>
                        <a:buFontTx/>
                        <a:buNone/>
                        <a:defRPr/>
                      </a:pPr>
                      <a:r>
                        <a:rPr lang="en-GB" sz="2800" b="0" i="0" u="none" strike="noStrike" cap="none">
                          <a:ln>
                            <a:noFill/>
                          </a:ln>
                          <a:solidFill>
                            <a:schemeClr val="tx1"/>
                          </a:solidFill>
                          <a:highlight>
                            <a:srgbClr val="FFFF00"/>
                          </a:highlight>
                          <a:latin typeface="Trebuchet MS"/>
                          <a:cs typeface="Times New Roman"/>
                        </a:rPr>
                        <a:t>0.072</a:t>
                      </a:r>
                      <a:endParaRPr lang="en-GB" sz="2800" b="0" i="0" u="none" strike="noStrike" cap="none">
                        <a:ln>
                          <a:noFill/>
                        </a:ln>
                        <a:solidFill>
                          <a:schemeClr val="tx1"/>
                        </a:solidFill>
                        <a:highlight>
                          <a:srgbClr val="FFFF00"/>
                        </a:highlight>
                        <a:latin typeface="Arial"/>
                      </a:endParaRPr>
                    </a:p>
                  </a:txBody>
                  <a:tcPr>
                    <a:lnL w="12700" algn="ctr">
                      <a:solidFill>
                        <a:srgbClr val="000000"/>
                      </a:solidFill>
                    </a:lnL>
                    <a:lnR w="12700" algn="ctr">
                      <a:solidFill>
                        <a:srgbClr val="000000"/>
                      </a:solidFill>
                    </a:lnR>
                    <a:lnT w="12700" algn="ctr">
                      <a:solidFill>
                        <a:srgbClr val="000000"/>
                      </a:solidFill>
                    </a:lnT>
                    <a:lnB w="12700" algn="ctr">
                      <a:solidFill>
                        <a:srgbClr val="000000"/>
                      </a:solidFill>
                    </a:lnB>
                    <a:solidFill>
                      <a:srgbClr val="CCFFCC"/>
                    </a:solidFill>
                  </a:tcPr>
                </a:tc>
                <a:tc>
                  <a:txBody>
                    <a:bodyPr/>
                    <a:p>
                      <a:pPr marL="342900" marR="0" lvl="0" indent="-342900" algn="ctr" defTabSz="914400">
                        <a:lnSpc>
                          <a:spcPct val="100000"/>
                        </a:lnSpc>
                        <a:spcBef>
                          <a:spcPts val="0"/>
                        </a:spcBef>
                        <a:spcAft>
                          <a:spcPts val="0"/>
                        </a:spcAft>
                        <a:buClrTx/>
                        <a:buSzTx/>
                        <a:buFontTx/>
                        <a:buNone/>
                        <a:defRPr/>
                      </a:pPr>
                      <a:r>
                        <a:rPr lang="en-GB" sz="2800" b="0" i="0" u="none" strike="noStrike" cap="none">
                          <a:ln>
                            <a:noFill/>
                          </a:ln>
                          <a:solidFill>
                            <a:schemeClr val="tx1"/>
                          </a:solidFill>
                          <a:latin typeface="Trebuchet MS"/>
                          <a:cs typeface="Times New Roman"/>
                        </a:rPr>
                        <a:t>0.008</a:t>
                      </a:r>
                      <a:endParaRPr lang="en-GB" sz="2800" b="0" i="0" u="none" strike="noStrike" cap="none">
                        <a:ln>
                          <a:noFill/>
                        </a:ln>
                        <a:solidFill>
                          <a:schemeClr val="tx1"/>
                        </a:solidFill>
                        <a:latin typeface="Arial"/>
                      </a:endParaRPr>
                    </a:p>
                  </a:txBody>
                  <a:tcPr>
                    <a:lnL w="12700" algn="ctr">
                      <a:solidFill>
                        <a:srgbClr val="000000"/>
                      </a:solidFill>
                    </a:lnL>
                    <a:lnR w="12700" algn="ctr">
                      <a:solidFill>
                        <a:srgbClr val="000000"/>
                      </a:solidFill>
                    </a:lnR>
                    <a:lnT w="12700" algn="ctr">
                      <a:solidFill>
                        <a:srgbClr val="000000"/>
                      </a:solidFill>
                    </a:lnT>
                    <a:lnB w="12700" algn="ctr">
                      <a:solidFill>
                        <a:srgbClr val="000000"/>
                      </a:solidFill>
                    </a:lnB>
                    <a:solidFill>
                      <a:srgbClr val="CCFFCC"/>
                    </a:solidFill>
                  </a:tcPr>
                </a:tc>
              </a:tr>
              <a:tr h="749215">
                <a:tc>
                  <a:txBody>
                    <a:bodyPr/>
                    <a:p>
                      <a:pPr marL="342900" marR="0" lvl="0" indent="-342900" algn="ctr" defTabSz="914400">
                        <a:lnSpc>
                          <a:spcPct val="100000"/>
                        </a:lnSpc>
                        <a:spcBef>
                          <a:spcPts val="0"/>
                        </a:spcBef>
                        <a:spcAft>
                          <a:spcPts val="0"/>
                        </a:spcAft>
                        <a:buClrTx/>
                        <a:buSzTx/>
                        <a:buFontTx/>
                        <a:buNone/>
                        <a:defRPr/>
                      </a:pPr>
                      <a:r>
                        <a:rPr lang="en-GB" sz="2800" b="0" i="0" u="none" strike="noStrike" cap="none">
                          <a:ln>
                            <a:noFill/>
                          </a:ln>
                          <a:solidFill>
                            <a:schemeClr val="tx1"/>
                          </a:solidFill>
                          <a:latin typeface="Trebuchet MS"/>
                          <a:cs typeface="Times New Roman"/>
                        </a:rPr>
                        <a:t></a:t>
                      </a:r>
                      <a:r>
                        <a:rPr lang="en-GB" sz="2800" b="0" i="0" u="none" strike="noStrike" cap="none">
                          <a:ln>
                            <a:noFill/>
                          </a:ln>
                          <a:solidFill>
                            <a:schemeClr val="tx1"/>
                          </a:solidFill>
                          <a:latin typeface="Trebuchet MS"/>
                          <a:cs typeface="Times New Roman"/>
                        </a:rPr>
                        <a:t>cavity</a:t>
                      </a:r>
                      <a:endParaRPr lang="en-GB" sz="2800" b="0" i="0" u="none" strike="noStrike" cap="none">
                        <a:ln>
                          <a:noFill/>
                        </a:ln>
                        <a:solidFill>
                          <a:schemeClr val="tx1"/>
                        </a:solidFill>
                        <a:latin typeface="Trebuchet MS"/>
                        <a:cs typeface="Times New Roman"/>
                      </a:endParaRPr>
                    </a:p>
                  </a:txBody>
                  <a:tcPr>
                    <a:lnL w="12700" algn="ctr">
                      <a:solidFill>
                        <a:srgbClr val="000000"/>
                      </a:solidFill>
                    </a:lnL>
                    <a:lnR w="12700" algn="ctr">
                      <a:solidFill>
                        <a:srgbClr val="000000"/>
                      </a:solidFill>
                    </a:lnR>
                    <a:lnT w="12700" algn="ctr">
                      <a:solidFill>
                        <a:srgbClr val="000000"/>
                      </a:solidFill>
                    </a:lnT>
                    <a:lnB w="12700" algn="ctr">
                      <a:solidFill>
                        <a:srgbClr val="000000"/>
                      </a:solidFill>
                    </a:lnB>
                    <a:solidFill>
                      <a:srgbClr val="FF99FF"/>
                    </a:solidFill>
                  </a:tcPr>
                </a:tc>
                <a:tc>
                  <a:txBody>
                    <a:bodyPr/>
                    <a:p>
                      <a:pPr marL="342900" marR="0" lvl="0" indent="-342900" algn="ctr" defTabSz="914400">
                        <a:lnSpc>
                          <a:spcPct val="100000"/>
                        </a:lnSpc>
                        <a:spcBef>
                          <a:spcPts val="0"/>
                        </a:spcBef>
                        <a:spcAft>
                          <a:spcPts val="0"/>
                        </a:spcAft>
                        <a:buClrTx/>
                        <a:buSzTx/>
                        <a:buFontTx/>
                        <a:buNone/>
                        <a:defRPr/>
                      </a:pPr>
                      <a:r>
                        <a:rPr lang="en-GB" sz="2800" b="0" i="0" u="none" strike="noStrike" cap="none">
                          <a:ln>
                            <a:noFill/>
                          </a:ln>
                          <a:solidFill>
                            <a:schemeClr val="tx1"/>
                          </a:solidFill>
                          <a:latin typeface="Trebuchet MS"/>
                          <a:cs typeface="Times New Roman"/>
                        </a:rPr>
                        <a:t>0.016</a:t>
                      </a:r>
                      <a:endParaRPr lang="en-GB" sz="2800" b="0" i="0" u="none" strike="noStrike" cap="none">
                        <a:ln>
                          <a:noFill/>
                        </a:ln>
                        <a:solidFill>
                          <a:schemeClr val="tx1"/>
                        </a:solidFill>
                        <a:latin typeface="Arial"/>
                      </a:endParaRPr>
                    </a:p>
                  </a:txBody>
                  <a:tcPr>
                    <a:lnL w="12700" algn="ctr">
                      <a:solidFill>
                        <a:srgbClr val="000000"/>
                      </a:solidFill>
                    </a:lnL>
                    <a:lnR w="12700" algn="ctr">
                      <a:solidFill>
                        <a:srgbClr val="000000"/>
                      </a:solidFill>
                    </a:lnR>
                    <a:lnT w="12700" algn="ctr">
                      <a:solidFill>
                        <a:srgbClr val="000000"/>
                      </a:solidFill>
                    </a:lnT>
                    <a:lnB w="12700" algn="ctr">
                      <a:solidFill>
                        <a:srgbClr val="000000"/>
                      </a:solidFill>
                    </a:lnB>
                    <a:solidFill>
                      <a:srgbClr val="CCFFFF"/>
                    </a:solidFill>
                  </a:tcPr>
                </a:tc>
                <a:tc>
                  <a:txBody>
                    <a:bodyPr/>
                    <a:p>
                      <a:pPr marL="342900" marR="0" lvl="0" indent="-342900" algn="ctr" defTabSz="914400">
                        <a:lnSpc>
                          <a:spcPct val="100000"/>
                        </a:lnSpc>
                        <a:spcBef>
                          <a:spcPts val="0"/>
                        </a:spcBef>
                        <a:spcAft>
                          <a:spcPts val="0"/>
                        </a:spcAft>
                        <a:buClrTx/>
                        <a:buSzTx/>
                        <a:buFontTx/>
                        <a:buNone/>
                        <a:defRPr/>
                      </a:pPr>
                      <a:r>
                        <a:rPr lang="en-GB" sz="2800" b="0" i="0" u="none" strike="noStrike" cap="none">
                          <a:ln>
                            <a:noFill/>
                          </a:ln>
                          <a:solidFill>
                            <a:schemeClr val="tx1"/>
                          </a:solidFill>
                          <a:latin typeface="Trebuchet MS"/>
                          <a:cs typeface="Times New Roman"/>
                        </a:rPr>
                        <a:t>0.064</a:t>
                      </a:r>
                      <a:endParaRPr lang="en-GB" sz="2800" b="0" i="0" u="none" strike="noStrike" cap="none">
                        <a:ln>
                          <a:noFill/>
                        </a:ln>
                        <a:solidFill>
                          <a:schemeClr val="tx1"/>
                        </a:solidFill>
                        <a:latin typeface="Arial"/>
                      </a:endParaRPr>
                    </a:p>
                  </a:txBody>
                  <a:tcPr>
                    <a:lnL w="12700" algn="ctr">
                      <a:solidFill>
                        <a:srgbClr val="000000"/>
                      </a:solidFill>
                    </a:lnL>
                    <a:lnR w="12700" algn="ctr">
                      <a:solidFill>
                        <a:srgbClr val="000000"/>
                      </a:solidFill>
                    </a:lnR>
                    <a:lnT w="12700" algn="ctr">
                      <a:solidFill>
                        <a:srgbClr val="000000"/>
                      </a:solidFill>
                    </a:lnT>
                    <a:lnB w="12700" algn="ctr">
                      <a:solidFill>
                        <a:srgbClr val="000000"/>
                      </a:solidFill>
                    </a:lnB>
                    <a:solidFill>
                      <a:srgbClr val="CCFFFF"/>
                    </a:solidFill>
                  </a:tcPr>
                </a:tc>
                <a:tc>
                  <a:txBody>
                    <a:bodyPr/>
                    <a:p>
                      <a:pPr marL="342900" marR="0" lvl="0" indent="-342900" algn="ctr" defTabSz="914400">
                        <a:lnSpc>
                          <a:spcPct val="100000"/>
                        </a:lnSpc>
                        <a:spcBef>
                          <a:spcPts val="0"/>
                        </a:spcBef>
                        <a:spcAft>
                          <a:spcPts val="0"/>
                        </a:spcAft>
                        <a:buClrTx/>
                        <a:buSzTx/>
                        <a:buFontTx/>
                        <a:buNone/>
                        <a:defRPr/>
                      </a:pPr>
                      <a:r>
                        <a:rPr lang="en-GB" sz="2800" b="0" i="0" u="none" strike="noStrike" cap="none">
                          <a:ln>
                            <a:noFill/>
                          </a:ln>
                          <a:solidFill>
                            <a:schemeClr val="tx1"/>
                          </a:solidFill>
                          <a:latin typeface="Trebuchet MS"/>
                          <a:cs typeface="Times New Roman"/>
                        </a:rPr>
                        <a:t>0.144</a:t>
                      </a:r>
                      <a:endParaRPr lang="en-GB" sz="2800" b="0" i="0" u="none" strike="noStrike" cap="none">
                        <a:ln>
                          <a:noFill/>
                        </a:ln>
                        <a:solidFill>
                          <a:schemeClr val="tx1"/>
                        </a:solidFill>
                        <a:latin typeface="Arial"/>
                      </a:endParaRPr>
                    </a:p>
                  </a:txBody>
                  <a:tcPr>
                    <a:lnL w="12700" algn="ctr">
                      <a:solidFill>
                        <a:srgbClr val="000000"/>
                      </a:solidFill>
                    </a:lnL>
                    <a:lnR w="12700" algn="ctr">
                      <a:solidFill>
                        <a:srgbClr val="000000"/>
                      </a:solidFill>
                    </a:lnR>
                    <a:lnT w="12700" algn="ctr">
                      <a:solidFill>
                        <a:srgbClr val="000000"/>
                      </a:solidFill>
                    </a:lnT>
                    <a:lnB w="12700" algn="ctr">
                      <a:solidFill>
                        <a:srgbClr val="000000"/>
                      </a:solidFill>
                    </a:lnB>
                    <a:solidFill>
                      <a:srgbClr val="CCFFCC"/>
                    </a:solidFill>
                  </a:tcPr>
                </a:tc>
                <a:tc>
                  <a:txBody>
                    <a:bodyPr/>
                    <a:p>
                      <a:pPr marL="342900" marR="0" lvl="0" indent="-342900" algn="ctr" defTabSz="914400">
                        <a:lnSpc>
                          <a:spcPct val="100000"/>
                        </a:lnSpc>
                        <a:spcBef>
                          <a:spcPts val="0"/>
                        </a:spcBef>
                        <a:spcAft>
                          <a:spcPts val="0"/>
                        </a:spcAft>
                        <a:buClrTx/>
                        <a:buSzTx/>
                        <a:buFontTx/>
                        <a:buNone/>
                        <a:defRPr/>
                      </a:pPr>
                      <a:r>
                        <a:rPr lang="en-GB" sz="2800" b="0" i="0" u="none" strike="noStrike" cap="none">
                          <a:ln>
                            <a:noFill/>
                          </a:ln>
                          <a:solidFill>
                            <a:srgbClr val="3333FF"/>
                          </a:solidFill>
                          <a:latin typeface="Trebuchet MS"/>
                          <a:cs typeface="Times New Roman"/>
                        </a:rPr>
                        <a:t>0.576</a:t>
                      </a:r>
                      <a:endParaRPr lang="en-GB" sz="2800" b="0" i="0" u="none" strike="noStrike" cap="none">
                        <a:ln>
                          <a:noFill/>
                        </a:ln>
                        <a:solidFill>
                          <a:srgbClr val="3333FF"/>
                        </a:solidFill>
                        <a:latin typeface="Arial"/>
                      </a:endParaRPr>
                    </a:p>
                  </a:txBody>
                  <a:tcPr>
                    <a:lnL w="12700" algn="ctr">
                      <a:solidFill>
                        <a:srgbClr val="000000"/>
                      </a:solidFill>
                    </a:lnL>
                    <a:lnR w="12700" algn="ctr">
                      <a:solidFill>
                        <a:srgbClr val="000000"/>
                      </a:solidFill>
                    </a:lnR>
                    <a:lnT w="12700" algn="ctr">
                      <a:solidFill>
                        <a:srgbClr val="000000"/>
                      </a:solidFill>
                    </a:lnT>
                    <a:lnB w="12700" algn="ctr">
                      <a:solidFill>
                        <a:srgbClr val="000000"/>
                      </a:solidFill>
                    </a:lnB>
                    <a:solidFill>
                      <a:srgbClr val="CCFFCC"/>
                    </a:solidFill>
                  </a:tcPr>
                </a:tc>
              </a:tr>
            </a:tbl>
          </a:graphicData>
        </a:graphic>
      </p:graphicFrame>
      <p:sp>
        <p:nvSpPr>
          <p:cNvPr id="1916923092" name="TextBox 1"/>
          <p:cNvSpPr txBox="1">
            <a:spLocks noChangeArrowheads="1"/>
          </p:cNvSpPr>
          <p:nvPr/>
        </p:nvSpPr>
        <p:spPr bwMode="auto">
          <a:xfrm>
            <a:off x="452438" y="1241425"/>
            <a:ext cx="8605837" cy="830263"/>
          </a:xfrm>
          <a:prstGeom prst="rect">
            <a:avLst/>
          </a:prstGeom>
          <a:noFill/>
          <a:ln>
            <a:noFill/>
          </a:ln>
        </p:spPr>
        <p:txBody>
          <a:bodyPr wrap="none">
            <a:spAutoFit/>
          </a:bodyPr>
          <a:lstStyle>
            <a:lvl1pPr>
              <a:defRPr sz="2400">
                <a:solidFill>
                  <a:schemeClr val="tx1"/>
                </a:solidFill>
                <a:latin typeface="Arial"/>
              </a:defRPr>
            </a:lvl1pPr>
            <a:lvl2pPr marL="742950" indent="-285750">
              <a:defRPr sz="2400">
                <a:solidFill>
                  <a:schemeClr val="tx1"/>
                </a:solidFill>
                <a:latin typeface="Arial"/>
              </a:defRPr>
            </a:lvl2pPr>
            <a:lvl3pPr marL="1143000" indent="-228600">
              <a:defRPr sz="2400">
                <a:solidFill>
                  <a:schemeClr val="tx1"/>
                </a:solidFill>
                <a:latin typeface="Arial"/>
              </a:defRPr>
            </a:lvl3pPr>
            <a:lvl4pPr marL="1600200" indent="-228600">
              <a:defRPr sz="2400">
                <a:solidFill>
                  <a:schemeClr val="tx1"/>
                </a:solidFill>
                <a:latin typeface="Arial"/>
              </a:defRPr>
            </a:lvl4pPr>
            <a:lvl5pPr marL="2057400" indent="-228600">
              <a:defRPr sz="2400">
                <a:solidFill>
                  <a:schemeClr val="tx1"/>
                </a:solidFill>
                <a:latin typeface="Arial"/>
              </a:defRPr>
            </a:lvl5pPr>
            <a:lvl6pPr marL="2514600" indent="-228600">
              <a:spcBef>
                <a:spcPts val="0"/>
              </a:spcBef>
              <a:spcAft>
                <a:spcPts val="0"/>
              </a:spcAft>
              <a:defRPr sz="2400">
                <a:solidFill>
                  <a:schemeClr val="tx1"/>
                </a:solidFill>
                <a:latin typeface="Arial"/>
              </a:defRPr>
            </a:lvl6pPr>
            <a:lvl7pPr marL="2971800" indent="-228600">
              <a:spcBef>
                <a:spcPts val="0"/>
              </a:spcBef>
              <a:spcAft>
                <a:spcPts val="0"/>
              </a:spcAft>
              <a:defRPr sz="2400">
                <a:solidFill>
                  <a:schemeClr val="tx1"/>
                </a:solidFill>
                <a:latin typeface="Arial"/>
              </a:defRPr>
            </a:lvl7pPr>
            <a:lvl8pPr marL="3429000" indent="-228600">
              <a:spcBef>
                <a:spcPts val="0"/>
              </a:spcBef>
              <a:spcAft>
                <a:spcPts val="0"/>
              </a:spcAft>
              <a:defRPr sz="2400">
                <a:solidFill>
                  <a:schemeClr val="tx1"/>
                </a:solidFill>
                <a:latin typeface="Arial"/>
              </a:defRPr>
            </a:lvl8pPr>
            <a:lvl9pPr marL="3886200" indent="-228600">
              <a:spcBef>
                <a:spcPts val="0"/>
              </a:spcBef>
              <a:spcAft>
                <a:spcPts val="0"/>
              </a:spcAft>
              <a:defRPr sz="2400">
                <a:solidFill>
                  <a:schemeClr val="tx1"/>
                </a:solidFill>
                <a:latin typeface="Arial"/>
              </a:defRPr>
            </a:lvl9pPr>
          </a:lstStyle>
          <a:p>
            <a:pPr>
              <a:defRPr/>
            </a:pPr>
            <a:r>
              <a:rPr lang="en-US"/>
              <a:t>Reporting a toothache, the doctor could not catch a cavity</a:t>
            </a:r>
            <a:endParaRPr/>
          </a:p>
          <a:p>
            <a:pPr>
              <a:defRPr/>
            </a:pPr>
            <a:r>
              <a:rPr lang="en-US"/>
              <a:t>Not knowing toothache, the doctor could catch a cavity (good)</a:t>
            </a:r>
            <a:endParaRPr/>
          </a:p>
        </p:txBody>
      </p:sp>
      <p:cxnSp>
        <p:nvCxnSpPr>
          <p:cNvPr id="1519145633" name="Straight Arrow Connector 3"/>
          <p:cNvCxnSpPr/>
          <p:nvPr/>
        </p:nvCxnSpPr>
        <p:spPr bwMode="auto">
          <a:xfrm>
            <a:off x="2819400" y="1417638"/>
            <a:ext cx="1295400" cy="2281237"/>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216750111" name="Straight Arrow Connector 4"/>
          <p:cNvCxnSpPr/>
          <p:nvPr/>
        </p:nvCxnSpPr>
        <p:spPr bwMode="auto">
          <a:xfrm flipH="1">
            <a:off x="6019800" y="1981200"/>
            <a:ext cx="1600200" cy="158115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1054027736" name="TextBox 6"/>
          <p:cNvSpPr txBox="1">
            <a:spLocks noChangeArrowheads="1"/>
          </p:cNvSpPr>
          <p:nvPr/>
        </p:nvSpPr>
        <p:spPr bwMode="auto">
          <a:xfrm>
            <a:off x="473075" y="4991100"/>
            <a:ext cx="7689850" cy="2308225"/>
          </a:xfrm>
          <a:prstGeom prst="rect">
            <a:avLst/>
          </a:prstGeom>
          <a:noFill/>
          <a:ln>
            <a:noFill/>
          </a:ln>
        </p:spPr>
        <p:txBody>
          <a:bodyPr wrap="none">
            <a:spAutoFit/>
          </a:bodyPr>
          <a:lstStyle>
            <a:lvl1pPr>
              <a:defRPr sz="2400">
                <a:solidFill>
                  <a:schemeClr val="tx1"/>
                </a:solidFill>
                <a:latin typeface="Arial"/>
              </a:defRPr>
            </a:lvl1pPr>
            <a:lvl2pPr marL="742950" indent="-285750">
              <a:defRPr sz="2400">
                <a:solidFill>
                  <a:schemeClr val="tx1"/>
                </a:solidFill>
                <a:latin typeface="Arial"/>
              </a:defRPr>
            </a:lvl2pPr>
            <a:lvl3pPr marL="1143000" indent="-228600">
              <a:defRPr sz="2400">
                <a:solidFill>
                  <a:schemeClr val="tx1"/>
                </a:solidFill>
                <a:latin typeface="Arial"/>
              </a:defRPr>
            </a:lvl3pPr>
            <a:lvl4pPr marL="1600200" indent="-228600">
              <a:defRPr sz="2400">
                <a:solidFill>
                  <a:schemeClr val="tx1"/>
                </a:solidFill>
                <a:latin typeface="Arial"/>
              </a:defRPr>
            </a:lvl4pPr>
            <a:lvl5pPr marL="2057400" indent="-228600">
              <a:defRPr sz="2400">
                <a:solidFill>
                  <a:schemeClr val="tx1"/>
                </a:solidFill>
                <a:latin typeface="Arial"/>
              </a:defRPr>
            </a:lvl5pPr>
            <a:lvl6pPr marL="2514600" indent="-228600">
              <a:spcBef>
                <a:spcPts val="0"/>
              </a:spcBef>
              <a:spcAft>
                <a:spcPts val="0"/>
              </a:spcAft>
              <a:defRPr sz="2400">
                <a:solidFill>
                  <a:schemeClr val="tx1"/>
                </a:solidFill>
                <a:latin typeface="Arial"/>
              </a:defRPr>
            </a:lvl6pPr>
            <a:lvl7pPr marL="2971800" indent="-228600">
              <a:spcBef>
                <a:spcPts val="0"/>
              </a:spcBef>
              <a:spcAft>
                <a:spcPts val="0"/>
              </a:spcAft>
              <a:defRPr sz="2400">
                <a:solidFill>
                  <a:schemeClr val="tx1"/>
                </a:solidFill>
                <a:latin typeface="Arial"/>
              </a:defRPr>
            </a:lvl7pPr>
            <a:lvl8pPr marL="3429000" indent="-228600">
              <a:spcBef>
                <a:spcPts val="0"/>
              </a:spcBef>
              <a:spcAft>
                <a:spcPts val="0"/>
              </a:spcAft>
              <a:defRPr sz="2400">
                <a:solidFill>
                  <a:schemeClr val="tx1"/>
                </a:solidFill>
                <a:latin typeface="Arial"/>
              </a:defRPr>
            </a:lvl8pPr>
            <a:lvl9pPr marL="3886200" indent="-228600">
              <a:spcBef>
                <a:spcPts val="0"/>
              </a:spcBef>
              <a:spcAft>
                <a:spcPts val="0"/>
              </a:spcAft>
              <a:defRPr sz="2400">
                <a:solidFill>
                  <a:schemeClr val="tx1"/>
                </a:solidFill>
                <a:latin typeface="Arial"/>
              </a:defRPr>
            </a:lvl9pPr>
          </a:lstStyle>
          <a:p>
            <a:pPr>
              <a:defRPr/>
            </a:pPr>
            <a:r>
              <a:rPr lang="en-US">
                <a:solidFill>
                  <a:srgbClr val="0070C0"/>
                </a:solidFill>
              </a:rPr>
              <a:t>The doctor collects data</a:t>
            </a:r>
            <a:endParaRPr/>
          </a:p>
          <a:p>
            <a:pPr>
              <a:defRPr/>
            </a:pPr>
            <a:endParaRPr lang="en-US">
              <a:solidFill>
                <a:srgbClr val="0070C0"/>
              </a:solidFill>
            </a:endParaRPr>
          </a:p>
          <a:p>
            <a:pPr>
              <a:defRPr/>
            </a:pPr>
            <a:r>
              <a:rPr lang="en-US"/>
              <a:t>Name     toothache  cavity   no cavity   Catch  not catch</a:t>
            </a:r>
            <a:endParaRPr/>
          </a:p>
          <a:p>
            <a:pPr>
              <a:defRPr/>
            </a:pPr>
            <a:r>
              <a:rPr lang="en-US"/>
              <a:t>Jagath    1                    1           0            1             0</a:t>
            </a:r>
            <a:endParaRPr/>
          </a:p>
          <a:p>
            <a:pPr>
              <a:defRPr/>
            </a:pPr>
            <a:r>
              <a:rPr lang="en-US"/>
              <a:t>Nimal      1                    1           0            0             1</a:t>
            </a:r>
            <a:endParaRPr/>
          </a:p>
          <a:p>
            <a:pPr>
              <a:defRPr/>
            </a:pPr>
            <a:endParaRPr lang="en-US"/>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9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254235264" name="Title 1"/>
          <p:cNvSpPr>
            <a:spLocks noChangeArrowheads="1" noGrp="1"/>
          </p:cNvSpPr>
          <p:nvPr>
            <p:ph type="title"/>
          </p:nvPr>
        </p:nvSpPr>
        <p:spPr bwMode="auto"/>
        <p:txBody>
          <a:bodyPr/>
          <a:lstStyle/>
          <a:p>
            <a:pPr>
              <a:defRPr/>
            </a:pPr>
            <a:endParaRPr lang="en-US"/>
          </a:p>
        </p:txBody>
      </p:sp>
      <p:sp>
        <p:nvSpPr>
          <p:cNvPr id="1085388851" name="TextBox 6"/>
          <p:cNvSpPr txBox="1">
            <a:spLocks noChangeArrowheads="1"/>
          </p:cNvSpPr>
          <p:nvPr/>
        </p:nvSpPr>
        <p:spPr bwMode="auto">
          <a:xfrm>
            <a:off x="457200" y="1828800"/>
            <a:ext cx="8462963" cy="1570038"/>
          </a:xfrm>
          <a:prstGeom prst="rect">
            <a:avLst/>
          </a:prstGeom>
          <a:noFill/>
          <a:ln>
            <a:noFill/>
          </a:ln>
        </p:spPr>
        <p:txBody>
          <a:bodyPr wrap="none">
            <a:spAutoFit/>
          </a:bodyPr>
          <a:lstStyle>
            <a:lvl1pPr>
              <a:defRPr sz="2400">
                <a:solidFill>
                  <a:schemeClr val="tx1"/>
                </a:solidFill>
                <a:latin typeface="Arial"/>
              </a:defRPr>
            </a:lvl1pPr>
            <a:lvl2pPr marL="742950" indent="-285750">
              <a:defRPr sz="2400">
                <a:solidFill>
                  <a:schemeClr val="tx1"/>
                </a:solidFill>
                <a:latin typeface="Arial"/>
              </a:defRPr>
            </a:lvl2pPr>
            <a:lvl3pPr marL="1143000" indent="-228600">
              <a:defRPr sz="2400">
                <a:solidFill>
                  <a:schemeClr val="tx1"/>
                </a:solidFill>
                <a:latin typeface="Arial"/>
              </a:defRPr>
            </a:lvl3pPr>
            <a:lvl4pPr marL="1600200" indent="-228600">
              <a:defRPr sz="2400">
                <a:solidFill>
                  <a:schemeClr val="tx1"/>
                </a:solidFill>
                <a:latin typeface="Arial"/>
              </a:defRPr>
            </a:lvl4pPr>
            <a:lvl5pPr marL="2057400" indent="-228600">
              <a:defRPr sz="2400">
                <a:solidFill>
                  <a:schemeClr val="tx1"/>
                </a:solidFill>
                <a:latin typeface="Arial"/>
              </a:defRPr>
            </a:lvl5pPr>
            <a:lvl6pPr marL="2514600" indent="-228600">
              <a:spcBef>
                <a:spcPts val="0"/>
              </a:spcBef>
              <a:spcAft>
                <a:spcPts val="0"/>
              </a:spcAft>
              <a:defRPr sz="2400">
                <a:solidFill>
                  <a:schemeClr val="tx1"/>
                </a:solidFill>
                <a:latin typeface="Arial"/>
              </a:defRPr>
            </a:lvl6pPr>
            <a:lvl7pPr marL="2971800" indent="-228600">
              <a:spcBef>
                <a:spcPts val="0"/>
              </a:spcBef>
              <a:spcAft>
                <a:spcPts val="0"/>
              </a:spcAft>
              <a:defRPr sz="2400">
                <a:solidFill>
                  <a:schemeClr val="tx1"/>
                </a:solidFill>
                <a:latin typeface="Arial"/>
              </a:defRPr>
            </a:lvl7pPr>
            <a:lvl8pPr marL="3429000" indent="-228600">
              <a:spcBef>
                <a:spcPts val="0"/>
              </a:spcBef>
              <a:spcAft>
                <a:spcPts val="0"/>
              </a:spcAft>
              <a:defRPr sz="2400">
                <a:solidFill>
                  <a:schemeClr val="tx1"/>
                </a:solidFill>
                <a:latin typeface="Arial"/>
              </a:defRPr>
            </a:lvl8pPr>
            <a:lvl9pPr marL="3886200" indent="-228600">
              <a:spcBef>
                <a:spcPts val="0"/>
              </a:spcBef>
              <a:spcAft>
                <a:spcPts val="0"/>
              </a:spcAft>
              <a:defRPr sz="2400">
                <a:solidFill>
                  <a:schemeClr val="tx1"/>
                </a:solidFill>
                <a:latin typeface="Arial"/>
              </a:defRPr>
            </a:lvl9pPr>
          </a:lstStyle>
          <a:p>
            <a:pPr>
              <a:defRPr/>
            </a:pPr>
            <a:r>
              <a:rPr lang="en-US"/>
              <a:t>Knowing a Problem is different from ability catch the problem</a:t>
            </a:r>
            <a:endParaRPr/>
          </a:p>
          <a:p>
            <a:pPr>
              <a:defRPr/>
            </a:pPr>
            <a:endParaRPr lang="en-US"/>
          </a:p>
          <a:p>
            <a:pPr>
              <a:defRPr/>
            </a:pPr>
            <a:r>
              <a:rPr lang="en-US"/>
              <a:t>This is why some doctors, and technicians like people cannot</a:t>
            </a:r>
            <a:endParaRPr/>
          </a:p>
          <a:p>
            <a:pPr>
              <a:defRPr/>
            </a:pPr>
            <a:r>
              <a:rPr lang="en-US"/>
              <a:t>always diagnose and detect problems.  </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9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2116783538" name="Rectangle 2"/>
          <p:cNvSpPr>
            <a:spLocks noChangeArrowheads="1" noGrp="1"/>
          </p:cNvSpPr>
          <p:nvPr>
            <p:ph type="title"/>
          </p:nvPr>
        </p:nvSpPr>
        <p:spPr bwMode="auto"/>
        <p:txBody>
          <a:bodyPr/>
          <a:lstStyle/>
          <a:p>
            <a:pPr>
              <a:defRPr/>
            </a:pPr>
            <a:r>
              <a:rPr lang="en-US" b="1">
                <a:solidFill>
                  <a:srgbClr val="00B050"/>
                </a:solidFill>
              </a:rPr>
              <a:t>Example …..</a:t>
            </a:r>
            <a:endParaRPr/>
          </a:p>
        </p:txBody>
      </p:sp>
      <p:sp>
        <p:nvSpPr>
          <p:cNvPr id="417010525" name="Rectangle 3"/>
          <p:cNvSpPr>
            <a:spLocks noChangeArrowheads="1" noGrp="1"/>
          </p:cNvSpPr>
          <p:nvPr>
            <p:ph type="body" idx="1"/>
          </p:nvPr>
        </p:nvSpPr>
        <p:spPr bwMode="auto">
          <a:xfrm>
            <a:off x="152400" y="1600200"/>
            <a:ext cx="8991600" cy="4530725"/>
          </a:xfrm>
        </p:spPr>
        <p:txBody>
          <a:bodyPr/>
          <a:lstStyle/>
          <a:p>
            <a:pPr>
              <a:buFont typeface="Wingdings"/>
              <a:buNone/>
              <a:defRPr/>
            </a:pPr>
            <a:r>
              <a:rPr lang="en-GB" sz="2400">
                <a:solidFill>
                  <a:srgbClr val="FF0000"/>
                </a:solidFill>
              </a:rPr>
              <a:t>P(cavity|toothache) = P(cavity</a:t>
            </a:r>
            <a:r>
              <a:rPr lang="en-US" sz="2400" b="1">
                <a:solidFill>
                  <a:srgbClr val="FF0000"/>
                </a:solidFill>
              </a:rPr>
              <a:t></a:t>
            </a:r>
            <a:r>
              <a:rPr lang="en-GB" sz="2400">
                <a:solidFill>
                  <a:srgbClr val="FF0000"/>
                </a:solidFill>
              </a:rPr>
              <a:t> toothache)/P(toothache)</a:t>
            </a:r>
            <a:endParaRPr/>
          </a:p>
          <a:p>
            <a:pPr>
              <a:buFont typeface="Wingdings"/>
              <a:buNone/>
              <a:defRPr/>
            </a:pPr>
            <a:r>
              <a:rPr lang="en-GB"/>
              <a:t>			        </a:t>
            </a:r>
            <a:r>
              <a:rPr lang="en-GB" sz="2400">
                <a:solidFill>
                  <a:srgbClr val="0000FF"/>
                </a:solidFill>
              </a:rPr>
              <a:t>= (0.108+0.012)/(0.108+0.012+0.016+0.064)                    </a:t>
            </a:r>
            <a:endParaRPr/>
          </a:p>
          <a:p>
            <a:pPr>
              <a:buFont typeface="Wingdings"/>
              <a:buNone/>
              <a:defRPr/>
            </a:pPr>
            <a:r>
              <a:rPr lang="en-GB" sz="2400">
                <a:solidFill>
                  <a:srgbClr val="0000FF"/>
                </a:solidFill>
              </a:rPr>
              <a:t>                                = </a:t>
            </a:r>
            <a:r>
              <a:rPr lang="en-US" sz="2400">
                <a:solidFill>
                  <a:srgbClr val="0000FF"/>
                </a:solidFill>
              </a:rPr>
              <a:t>0.120/0.2 = 0.6</a:t>
            </a:r>
            <a:endParaRPr/>
          </a:p>
          <a:p>
            <a:pPr>
              <a:buFont typeface="Wingdings"/>
              <a:buNone/>
              <a:defRPr/>
            </a:pPr>
            <a:r>
              <a:rPr lang="en-GB" sz="2400">
                <a:solidFill>
                  <a:srgbClr val="FF0000"/>
                </a:solidFill>
              </a:rPr>
              <a:t>P(-cavity|-toothache) = P(-cavity</a:t>
            </a:r>
            <a:r>
              <a:rPr lang="en-US" sz="2400" b="1">
                <a:solidFill>
                  <a:srgbClr val="FF0000"/>
                </a:solidFill>
              </a:rPr>
              <a:t></a:t>
            </a:r>
            <a:r>
              <a:rPr lang="en-GB" sz="2400">
                <a:solidFill>
                  <a:srgbClr val="FF0000"/>
                </a:solidFill>
              </a:rPr>
              <a:t> -toothache)/P(-toothache)</a:t>
            </a:r>
            <a:endParaRPr/>
          </a:p>
          <a:p>
            <a:pPr>
              <a:buFont typeface="Wingdings"/>
              <a:buNone/>
              <a:defRPr/>
            </a:pPr>
            <a:r>
              <a:rPr lang="en-GB" sz="2400">
                <a:solidFill>
                  <a:srgbClr val="FF0000"/>
                </a:solidFill>
              </a:rPr>
              <a:t>                                  = (0.144+0.576)/(  +   +   +     )</a:t>
            </a:r>
            <a:endParaRPr/>
          </a:p>
          <a:p>
            <a:pPr>
              <a:buFont typeface="Wingdings"/>
              <a:buNone/>
              <a:defRPr/>
            </a:pPr>
            <a:r>
              <a:rPr lang="en-GB" sz="2400">
                <a:solidFill>
                  <a:srgbClr val="FF0000"/>
                </a:solidFill>
              </a:rPr>
              <a:t>                                  = 0.82       </a:t>
            </a:r>
            <a:endParaRPr lang="en-GB" sz="2400">
              <a:solidFill>
                <a:srgbClr val="0000FF"/>
              </a:solidFill>
            </a:endParaRPr>
          </a:p>
          <a:p>
            <a:pPr>
              <a:buFont typeface="Wingdings"/>
              <a:buNone/>
              <a:defRPr/>
            </a:pPr>
            <a:r>
              <a:rPr lang="en-GB" sz="2400"/>
              <a:t>    </a:t>
            </a:r>
            <a:r>
              <a:rPr lang="en-GB" sz="2400">
                <a:solidFill>
                  <a:srgbClr val="0000FF"/>
                </a:solidFill>
              </a:rPr>
              <a:t>Exercise</a:t>
            </a:r>
            <a:endParaRPr/>
          </a:p>
          <a:p>
            <a:pPr>
              <a:buFont typeface="Wingdings"/>
              <a:buNone/>
              <a:defRPr/>
            </a:pPr>
            <a:r>
              <a:rPr lang="en-GB" sz="2400"/>
              <a:t>    </a:t>
            </a:r>
            <a:r>
              <a:rPr lang="en-GB" sz="2400">
                <a:solidFill>
                  <a:srgbClr val="FF0000"/>
                </a:solidFill>
              </a:rPr>
              <a:t>Find the probability that a doctor will say that you have a </a:t>
            </a:r>
            <a:r>
              <a:rPr lang="en-GB" sz="2400">
                <a:solidFill>
                  <a:srgbClr val="0070C0"/>
                </a:solidFill>
              </a:rPr>
              <a:t>cavity</a:t>
            </a:r>
            <a:r>
              <a:rPr lang="en-GB" sz="2400">
                <a:solidFill>
                  <a:srgbClr val="FF0000"/>
                </a:solidFill>
              </a:rPr>
              <a:t> although you have no toothache</a:t>
            </a:r>
            <a:endParaRPr/>
          </a:p>
          <a:p>
            <a:pPr>
              <a:buFont typeface="Wingdings"/>
              <a:buNone/>
              <a:defRPr/>
            </a:pPr>
            <a:r>
              <a:rPr lang="en-GB" sz="2400">
                <a:solidFill>
                  <a:srgbClr val="FF0000"/>
                </a:solidFill>
              </a:rPr>
              <a:t>   P(cavity|-toothache) = 0.072/0.8 = 0.09</a:t>
            </a:r>
            <a:endParaRPr lang="en-US" sz="2400">
              <a:solidFill>
                <a:srgbClr val="FF0000"/>
              </a:solidFil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9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097725847" name="Rectangle 128"/>
          <p:cNvSpPr>
            <a:spLocks noChangeArrowheads="1" noGrp="1"/>
          </p:cNvSpPr>
          <p:nvPr>
            <p:ph type="title"/>
          </p:nvPr>
        </p:nvSpPr>
        <p:spPr bwMode="auto">
          <a:xfrm>
            <a:off x="457200" y="228600"/>
            <a:ext cx="8229600" cy="1139825"/>
          </a:xfrm>
        </p:spPr>
        <p:txBody>
          <a:bodyPr/>
          <a:lstStyle/>
          <a:p>
            <a:pPr>
              <a:defRPr/>
            </a:pPr>
            <a:r>
              <a:rPr lang="en-US" b="1">
                <a:solidFill>
                  <a:srgbClr val="00B050"/>
                </a:solidFill>
              </a:rPr>
              <a:t>Exercise 14</a:t>
            </a:r>
            <a:endParaRPr/>
          </a:p>
        </p:txBody>
      </p:sp>
      <p:graphicFrame>
        <p:nvGraphicFramePr>
          <p:cNvPr id="359779711" name="Group 142"/>
          <p:cNvGraphicFramePr>
            <a:graphicFrameLocks xmlns:a="http://schemas.openxmlformats.org/drawingml/2006/main" noGrp="1"/>
          </p:cNvGraphicFramePr>
          <p:nvPr>
            <p:ph idx="1"/>
          </p:nvPr>
        </p:nvGraphicFramePr>
        <p:xfrm>
          <a:off x="609600" y="1219200"/>
          <a:ext cx="8229600" cy="3297238"/>
        </p:xfrm>
        <a:graphic>
          <a:graphicData uri="http://schemas.openxmlformats.org/drawingml/2006/table">
            <a:tbl>
              <a:tblPr firstRow="0" firstCol="0" lastRow="0" lastCol="0" bandRow="0" bandCol="0"/>
              <a:tblGrid>
                <a:gridCol w="1905000"/>
                <a:gridCol w="1385888"/>
                <a:gridCol w="1646237"/>
                <a:gridCol w="1644650"/>
                <a:gridCol w="1647825"/>
              </a:tblGrid>
              <a:tr h="944843">
                <a:tc>
                  <a:txBody>
                    <a:bodyPr/>
                    <a:p>
                      <a:pPr marL="0" marR="0" lvl="0" indent="0" algn="l" defTabSz="914400">
                        <a:lnSpc>
                          <a:spcPct val="100000"/>
                        </a:lnSpc>
                        <a:spcBef>
                          <a:spcPts val="0"/>
                        </a:spcBef>
                        <a:spcAft>
                          <a:spcPts val="0"/>
                        </a:spcAft>
                        <a:buClr>
                          <a:schemeClr val="accent1"/>
                        </a:buClr>
                        <a:buSzPct val="65000"/>
                        <a:buFont typeface="Wingdings"/>
                        <a:buNone/>
                        <a:defRPr/>
                      </a:pPr>
                      <a:endParaRPr lang="en-US" sz="2600" b="0" i="0" u="none" strike="noStrike" cap="none">
                        <a:ln>
                          <a:noFill/>
                        </a:ln>
                        <a:solidFill>
                          <a:schemeClr val="tx1"/>
                        </a:solidFill>
                        <a:latin typeface="Arial"/>
                      </a:endParaRPr>
                    </a:p>
                  </a:txBody>
                  <a:tcPr marT="45702" marB="45702">
                    <a:lnL w="12700" algn="ctr">
                      <a:solidFill>
                        <a:srgbClr val="000000"/>
                      </a:solidFill>
                    </a:lnL>
                    <a:lnR w="12700" algn="ctr">
                      <a:solidFill>
                        <a:srgbClr val="000000"/>
                      </a:solidFill>
                    </a:lnR>
                    <a:lnT w="12700" algn="ctr">
                      <a:solidFill>
                        <a:srgbClr val="000000"/>
                      </a:solidFill>
                    </a:lnT>
                    <a:lnB w="12700" algn="ctr">
                      <a:solidFill>
                        <a:srgbClr val="000000"/>
                      </a:solidFill>
                    </a:lnB>
                    <a:noFill/>
                  </a:tcPr>
                </a:tc>
                <a:tc gridSpan="2">
                  <a:txBody>
                    <a:bodyPr/>
                    <a:p>
                      <a:pPr marL="342900" marR="0" lvl="0" indent="-342900" algn="ctr" defTabSz="914400">
                        <a:lnSpc>
                          <a:spcPct val="100000"/>
                        </a:lnSpc>
                        <a:spcBef>
                          <a:spcPts val="0"/>
                        </a:spcBef>
                        <a:spcAft>
                          <a:spcPts val="0"/>
                        </a:spcAft>
                        <a:buClrTx/>
                        <a:buSzTx/>
                        <a:buFontTx/>
                        <a:buNone/>
                        <a:defRPr/>
                      </a:pPr>
                      <a:r>
                        <a:rPr lang="en-GB" sz="2800" b="0" i="0" u="none" strike="noStrike" cap="none">
                          <a:ln>
                            <a:noFill/>
                          </a:ln>
                          <a:solidFill>
                            <a:schemeClr val="tx1"/>
                          </a:solidFill>
                          <a:latin typeface="Trebuchet MS"/>
                          <a:cs typeface="Times New Roman"/>
                        </a:rPr>
                        <a:t>Fever</a:t>
                      </a:r>
                      <a:endParaRPr lang="en-GB" sz="2800" b="0" i="0" u="none" strike="noStrike" cap="none">
                        <a:ln>
                          <a:noFill/>
                        </a:ln>
                        <a:solidFill>
                          <a:schemeClr val="tx1"/>
                        </a:solidFill>
                        <a:latin typeface="Arial"/>
                      </a:endParaRPr>
                    </a:p>
                  </a:txBody>
                  <a:tcPr marT="45702" marB="45702">
                    <a:lnL w="12700" algn="ctr">
                      <a:solidFill>
                        <a:srgbClr val="000000"/>
                      </a:solidFill>
                    </a:lnL>
                    <a:lnR w="12700" algn="ctr">
                      <a:solidFill>
                        <a:srgbClr val="000000"/>
                      </a:solidFill>
                    </a:lnR>
                    <a:lnT w="12700" algn="ctr">
                      <a:solidFill>
                        <a:srgbClr val="000000"/>
                      </a:solidFill>
                    </a:lnT>
                    <a:lnB w="12700" algn="ctr">
                      <a:solidFill>
                        <a:srgbClr val="000000"/>
                      </a:solidFill>
                    </a:lnB>
                    <a:solidFill>
                      <a:srgbClr val="FF66CC"/>
                    </a:solidFill>
                  </a:tcPr>
                </a:tc>
                <a:tc hMerge="1">
                  <a:txBody>
                    <a:bodyPr/>
                    <a:p>
                      <a:endParaRPr/>
                    </a:p>
                  </a:txBody>
                </a:tc>
                <a:tc gridSpan="2">
                  <a:txBody>
                    <a:bodyPr/>
                    <a:p>
                      <a:pPr marL="342900" marR="0" lvl="0" indent="-342900" algn="ctr" defTabSz="914400">
                        <a:lnSpc>
                          <a:spcPct val="100000"/>
                        </a:lnSpc>
                        <a:spcBef>
                          <a:spcPts val="0"/>
                        </a:spcBef>
                        <a:spcAft>
                          <a:spcPts val="0"/>
                        </a:spcAft>
                        <a:buClrTx/>
                        <a:buSzTx/>
                        <a:buFontTx/>
                        <a:buNone/>
                        <a:defRPr/>
                      </a:pPr>
                      <a:r>
                        <a:rPr lang="en-GB" sz="2800" b="0" i="0" u="none" strike="noStrike" cap="none">
                          <a:ln>
                            <a:noFill/>
                          </a:ln>
                          <a:solidFill>
                            <a:schemeClr val="tx1"/>
                          </a:solidFill>
                          <a:latin typeface="Trebuchet MS"/>
                          <a:cs typeface="Times New Roman"/>
                        </a:rPr>
                        <a:t>Fever</a:t>
                      </a:r>
                      <a:endParaRPr/>
                    </a:p>
                  </a:txBody>
                  <a:tcPr marT="45702" marB="45702">
                    <a:lnL w="12700" algn="ctr">
                      <a:solidFill>
                        <a:srgbClr val="000000"/>
                      </a:solidFill>
                    </a:lnL>
                    <a:lnR w="12700" algn="ctr">
                      <a:solidFill>
                        <a:srgbClr val="000000"/>
                      </a:solidFill>
                    </a:lnR>
                    <a:lnT w="12700" algn="ctr">
                      <a:solidFill>
                        <a:srgbClr val="000000"/>
                      </a:solidFill>
                    </a:lnT>
                    <a:lnB w="12700" algn="ctr">
                      <a:solidFill>
                        <a:srgbClr val="000000"/>
                      </a:solidFill>
                    </a:lnB>
                    <a:solidFill>
                      <a:srgbClr val="CC99FF"/>
                    </a:solidFill>
                  </a:tcPr>
                </a:tc>
                <a:tc hMerge="1">
                  <a:txBody>
                    <a:bodyPr/>
                    <a:p>
                      <a:endParaRPr/>
                    </a:p>
                  </a:txBody>
                </a:tc>
              </a:tr>
              <a:tr h="679178">
                <a:tc>
                  <a:txBody>
                    <a:bodyPr/>
                    <a:p>
                      <a:pPr marL="0" marR="0" lvl="0" indent="0" algn="l" defTabSz="914400">
                        <a:lnSpc>
                          <a:spcPct val="100000"/>
                        </a:lnSpc>
                        <a:spcBef>
                          <a:spcPts val="0"/>
                        </a:spcBef>
                        <a:spcAft>
                          <a:spcPts val="0"/>
                        </a:spcAft>
                        <a:buClr>
                          <a:schemeClr val="accent1"/>
                        </a:buClr>
                        <a:buSzPct val="65000"/>
                        <a:buFont typeface="Wingdings"/>
                        <a:buNone/>
                        <a:defRPr/>
                      </a:pPr>
                      <a:endParaRPr lang="en-US" sz="2800" b="0" i="0" u="none" strike="noStrike" cap="none">
                        <a:ln>
                          <a:noFill/>
                        </a:ln>
                        <a:solidFill>
                          <a:schemeClr val="tx1"/>
                        </a:solidFill>
                        <a:latin typeface="Arial"/>
                      </a:endParaRPr>
                    </a:p>
                  </a:txBody>
                  <a:tcPr marT="45702" marB="45702">
                    <a:lnL w="12700" algn="ctr">
                      <a:solidFill>
                        <a:srgbClr val="000000"/>
                      </a:solidFill>
                    </a:lnL>
                    <a:lnR w="12700" algn="ctr">
                      <a:solidFill>
                        <a:srgbClr val="000000"/>
                      </a:solidFill>
                    </a:lnR>
                    <a:lnT w="12700" algn="ctr">
                      <a:solidFill>
                        <a:srgbClr val="000000"/>
                      </a:solidFill>
                    </a:lnT>
                    <a:lnB w="12700" algn="ctr">
                      <a:solidFill>
                        <a:srgbClr val="000000"/>
                      </a:solidFill>
                    </a:lnB>
                    <a:noFill/>
                  </a:tcPr>
                </a:tc>
                <a:tc>
                  <a:txBody>
                    <a:bodyPr/>
                    <a:p>
                      <a:pPr marL="342900" marR="0" lvl="0" indent="-342900" algn="ctr" defTabSz="914400">
                        <a:lnSpc>
                          <a:spcPct val="100000"/>
                        </a:lnSpc>
                        <a:spcBef>
                          <a:spcPts val="0"/>
                        </a:spcBef>
                        <a:spcAft>
                          <a:spcPts val="0"/>
                        </a:spcAft>
                        <a:buClrTx/>
                        <a:buSzTx/>
                        <a:buFontTx/>
                        <a:buNone/>
                        <a:defRPr/>
                      </a:pPr>
                      <a:r>
                        <a:rPr lang="en-GB" sz="2800" b="0" i="0" u="none" strike="noStrike" cap="none">
                          <a:ln>
                            <a:noFill/>
                          </a:ln>
                          <a:solidFill>
                            <a:schemeClr val="tx1"/>
                          </a:solidFill>
                          <a:latin typeface="Trebuchet MS"/>
                          <a:cs typeface="Times New Roman"/>
                        </a:rPr>
                        <a:t>Catch</a:t>
                      </a:r>
                      <a:endParaRPr lang="en-GB" sz="2800" b="0" i="0" u="none" strike="noStrike" cap="none">
                        <a:ln>
                          <a:noFill/>
                        </a:ln>
                        <a:solidFill>
                          <a:schemeClr val="tx1"/>
                        </a:solidFill>
                        <a:latin typeface="Arial"/>
                      </a:endParaRPr>
                    </a:p>
                  </a:txBody>
                  <a:tcPr marT="45702" marB="45702">
                    <a:lnL w="12700" algn="ctr">
                      <a:solidFill>
                        <a:srgbClr val="000000"/>
                      </a:solidFill>
                    </a:lnL>
                    <a:lnR w="12700" algn="ctr">
                      <a:solidFill>
                        <a:srgbClr val="000000"/>
                      </a:solidFill>
                    </a:lnR>
                    <a:lnT w="12700" algn="ctr">
                      <a:solidFill>
                        <a:srgbClr val="000000"/>
                      </a:solidFill>
                    </a:lnT>
                    <a:lnB w="12700" algn="ctr">
                      <a:solidFill>
                        <a:srgbClr val="000000"/>
                      </a:solidFill>
                    </a:lnB>
                    <a:solidFill>
                      <a:srgbClr val="CCFFFF"/>
                    </a:solidFill>
                  </a:tcPr>
                </a:tc>
                <a:tc>
                  <a:txBody>
                    <a:bodyPr/>
                    <a:p>
                      <a:pPr marL="342900" marR="0" lvl="0" indent="-342900" algn="ctr" defTabSz="914400">
                        <a:lnSpc>
                          <a:spcPct val="100000"/>
                        </a:lnSpc>
                        <a:spcBef>
                          <a:spcPts val="0"/>
                        </a:spcBef>
                        <a:spcAft>
                          <a:spcPts val="0"/>
                        </a:spcAft>
                        <a:buClrTx/>
                        <a:buSzTx/>
                        <a:buFontTx/>
                        <a:buNone/>
                        <a:defRPr/>
                      </a:pPr>
                      <a:r>
                        <a:rPr lang="en-GB" sz="2800" b="0" i="0" u="none" strike="noStrike" cap="none">
                          <a:ln>
                            <a:noFill/>
                          </a:ln>
                          <a:solidFill>
                            <a:schemeClr val="tx1"/>
                          </a:solidFill>
                          <a:latin typeface="Trebuchet MS"/>
                          <a:cs typeface="Times New Roman"/>
                        </a:rPr>
                        <a:t></a:t>
                      </a:r>
                      <a:r>
                        <a:rPr lang="en-GB" sz="2800" b="0" i="0" u="none" strike="noStrike" cap="none">
                          <a:ln>
                            <a:noFill/>
                          </a:ln>
                          <a:solidFill>
                            <a:schemeClr val="tx1"/>
                          </a:solidFill>
                          <a:latin typeface="Trebuchet MS"/>
                          <a:cs typeface="Times New Roman"/>
                        </a:rPr>
                        <a:t>catch</a:t>
                      </a:r>
                      <a:endParaRPr lang="en-GB" sz="2800" b="0" i="0" u="none" strike="noStrike" cap="none">
                        <a:ln>
                          <a:noFill/>
                        </a:ln>
                        <a:solidFill>
                          <a:schemeClr val="tx1"/>
                        </a:solidFill>
                        <a:latin typeface="Trebuchet MS"/>
                        <a:cs typeface="Times New Roman"/>
                      </a:endParaRPr>
                    </a:p>
                  </a:txBody>
                  <a:tcPr marT="45702" marB="45702">
                    <a:lnL w="12700" algn="ctr">
                      <a:solidFill>
                        <a:srgbClr val="000000"/>
                      </a:solidFill>
                    </a:lnL>
                    <a:lnR w="12700" algn="ctr">
                      <a:solidFill>
                        <a:srgbClr val="000000"/>
                      </a:solidFill>
                    </a:lnR>
                    <a:lnT w="12700" algn="ctr">
                      <a:solidFill>
                        <a:srgbClr val="000000"/>
                      </a:solidFill>
                    </a:lnT>
                    <a:lnB w="12700" algn="ctr">
                      <a:solidFill>
                        <a:srgbClr val="000000"/>
                      </a:solidFill>
                    </a:lnB>
                    <a:solidFill>
                      <a:srgbClr val="CCFFFF"/>
                    </a:solidFill>
                  </a:tcPr>
                </a:tc>
                <a:tc>
                  <a:txBody>
                    <a:bodyPr/>
                    <a:p>
                      <a:pPr marL="342900" marR="0" lvl="0" indent="-342900" algn="ctr" defTabSz="914400">
                        <a:lnSpc>
                          <a:spcPct val="100000"/>
                        </a:lnSpc>
                        <a:spcBef>
                          <a:spcPts val="0"/>
                        </a:spcBef>
                        <a:spcAft>
                          <a:spcPts val="0"/>
                        </a:spcAft>
                        <a:buClrTx/>
                        <a:buSzTx/>
                        <a:buFontTx/>
                        <a:buNone/>
                        <a:defRPr/>
                      </a:pPr>
                      <a:r>
                        <a:rPr lang="en-GB" sz="2800" b="0" i="0" u="none" strike="noStrike" cap="none">
                          <a:ln>
                            <a:noFill/>
                          </a:ln>
                          <a:solidFill>
                            <a:schemeClr val="tx1"/>
                          </a:solidFill>
                          <a:latin typeface="Trebuchet MS"/>
                          <a:cs typeface="Times New Roman"/>
                        </a:rPr>
                        <a:t>catch</a:t>
                      </a:r>
                      <a:endParaRPr lang="en-GB" sz="2800" b="0" i="0" u="none" strike="noStrike" cap="none">
                        <a:ln>
                          <a:noFill/>
                        </a:ln>
                        <a:solidFill>
                          <a:schemeClr val="tx1"/>
                        </a:solidFill>
                        <a:latin typeface="Arial"/>
                      </a:endParaRPr>
                    </a:p>
                  </a:txBody>
                  <a:tcPr marT="45702" marB="45702">
                    <a:lnL w="12700" algn="ctr">
                      <a:solidFill>
                        <a:srgbClr val="000000"/>
                      </a:solidFill>
                    </a:lnL>
                    <a:lnR w="12700" algn="ctr">
                      <a:solidFill>
                        <a:srgbClr val="000000"/>
                      </a:solidFill>
                    </a:lnR>
                    <a:lnT w="12700" algn="ctr">
                      <a:solidFill>
                        <a:srgbClr val="000000"/>
                      </a:solidFill>
                    </a:lnT>
                    <a:lnB w="12700" algn="ctr">
                      <a:solidFill>
                        <a:srgbClr val="000000"/>
                      </a:solidFill>
                    </a:lnB>
                    <a:solidFill>
                      <a:srgbClr val="CCFFCC"/>
                    </a:solidFill>
                  </a:tcPr>
                </a:tc>
                <a:tc>
                  <a:txBody>
                    <a:bodyPr/>
                    <a:p>
                      <a:pPr marL="342900" marR="0" lvl="0" indent="-342900" algn="ctr" defTabSz="914400">
                        <a:lnSpc>
                          <a:spcPct val="100000"/>
                        </a:lnSpc>
                        <a:spcBef>
                          <a:spcPts val="0"/>
                        </a:spcBef>
                        <a:spcAft>
                          <a:spcPts val="0"/>
                        </a:spcAft>
                        <a:buClrTx/>
                        <a:buSzTx/>
                        <a:buFontTx/>
                        <a:buNone/>
                        <a:defRPr/>
                      </a:pPr>
                      <a:r>
                        <a:rPr lang="en-GB" sz="2800" b="0" i="0" u="none" strike="noStrike" cap="none">
                          <a:ln>
                            <a:noFill/>
                          </a:ln>
                          <a:solidFill>
                            <a:schemeClr val="tx1"/>
                          </a:solidFill>
                          <a:latin typeface="Trebuchet MS"/>
                          <a:cs typeface="Times New Roman"/>
                        </a:rPr>
                        <a:t></a:t>
                      </a:r>
                      <a:r>
                        <a:rPr lang="en-GB" sz="2800" b="0" i="0" u="none" strike="noStrike" cap="none">
                          <a:ln>
                            <a:noFill/>
                          </a:ln>
                          <a:solidFill>
                            <a:schemeClr val="tx1"/>
                          </a:solidFill>
                          <a:latin typeface="Trebuchet MS"/>
                          <a:cs typeface="Times New Roman"/>
                        </a:rPr>
                        <a:t>catch</a:t>
                      </a:r>
                      <a:endParaRPr lang="en-GB" sz="2800" b="0" i="0" u="none" strike="noStrike" cap="none">
                        <a:ln>
                          <a:noFill/>
                        </a:ln>
                        <a:solidFill>
                          <a:schemeClr val="tx1"/>
                        </a:solidFill>
                        <a:latin typeface="Trebuchet MS"/>
                        <a:cs typeface="Times New Roman"/>
                      </a:endParaRPr>
                    </a:p>
                  </a:txBody>
                  <a:tcPr marT="45702" marB="45702">
                    <a:lnL w="12700" algn="ctr">
                      <a:solidFill>
                        <a:srgbClr val="000000"/>
                      </a:solidFill>
                    </a:lnL>
                    <a:lnR w="12700" algn="ctr">
                      <a:solidFill>
                        <a:srgbClr val="000000"/>
                      </a:solidFill>
                    </a:lnR>
                    <a:lnT w="12700" algn="ctr">
                      <a:solidFill>
                        <a:srgbClr val="000000"/>
                      </a:solidFill>
                    </a:lnT>
                    <a:lnB w="12700" algn="ctr">
                      <a:solidFill>
                        <a:srgbClr val="000000"/>
                      </a:solidFill>
                    </a:lnB>
                    <a:solidFill>
                      <a:srgbClr val="CCFFCC"/>
                    </a:solidFill>
                  </a:tcPr>
                </a:tc>
              </a:tr>
              <a:tr h="944843">
                <a:tc>
                  <a:txBody>
                    <a:bodyPr/>
                    <a:p>
                      <a:pPr marL="342900" marR="0" lvl="0" indent="-342900" algn="ctr" defTabSz="914400">
                        <a:lnSpc>
                          <a:spcPct val="100000"/>
                        </a:lnSpc>
                        <a:spcBef>
                          <a:spcPts val="0"/>
                        </a:spcBef>
                        <a:spcAft>
                          <a:spcPts val="0"/>
                        </a:spcAft>
                        <a:buClrTx/>
                        <a:buSzTx/>
                        <a:buFontTx/>
                        <a:buNone/>
                        <a:defRPr/>
                      </a:pPr>
                      <a:r>
                        <a:rPr lang="en-GB" sz="2800" b="0" i="0" u="none" strike="noStrike" cap="none">
                          <a:ln>
                            <a:noFill/>
                          </a:ln>
                          <a:solidFill>
                            <a:schemeClr val="tx1"/>
                          </a:solidFill>
                          <a:latin typeface="Trebuchet MS"/>
                          <a:cs typeface="Times New Roman"/>
                        </a:rPr>
                        <a:t>+PCR</a:t>
                      </a:r>
                      <a:endParaRPr/>
                    </a:p>
                  </a:txBody>
                  <a:tcPr marT="45702" marB="45702">
                    <a:lnL w="12700" algn="ctr">
                      <a:solidFill>
                        <a:srgbClr val="000000"/>
                      </a:solidFill>
                    </a:lnL>
                    <a:lnR w="12700" algn="ctr">
                      <a:solidFill>
                        <a:srgbClr val="000000"/>
                      </a:solidFill>
                    </a:lnR>
                    <a:lnT w="12700" algn="ctr">
                      <a:solidFill>
                        <a:srgbClr val="000000"/>
                      </a:solidFill>
                    </a:lnT>
                    <a:lnB w="12700" algn="ctr">
                      <a:solidFill>
                        <a:srgbClr val="000000"/>
                      </a:solidFill>
                    </a:lnB>
                    <a:solidFill>
                      <a:srgbClr val="FFFF99"/>
                    </a:solidFill>
                  </a:tcPr>
                </a:tc>
                <a:tc>
                  <a:txBody>
                    <a:bodyPr/>
                    <a:p>
                      <a:pPr marL="342900" marR="0" lvl="0" indent="-342900" algn="ctr" defTabSz="914400">
                        <a:lnSpc>
                          <a:spcPct val="100000"/>
                        </a:lnSpc>
                        <a:spcBef>
                          <a:spcPts val="0"/>
                        </a:spcBef>
                        <a:spcAft>
                          <a:spcPts val="0"/>
                        </a:spcAft>
                        <a:buClrTx/>
                        <a:buSzTx/>
                        <a:buFontTx/>
                        <a:buNone/>
                        <a:defRPr/>
                      </a:pPr>
                      <a:endParaRPr lang="en-GB" sz="2800" b="0" i="0" u="none" strike="noStrike" cap="none">
                        <a:ln>
                          <a:noFill/>
                        </a:ln>
                        <a:solidFill>
                          <a:schemeClr val="tx1"/>
                        </a:solidFill>
                        <a:latin typeface="Arial"/>
                      </a:endParaRPr>
                    </a:p>
                  </a:txBody>
                  <a:tcPr marT="45702" marB="45702">
                    <a:lnL w="12700" algn="ctr">
                      <a:solidFill>
                        <a:srgbClr val="000000"/>
                      </a:solidFill>
                    </a:lnL>
                    <a:lnR w="12700" algn="ctr">
                      <a:solidFill>
                        <a:srgbClr val="000000"/>
                      </a:solidFill>
                    </a:lnR>
                    <a:lnT w="12700" algn="ctr">
                      <a:solidFill>
                        <a:srgbClr val="000000"/>
                      </a:solidFill>
                    </a:lnT>
                    <a:lnB w="12700" algn="ctr">
                      <a:solidFill>
                        <a:srgbClr val="000000"/>
                      </a:solidFill>
                    </a:lnB>
                    <a:solidFill>
                      <a:srgbClr val="CCFFFF"/>
                    </a:solidFill>
                  </a:tcPr>
                </a:tc>
                <a:tc>
                  <a:txBody>
                    <a:bodyPr/>
                    <a:p>
                      <a:pPr marL="342900" marR="0" lvl="0" indent="-342900" algn="ctr" defTabSz="914400">
                        <a:lnSpc>
                          <a:spcPct val="100000"/>
                        </a:lnSpc>
                        <a:spcBef>
                          <a:spcPts val="0"/>
                        </a:spcBef>
                        <a:spcAft>
                          <a:spcPts val="0"/>
                        </a:spcAft>
                        <a:buClrTx/>
                        <a:buSzTx/>
                        <a:buFontTx/>
                        <a:buNone/>
                        <a:defRPr/>
                      </a:pPr>
                      <a:endParaRPr lang="en-GB" sz="2800" b="0" i="0" u="none" strike="noStrike" cap="none">
                        <a:ln>
                          <a:noFill/>
                        </a:ln>
                        <a:solidFill>
                          <a:schemeClr val="tx1"/>
                        </a:solidFill>
                        <a:latin typeface="Arial"/>
                      </a:endParaRPr>
                    </a:p>
                  </a:txBody>
                  <a:tcPr marT="45702" marB="45702">
                    <a:lnL w="12700" algn="ctr">
                      <a:solidFill>
                        <a:srgbClr val="000000"/>
                      </a:solidFill>
                    </a:lnL>
                    <a:lnR w="12700" algn="ctr">
                      <a:solidFill>
                        <a:srgbClr val="000000"/>
                      </a:solidFill>
                    </a:lnR>
                    <a:lnT w="12700" algn="ctr">
                      <a:solidFill>
                        <a:srgbClr val="000000"/>
                      </a:solidFill>
                    </a:lnT>
                    <a:lnB w="12700" algn="ctr">
                      <a:solidFill>
                        <a:srgbClr val="000000"/>
                      </a:solidFill>
                    </a:lnB>
                    <a:solidFill>
                      <a:srgbClr val="CCFFFF"/>
                    </a:solidFill>
                  </a:tcPr>
                </a:tc>
                <a:tc>
                  <a:txBody>
                    <a:bodyPr/>
                    <a:p>
                      <a:pPr marL="342900" marR="0" lvl="0" indent="-342900" algn="ctr" defTabSz="914400">
                        <a:lnSpc>
                          <a:spcPct val="100000"/>
                        </a:lnSpc>
                        <a:spcBef>
                          <a:spcPts val="0"/>
                        </a:spcBef>
                        <a:spcAft>
                          <a:spcPts val="0"/>
                        </a:spcAft>
                        <a:buClrTx/>
                        <a:buSzTx/>
                        <a:buFontTx/>
                        <a:buNone/>
                        <a:defRPr/>
                      </a:pPr>
                      <a:endParaRPr lang="en-GB" sz="2800" b="0" i="0" u="none" strike="noStrike" cap="none">
                        <a:ln>
                          <a:noFill/>
                        </a:ln>
                        <a:solidFill>
                          <a:schemeClr val="tx1"/>
                        </a:solidFill>
                        <a:latin typeface="Arial"/>
                      </a:endParaRPr>
                    </a:p>
                  </a:txBody>
                  <a:tcPr marT="45702" marB="45702">
                    <a:lnL w="12700" algn="ctr">
                      <a:solidFill>
                        <a:srgbClr val="000000"/>
                      </a:solidFill>
                    </a:lnL>
                    <a:lnR w="12700" algn="ctr">
                      <a:solidFill>
                        <a:srgbClr val="000000"/>
                      </a:solidFill>
                    </a:lnR>
                    <a:lnT w="12700" algn="ctr">
                      <a:solidFill>
                        <a:srgbClr val="000000"/>
                      </a:solidFill>
                    </a:lnT>
                    <a:lnB w="12700" algn="ctr">
                      <a:solidFill>
                        <a:srgbClr val="000000"/>
                      </a:solidFill>
                    </a:lnB>
                    <a:solidFill>
                      <a:srgbClr val="CCFFCC"/>
                    </a:solidFill>
                  </a:tcPr>
                </a:tc>
                <a:tc>
                  <a:txBody>
                    <a:bodyPr/>
                    <a:p>
                      <a:pPr marL="342900" marR="0" lvl="0" indent="-342900" algn="ctr" defTabSz="914400">
                        <a:lnSpc>
                          <a:spcPct val="100000"/>
                        </a:lnSpc>
                        <a:spcBef>
                          <a:spcPts val="0"/>
                        </a:spcBef>
                        <a:spcAft>
                          <a:spcPts val="0"/>
                        </a:spcAft>
                        <a:buClrTx/>
                        <a:buSzTx/>
                        <a:buFontTx/>
                        <a:buNone/>
                        <a:defRPr/>
                      </a:pPr>
                      <a:endParaRPr lang="en-GB" sz="2800" b="0" i="0" u="none" strike="noStrike" cap="none">
                        <a:ln>
                          <a:noFill/>
                        </a:ln>
                        <a:solidFill>
                          <a:schemeClr val="tx1"/>
                        </a:solidFill>
                        <a:latin typeface="Arial"/>
                      </a:endParaRPr>
                    </a:p>
                  </a:txBody>
                  <a:tcPr marT="45702" marB="45702">
                    <a:lnL w="12700" algn="ctr">
                      <a:solidFill>
                        <a:srgbClr val="000000"/>
                      </a:solidFill>
                    </a:lnL>
                    <a:lnR w="12700" algn="ctr">
                      <a:solidFill>
                        <a:srgbClr val="000000"/>
                      </a:solidFill>
                    </a:lnR>
                    <a:lnT w="12700" algn="ctr">
                      <a:solidFill>
                        <a:srgbClr val="000000"/>
                      </a:solidFill>
                    </a:lnT>
                    <a:lnB w="12700" algn="ctr">
                      <a:solidFill>
                        <a:srgbClr val="000000"/>
                      </a:solidFill>
                    </a:lnB>
                    <a:solidFill>
                      <a:srgbClr val="CCFFCC"/>
                    </a:solidFill>
                  </a:tcPr>
                </a:tc>
              </a:tr>
              <a:tr h="728374">
                <a:tc>
                  <a:txBody>
                    <a:bodyPr/>
                    <a:p>
                      <a:pPr marL="342900" marR="0" lvl="0" indent="-342900" algn="ctr" defTabSz="914400">
                        <a:lnSpc>
                          <a:spcPct val="100000"/>
                        </a:lnSpc>
                        <a:spcBef>
                          <a:spcPts val="0"/>
                        </a:spcBef>
                        <a:spcAft>
                          <a:spcPts val="0"/>
                        </a:spcAft>
                        <a:buClrTx/>
                        <a:buSzTx/>
                        <a:buFontTx/>
                        <a:buNone/>
                        <a:defRPr/>
                      </a:pPr>
                      <a:r>
                        <a:rPr lang="en-GB" sz="2800" b="0" i="0" u="none" strike="noStrike" cap="none">
                          <a:ln>
                            <a:noFill/>
                          </a:ln>
                          <a:solidFill>
                            <a:schemeClr val="tx1"/>
                          </a:solidFill>
                          <a:latin typeface="Trebuchet MS"/>
                          <a:cs typeface="Times New Roman"/>
                        </a:rPr>
                        <a:t>PCR</a:t>
                      </a:r>
                      <a:endParaRPr/>
                    </a:p>
                  </a:txBody>
                  <a:tcPr marT="45702" marB="45702">
                    <a:lnL w="12700" algn="ctr">
                      <a:solidFill>
                        <a:srgbClr val="000000"/>
                      </a:solidFill>
                    </a:lnL>
                    <a:lnR w="12700" algn="ctr">
                      <a:solidFill>
                        <a:srgbClr val="000000"/>
                      </a:solidFill>
                    </a:lnR>
                    <a:lnT w="12700" algn="ctr">
                      <a:solidFill>
                        <a:srgbClr val="000000"/>
                      </a:solidFill>
                    </a:lnT>
                    <a:lnB w="12700" algn="ctr">
                      <a:solidFill>
                        <a:srgbClr val="000000"/>
                      </a:solidFill>
                    </a:lnB>
                    <a:solidFill>
                      <a:srgbClr val="FF99FF"/>
                    </a:solidFill>
                  </a:tcPr>
                </a:tc>
                <a:tc>
                  <a:txBody>
                    <a:bodyPr/>
                    <a:p>
                      <a:pPr marL="342900" marR="0" lvl="0" indent="-342900" algn="ctr" defTabSz="914400">
                        <a:lnSpc>
                          <a:spcPct val="100000"/>
                        </a:lnSpc>
                        <a:spcBef>
                          <a:spcPts val="0"/>
                        </a:spcBef>
                        <a:spcAft>
                          <a:spcPts val="0"/>
                        </a:spcAft>
                        <a:buClrTx/>
                        <a:buSzTx/>
                        <a:buFontTx/>
                        <a:buNone/>
                        <a:defRPr/>
                      </a:pPr>
                      <a:endParaRPr lang="en-GB" sz="2800" b="0" i="0" u="none" strike="noStrike" cap="none">
                        <a:ln>
                          <a:noFill/>
                        </a:ln>
                        <a:solidFill>
                          <a:schemeClr val="tx1"/>
                        </a:solidFill>
                        <a:latin typeface="Arial"/>
                      </a:endParaRPr>
                    </a:p>
                  </a:txBody>
                  <a:tcPr marT="45702" marB="45702">
                    <a:lnL w="12700" algn="ctr">
                      <a:solidFill>
                        <a:srgbClr val="000000"/>
                      </a:solidFill>
                    </a:lnL>
                    <a:lnR w="12700" algn="ctr">
                      <a:solidFill>
                        <a:srgbClr val="000000"/>
                      </a:solidFill>
                    </a:lnR>
                    <a:lnT w="12700" algn="ctr">
                      <a:solidFill>
                        <a:srgbClr val="000000"/>
                      </a:solidFill>
                    </a:lnT>
                    <a:lnB w="12700" algn="ctr">
                      <a:solidFill>
                        <a:srgbClr val="000000"/>
                      </a:solidFill>
                    </a:lnB>
                    <a:solidFill>
                      <a:srgbClr val="CCFFFF"/>
                    </a:solidFill>
                  </a:tcPr>
                </a:tc>
                <a:tc>
                  <a:txBody>
                    <a:bodyPr/>
                    <a:p>
                      <a:pPr marL="342900" marR="0" lvl="0" indent="-342900" algn="ctr" defTabSz="914400">
                        <a:lnSpc>
                          <a:spcPct val="100000"/>
                        </a:lnSpc>
                        <a:spcBef>
                          <a:spcPts val="0"/>
                        </a:spcBef>
                        <a:spcAft>
                          <a:spcPts val="0"/>
                        </a:spcAft>
                        <a:buClrTx/>
                        <a:buSzTx/>
                        <a:buFontTx/>
                        <a:buNone/>
                        <a:defRPr/>
                      </a:pPr>
                      <a:endParaRPr lang="en-GB" sz="2800" b="0" i="0" u="none" strike="noStrike" cap="none">
                        <a:ln>
                          <a:noFill/>
                        </a:ln>
                        <a:solidFill>
                          <a:schemeClr val="tx1"/>
                        </a:solidFill>
                        <a:latin typeface="Arial"/>
                      </a:endParaRPr>
                    </a:p>
                  </a:txBody>
                  <a:tcPr marT="45702" marB="45702">
                    <a:lnL w="12700" algn="ctr">
                      <a:solidFill>
                        <a:srgbClr val="000000"/>
                      </a:solidFill>
                    </a:lnL>
                    <a:lnR w="12700" algn="ctr">
                      <a:solidFill>
                        <a:srgbClr val="000000"/>
                      </a:solidFill>
                    </a:lnR>
                    <a:lnT w="12700" algn="ctr">
                      <a:solidFill>
                        <a:srgbClr val="000000"/>
                      </a:solidFill>
                    </a:lnT>
                    <a:lnB w="12700" algn="ctr">
                      <a:solidFill>
                        <a:srgbClr val="000000"/>
                      </a:solidFill>
                    </a:lnB>
                    <a:solidFill>
                      <a:srgbClr val="CCFFFF"/>
                    </a:solidFill>
                  </a:tcPr>
                </a:tc>
                <a:tc>
                  <a:txBody>
                    <a:bodyPr/>
                    <a:p>
                      <a:pPr marL="342900" marR="0" lvl="0" indent="-342900" algn="ctr" defTabSz="914400">
                        <a:lnSpc>
                          <a:spcPct val="100000"/>
                        </a:lnSpc>
                        <a:spcBef>
                          <a:spcPts val="0"/>
                        </a:spcBef>
                        <a:spcAft>
                          <a:spcPts val="0"/>
                        </a:spcAft>
                        <a:buClrTx/>
                        <a:buSzTx/>
                        <a:buFontTx/>
                        <a:buNone/>
                        <a:defRPr/>
                      </a:pPr>
                      <a:endParaRPr lang="en-GB" sz="2800" b="0" i="0" u="none" strike="noStrike" cap="none">
                        <a:ln>
                          <a:noFill/>
                        </a:ln>
                        <a:solidFill>
                          <a:schemeClr val="tx1"/>
                        </a:solidFill>
                        <a:latin typeface="Arial"/>
                      </a:endParaRPr>
                    </a:p>
                  </a:txBody>
                  <a:tcPr marT="45702" marB="45702">
                    <a:lnL w="12700" algn="ctr">
                      <a:solidFill>
                        <a:srgbClr val="000000"/>
                      </a:solidFill>
                    </a:lnL>
                    <a:lnR w="12700" algn="ctr">
                      <a:solidFill>
                        <a:srgbClr val="000000"/>
                      </a:solidFill>
                    </a:lnR>
                    <a:lnT w="12700" algn="ctr">
                      <a:solidFill>
                        <a:srgbClr val="000000"/>
                      </a:solidFill>
                    </a:lnT>
                    <a:lnB w="12700" algn="ctr">
                      <a:solidFill>
                        <a:srgbClr val="000000"/>
                      </a:solidFill>
                    </a:lnB>
                    <a:solidFill>
                      <a:srgbClr val="CCFFCC"/>
                    </a:solidFill>
                  </a:tcPr>
                </a:tc>
                <a:tc>
                  <a:txBody>
                    <a:bodyPr/>
                    <a:p>
                      <a:pPr marL="342900" marR="0" lvl="0" indent="-342900" algn="ctr" defTabSz="914400">
                        <a:lnSpc>
                          <a:spcPct val="100000"/>
                        </a:lnSpc>
                        <a:spcBef>
                          <a:spcPts val="0"/>
                        </a:spcBef>
                        <a:spcAft>
                          <a:spcPts val="0"/>
                        </a:spcAft>
                        <a:buClrTx/>
                        <a:buSzTx/>
                        <a:buFontTx/>
                        <a:buNone/>
                        <a:defRPr/>
                      </a:pPr>
                      <a:endParaRPr lang="en-GB" sz="2800" b="0" i="0" u="none" strike="noStrike" cap="none">
                        <a:ln>
                          <a:noFill/>
                        </a:ln>
                        <a:solidFill>
                          <a:schemeClr val="tx1"/>
                        </a:solidFill>
                        <a:latin typeface="Arial"/>
                      </a:endParaRPr>
                    </a:p>
                  </a:txBody>
                  <a:tcPr marT="45702" marB="45702">
                    <a:lnL w="12700" algn="ctr">
                      <a:solidFill>
                        <a:srgbClr val="000000"/>
                      </a:solidFill>
                    </a:lnL>
                    <a:lnR w="12700" algn="ctr">
                      <a:solidFill>
                        <a:srgbClr val="000000"/>
                      </a:solidFill>
                    </a:lnR>
                    <a:lnT w="12700" algn="ctr">
                      <a:solidFill>
                        <a:srgbClr val="000000"/>
                      </a:solidFill>
                    </a:lnT>
                    <a:lnB w="12700" algn="ctr">
                      <a:solidFill>
                        <a:srgbClr val="000000"/>
                      </a:solidFill>
                    </a:lnB>
                    <a:solidFill>
                      <a:srgbClr val="CCFFCC"/>
                    </a:solidFill>
                  </a:tcPr>
                </a:tc>
              </a:tr>
            </a:tbl>
          </a:graphicData>
        </a:graphic>
      </p:graphicFrame>
      <p:sp>
        <p:nvSpPr>
          <p:cNvPr id="277077212" name="TextBox 1"/>
          <p:cNvSpPr txBox="1">
            <a:spLocks noChangeArrowheads="1"/>
          </p:cNvSpPr>
          <p:nvPr/>
        </p:nvSpPr>
        <p:spPr bwMode="auto">
          <a:xfrm>
            <a:off x="152400" y="4602163"/>
            <a:ext cx="8534400" cy="1570037"/>
          </a:xfrm>
          <a:prstGeom prst="rect">
            <a:avLst/>
          </a:prstGeom>
          <a:noFill/>
          <a:ln>
            <a:noFill/>
          </a:ln>
        </p:spPr>
        <p:txBody>
          <a:bodyPr>
            <a:spAutoFit/>
          </a:bodyPr>
          <a:lstStyle>
            <a:lvl1pPr>
              <a:defRPr sz="2400">
                <a:solidFill>
                  <a:schemeClr val="tx1"/>
                </a:solidFill>
                <a:latin typeface="Arial"/>
              </a:defRPr>
            </a:lvl1pPr>
            <a:lvl2pPr marL="742950" indent="-285750">
              <a:defRPr sz="2400">
                <a:solidFill>
                  <a:schemeClr val="tx1"/>
                </a:solidFill>
                <a:latin typeface="Arial"/>
              </a:defRPr>
            </a:lvl2pPr>
            <a:lvl3pPr marL="1143000" indent="-228600">
              <a:defRPr sz="2400">
                <a:solidFill>
                  <a:schemeClr val="tx1"/>
                </a:solidFill>
                <a:latin typeface="Arial"/>
              </a:defRPr>
            </a:lvl3pPr>
            <a:lvl4pPr marL="1600200" indent="-228600">
              <a:defRPr sz="2400">
                <a:solidFill>
                  <a:schemeClr val="tx1"/>
                </a:solidFill>
                <a:latin typeface="Arial"/>
              </a:defRPr>
            </a:lvl4pPr>
            <a:lvl5pPr marL="2057400" indent="-228600">
              <a:defRPr sz="2400">
                <a:solidFill>
                  <a:schemeClr val="tx1"/>
                </a:solidFill>
                <a:latin typeface="Arial"/>
              </a:defRPr>
            </a:lvl5pPr>
            <a:lvl6pPr marL="2514600" indent="-228600">
              <a:spcBef>
                <a:spcPts val="0"/>
              </a:spcBef>
              <a:spcAft>
                <a:spcPts val="0"/>
              </a:spcAft>
              <a:defRPr sz="2400">
                <a:solidFill>
                  <a:schemeClr val="tx1"/>
                </a:solidFill>
                <a:latin typeface="Arial"/>
              </a:defRPr>
            </a:lvl6pPr>
            <a:lvl7pPr marL="2971800" indent="-228600">
              <a:spcBef>
                <a:spcPts val="0"/>
              </a:spcBef>
              <a:spcAft>
                <a:spcPts val="0"/>
              </a:spcAft>
              <a:defRPr sz="2400">
                <a:solidFill>
                  <a:schemeClr val="tx1"/>
                </a:solidFill>
                <a:latin typeface="Arial"/>
              </a:defRPr>
            </a:lvl7pPr>
            <a:lvl8pPr marL="3429000" indent="-228600">
              <a:spcBef>
                <a:spcPts val="0"/>
              </a:spcBef>
              <a:spcAft>
                <a:spcPts val="0"/>
              </a:spcAft>
              <a:defRPr sz="2400">
                <a:solidFill>
                  <a:schemeClr val="tx1"/>
                </a:solidFill>
                <a:latin typeface="Arial"/>
              </a:defRPr>
            </a:lvl8pPr>
            <a:lvl9pPr marL="3886200" indent="-228600">
              <a:spcBef>
                <a:spcPts val="0"/>
              </a:spcBef>
              <a:spcAft>
                <a:spcPts val="0"/>
              </a:spcAft>
              <a:defRPr sz="2400">
                <a:solidFill>
                  <a:schemeClr val="tx1"/>
                </a:solidFill>
                <a:latin typeface="Arial"/>
              </a:defRPr>
            </a:lvl9pPr>
          </a:lstStyle>
          <a:p>
            <a:pPr algn="just">
              <a:defRPr/>
            </a:pPr>
            <a:r>
              <a:rPr lang="en-US">
                <a:solidFill>
                  <a:srgbClr val="0070C0"/>
                </a:solidFill>
              </a:rPr>
              <a:t>If the health ministry wants to maintain a covid database in the above manner, identify the variables names for the purpose. (Hint:  , Fever, ) Also suggest some realistic values for the cells regarding Sri Lankan context.</a:t>
            </a:r>
            <a:endParaRPr/>
          </a:p>
        </p:txBody>
      </p:sp>
      <p:sp>
        <p:nvSpPr>
          <p:cNvPr id="502328122" name="TextBox 1"/>
          <p:cNvSpPr txBox="1">
            <a:spLocks noChangeArrowheads="1"/>
          </p:cNvSpPr>
          <p:nvPr/>
        </p:nvSpPr>
        <p:spPr bwMode="auto">
          <a:xfrm>
            <a:off x="4724399" y="666750"/>
            <a:ext cx="1587500" cy="461963"/>
          </a:xfrm>
          <a:prstGeom prst="rect">
            <a:avLst/>
          </a:prstGeom>
          <a:noFill/>
          <a:ln>
            <a:noFill/>
          </a:ln>
        </p:spPr>
        <p:txBody>
          <a:bodyPr wrap="none">
            <a:spAutoFit/>
          </a:bodyPr>
          <a:lstStyle>
            <a:lvl1pPr>
              <a:defRPr sz="2400">
                <a:solidFill>
                  <a:schemeClr val="tx1"/>
                </a:solidFill>
                <a:latin typeface="Arial"/>
              </a:defRPr>
            </a:lvl1pPr>
            <a:lvl2pPr marL="742950" indent="-285750">
              <a:defRPr sz="2400">
                <a:solidFill>
                  <a:schemeClr val="tx1"/>
                </a:solidFill>
                <a:latin typeface="Arial"/>
              </a:defRPr>
            </a:lvl2pPr>
            <a:lvl3pPr marL="1143000" indent="-228600">
              <a:defRPr sz="2400">
                <a:solidFill>
                  <a:schemeClr val="tx1"/>
                </a:solidFill>
                <a:latin typeface="Arial"/>
              </a:defRPr>
            </a:lvl3pPr>
            <a:lvl4pPr marL="1600200" indent="-228600">
              <a:defRPr sz="2400">
                <a:solidFill>
                  <a:schemeClr val="tx1"/>
                </a:solidFill>
                <a:latin typeface="Arial"/>
              </a:defRPr>
            </a:lvl4pPr>
            <a:lvl5pPr marL="2057400" indent="-228600">
              <a:defRPr sz="2400">
                <a:solidFill>
                  <a:schemeClr val="tx1"/>
                </a:solidFill>
                <a:latin typeface="Arial"/>
              </a:defRPr>
            </a:lvl5pPr>
            <a:lvl6pPr marL="2514600" indent="-228600">
              <a:spcBef>
                <a:spcPts val="0"/>
              </a:spcBef>
              <a:spcAft>
                <a:spcPts val="0"/>
              </a:spcAft>
              <a:defRPr sz="2400">
                <a:solidFill>
                  <a:schemeClr val="tx1"/>
                </a:solidFill>
                <a:latin typeface="Arial"/>
              </a:defRPr>
            </a:lvl6pPr>
            <a:lvl7pPr marL="2971800" indent="-228600">
              <a:spcBef>
                <a:spcPts val="0"/>
              </a:spcBef>
              <a:spcAft>
                <a:spcPts val="0"/>
              </a:spcAft>
              <a:defRPr sz="2400">
                <a:solidFill>
                  <a:schemeClr val="tx1"/>
                </a:solidFill>
                <a:latin typeface="Arial"/>
              </a:defRPr>
            </a:lvl7pPr>
            <a:lvl8pPr marL="3429000" indent="-228600">
              <a:spcBef>
                <a:spcPts val="0"/>
              </a:spcBef>
              <a:spcAft>
                <a:spcPts val="0"/>
              </a:spcAft>
              <a:defRPr sz="2400">
                <a:solidFill>
                  <a:schemeClr val="tx1"/>
                </a:solidFill>
                <a:latin typeface="Arial"/>
              </a:defRPr>
            </a:lvl8pPr>
            <a:lvl9pPr marL="3886200" indent="-228600">
              <a:spcBef>
                <a:spcPts val="0"/>
              </a:spcBef>
              <a:spcAft>
                <a:spcPts val="0"/>
              </a:spcAft>
              <a:defRPr sz="2400">
                <a:solidFill>
                  <a:schemeClr val="tx1"/>
                </a:solidFill>
                <a:latin typeface="Arial"/>
              </a:defRPr>
            </a:lvl9pPr>
          </a:lstStyle>
          <a:p>
            <a:pPr>
              <a:defRPr/>
            </a:pPr>
            <a:r>
              <a:rPr lang="en-US"/>
              <a:t>symptoms</a:t>
            </a:r>
            <a:endParaRPr/>
          </a:p>
        </p:txBody>
      </p:sp>
      <p:sp>
        <p:nvSpPr>
          <p:cNvPr id="1999644829" name="TextBox 2"/>
          <p:cNvSpPr txBox="1">
            <a:spLocks noChangeArrowheads="1"/>
          </p:cNvSpPr>
          <p:nvPr/>
        </p:nvSpPr>
        <p:spPr bwMode="auto">
          <a:xfrm rot="-5400000">
            <a:off x="-385762" y="2292350"/>
            <a:ext cx="1538287" cy="461963"/>
          </a:xfrm>
          <a:prstGeom prst="rect">
            <a:avLst/>
          </a:prstGeom>
          <a:noFill/>
          <a:ln>
            <a:noFill/>
          </a:ln>
        </p:spPr>
        <p:txBody>
          <a:bodyPr wrap="none">
            <a:spAutoFit/>
          </a:bodyPr>
          <a:lstStyle>
            <a:lvl1pPr>
              <a:defRPr sz="2400">
                <a:solidFill>
                  <a:schemeClr val="tx1"/>
                </a:solidFill>
                <a:latin typeface="Arial"/>
              </a:defRPr>
            </a:lvl1pPr>
            <a:lvl2pPr marL="742950" indent="-285750">
              <a:defRPr sz="2400">
                <a:solidFill>
                  <a:schemeClr val="tx1"/>
                </a:solidFill>
                <a:latin typeface="Arial"/>
              </a:defRPr>
            </a:lvl2pPr>
            <a:lvl3pPr marL="1143000" indent="-228600">
              <a:defRPr sz="2400">
                <a:solidFill>
                  <a:schemeClr val="tx1"/>
                </a:solidFill>
                <a:latin typeface="Arial"/>
              </a:defRPr>
            </a:lvl3pPr>
            <a:lvl4pPr marL="1600200" indent="-228600">
              <a:defRPr sz="2400">
                <a:solidFill>
                  <a:schemeClr val="tx1"/>
                </a:solidFill>
                <a:latin typeface="Arial"/>
              </a:defRPr>
            </a:lvl4pPr>
            <a:lvl5pPr marL="2057400" indent="-228600">
              <a:defRPr sz="2400">
                <a:solidFill>
                  <a:schemeClr val="tx1"/>
                </a:solidFill>
                <a:latin typeface="Arial"/>
              </a:defRPr>
            </a:lvl5pPr>
            <a:lvl6pPr marL="2514600" indent="-228600">
              <a:spcBef>
                <a:spcPts val="0"/>
              </a:spcBef>
              <a:spcAft>
                <a:spcPts val="0"/>
              </a:spcAft>
              <a:defRPr sz="2400">
                <a:solidFill>
                  <a:schemeClr val="tx1"/>
                </a:solidFill>
                <a:latin typeface="Arial"/>
              </a:defRPr>
            </a:lvl6pPr>
            <a:lvl7pPr marL="2971800" indent="-228600">
              <a:spcBef>
                <a:spcPts val="0"/>
              </a:spcBef>
              <a:spcAft>
                <a:spcPts val="0"/>
              </a:spcAft>
              <a:defRPr sz="2400">
                <a:solidFill>
                  <a:schemeClr val="tx1"/>
                </a:solidFill>
                <a:latin typeface="Arial"/>
              </a:defRPr>
            </a:lvl7pPr>
            <a:lvl8pPr marL="3429000" indent="-228600">
              <a:spcBef>
                <a:spcPts val="0"/>
              </a:spcBef>
              <a:spcAft>
                <a:spcPts val="0"/>
              </a:spcAft>
              <a:defRPr sz="2400">
                <a:solidFill>
                  <a:schemeClr val="tx1"/>
                </a:solidFill>
                <a:latin typeface="Arial"/>
              </a:defRPr>
            </a:lvl8pPr>
            <a:lvl9pPr marL="3886200" indent="-228600">
              <a:spcBef>
                <a:spcPts val="0"/>
              </a:spcBef>
              <a:spcAft>
                <a:spcPts val="0"/>
              </a:spcAft>
              <a:defRPr sz="2400">
                <a:solidFill>
                  <a:schemeClr val="tx1"/>
                </a:solidFill>
                <a:latin typeface="Arial"/>
              </a:defRPr>
            </a:lvl9pPr>
          </a:lstStyle>
          <a:p>
            <a:pPr>
              <a:defRPr/>
            </a:pPr>
            <a:r>
              <a:rPr lang="en-US"/>
              <a:t>Diagnosis</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9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665885785" name="Rectangle 2"/>
          <p:cNvSpPr>
            <a:spLocks noChangeArrowheads="1" noGrp="1"/>
          </p:cNvSpPr>
          <p:nvPr>
            <p:ph type="title"/>
          </p:nvPr>
        </p:nvSpPr>
        <p:spPr bwMode="auto"/>
        <p:txBody>
          <a:bodyPr/>
          <a:lstStyle/>
          <a:p>
            <a:pPr>
              <a:defRPr/>
            </a:pPr>
            <a:r>
              <a:rPr lang="en-US" b="1">
                <a:solidFill>
                  <a:srgbClr val="00B050"/>
                </a:solidFill>
              </a:rPr>
              <a:t>Bayes’ theorem</a:t>
            </a:r>
            <a:endParaRPr/>
          </a:p>
        </p:txBody>
      </p:sp>
      <p:sp>
        <p:nvSpPr>
          <p:cNvPr id="557036266" name="Rectangle 3"/>
          <p:cNvSpPr>
            <a:spLocks noChangeArrowheads="1" noGrp="1"/>
          </p:cNvSpPr>
          <p:nvPr>
            <p:ph type="body" idx="1"/>
          </p:nvPr>
        </p:nvSpPr>
        <p:spPr bwMode="auto">
          <a:xfrm>
            <a:off x="0" y="914400"/>
            <a:ext cx="9296400" cy="4987925"/>
          </a:xfrm>
        </p:spPr>
        <p:txBody>
          <a:bodyPr/>
          <a:lstStyle/>
          <a:p>
            <a:pPr>
              <a:defRPr/>
            </a:pPr>
            <a:r>
              <a:rPr lang="en-GB" sz="2600">
                <a:solidFill>
                  <a:srgbClr val="FF0000"/>
                </a:solidFill>
              </a:rPr>
              <a:t>Combine the following result from Conditional probability</a:t>
            </a:r>
            <a:endParaRPr/>
          </a:p>
          <a:p>
            <a:pPr>
              <a:defRPr/>
            </a:pPr>
            <a:r>
              <a:rPr lang="en-GB" sz="2600">
                <a:solidFill>
                  <a:srgbClr val="3333FF"/>
                </a:solidFill>
              </a:rPr>
              <a:t>Using P(A|B) = P(A</a:t>
            </a:r>
            <a:r>
              <a:rPr lang="en-GB" sz="2600">
                <a:solidFill>
                  <a:srgbClr val="3333FF"/>
                </a:solidFill>
              </a:rPr>
              <a:t></a:t>
            </a:r>
            <a:r>
              <a:rPr lang="en-GB" sz="2600">
                <a:solidFill>
                  <a:srgbClr val="3333FF"/>
                </a:solidFill>
              </a:rPr>
              <a:t>B)/P(B) we can write the following</a:t>
            </a:r>
            <a:endParaRPr lang="en-GB" sz="2600">
              <a:solidFill>
                <a:srgbClr val="FF0000"/>
              </a:solidFill>
            </a:endParaRPr>
          </a:p>
          <a:p>
            <a:pPr lvl="1">
              <a:defRPr/>
            </a:pPr>
            <a:r>
              <a:rPr lang="en-GB">
                <a:solidFill>
                  <a:srgbClr val="3333FF"/>
                </a:solidFill>
              </a:rPr>
              <a:t>P(A|B) = P(A</a:t>
            </a:r>
            <a:r>
              <a:rPr lang="en-GB">
                <a:solidFill>
                  <a:srgbClr val="3333FF"/>
                </a:solidFill>
              </a:rPr>
              <a:t></a:t>
            </a:r>
            <a:r>
              <a:rPr lang="en-GB">
                <a:solidFill>
                  <a:srgbClr val="3333FF"/>
                </a:solidFill>
              </a:rPr>
              <a:t>B)/P(B)</a:t>
            </a:r>
            <a:r>
              <a:rPr lang="en-GB">
                <a:solidFill>
                  <a:srgbClr val="FF0000"/>
                </a:solidFill>
              </a:rPr>
              <a:t>  </a:t>
            </a:r>
            <a:r>
              <a:rPr lang="en-GB">
                <a:solidFill>
                  <a:srgbClr val="FF0000"/>
                </a:solidFill>
              </a:rPr>
              <a:t> </a:t>
            </a:r>
            <a:r>
              <a:rPr lang="en-GB">
                <a:solidFill>
                  <a:srgbClr val="3333FF"/>
                </a:solidFill>
              </a:rPr>
              <a:t>P(A</a:t>
            </a:r>
            <a:r>
              <a:rPr lang="en-GB">
                <a:solidFill>
                  <a:srgbClr val="3333FF"/>
                </a:solidFill>
              </a:rPr>
              <a:t></a:t>
            </a:r>
            <a:r>
              <a:rPr lang="en-GB">
                <a:solidFill>
                  <a:srgbClr val="3333FF"/>
                </a:solidFill>
              </a:rPr>
              <a:t>B) = P(A|B)P(B)</a:t>
            </a:r>
            <a:endParaRPr/>
          </a:p>
          <a:p>
            <a:pPr lvl="1">
              <a:defRPr/>
            </a:pPr>
            <a:r>
              <a:rPr lang="en-GB">
                <a:solidFill>
                  <a:srgbClr val="3333FF"/>
                </a:solidFill>
              </a:rPr>
              <a:t>P(B|A) = P(A</a:t>
            </a:r>
            <a:r>
              <a:rPr lang="en-GB">
                <a:solidFill>
                  <a:srgbClr val="3333FF"/>
                </a:solidFill>
              </a:rPr>
              <a:t></a:t>
            </a:r>
            <a:r>
              <a:rPr lang="en-GB">
                <a:solidFill>
                  <a:srgbClr val="3333FF"/>
                </a:solidFill>
              </a:rPr>
              <a:t>B)/P(A)</a:t>
            </a:r>
            <a:r>
              <a:rPr lang="en-GB">
                <a:solidFill>
                  <a:srgbClr val="FF0000"/>
                </a:solidFill>
              </a:rPr>
              <a:t>  </a:t>
            </a:r>
            <a:r>
              <a:rPr lang="en-GB">
                <a:solidFill>
                  <a:srgbClr val="FF0000"/>
                </a:solidFill>
              </a:rPr>
              <a:t> </a:t>
            </a:r>
            <a:r>
              <a:rPr lang="en-GB">
                <a:solidFill>
                  <a:srgbClr val="3333FF"/>
                </a:solidFill>
              </a:rPr>
              <a:t>P(B</a:t>
            </a:r>
            <a:r>
              <a:rPr lang="en-GB">
                <a:solidFill>
                  <a:srgbClr val="3333FF"/>
                </a:solidFill>
              </a:rPr>
              <a:t></a:t>
            </a:r>
            <a:r>
              <a:rPr lang="en-GB">
                <a:solidFill>
                  <a:srgbClr val="3333FF"/>
                </a:solidFill>
              </a:rPr>
              <a:t>A) = P(B|A)P(A)</a:t>
            </a:r>
            <a:endParaRPr/>
          </a:p>
          <a:p>
            <a:pPr>
              <a:defRPr/>
            </a:pPr>
            <a:r>
              <a:rPr lang="en-GB" sz="2600">
                <a:solidFill>
                  <a:srgbClr val="FF0000"/>
                </a:solidFill>
              </a:rPr>
              <a:t>Then we get the Bayes’ Theorem</a:t>
            </a:r>
            <a:endParaRPr/>
          </a:p>
          <a:p>
            <a:pPr lvl="1">
              <a:defRPr/>
            </a:pPr>
            <a:r>
              <a:rPr lang="en-GB">
                <a:solidFill>
                  <a:srgbClr val="0000FF"/>
                </a:solidFill>
                <a:highlight>
                  <a:srgbClr val="FFFF00"/>
                </a:highlight>
              </a:rPr>
              <a:t>P(B|A) = P(A|B)P(B)/P(A)</a:t>
            </a:r>
            <a:endParaRPr/>
          </a:p>
          <a:p>
            <a:pPr lvl="1">
              <a:defRPr/>
            </a:pPr>
            <a:r>
              <a:rPr lang="en-GB" sz="2400"/>
              <a:t>P(</a:t>
            </a:r>
            <a:r>
              <a:rPr lang="en-GB" sz="2400"/>
              <a:t>Dengue|Fever</a:t>
            </a:r>
            <a:r>
              <a:rPr lang="en-GB" sz="2400"/>
              <a:t>) = </a:t>
            </a:r>
            <a:r>
              <a:rPr lang="en-GB" sz="2400">
                <a:highlight>
                  <a:srgbClr val="FFFF00"/>
                </a:highlight>
              </a:rPr>
              <a:t>P(</a:t>
            </a:r>
            <a:r>
              <a:rPr lang="en-GB" sz="2400">
                <a:highlight>
                  <a:srgbClr val="FFFF00"/>
                </a:highlight>
              </a:rPr>
              <a:t>Fever|Dengue</a:t>
            </a:r>
            <a:r>
              <a:rPr lang="en-GB" sz="2400">
                <a:highlight>
                  <a:srgbClr val="FFFF00"/>
                </a:highlight>
              </a:rPr>
              <a:t>)</a:t>
            </a:r>
            <a:r>
              <a:rPr lang="en-GB" sz="2400"/>
              <a:t>P(Dengue)/P(Fever)</a:t>
            </a:r>
            <a:endParaRPr/>
          </a:p>
          <a:p>
            <a:pPr>
              <a:defRPr/>
            </a:pPr>
            <a:r>
              <a:rPr lang="en-US" sz="2600">
                <a:solidFill>
                  <a:srgbClr val="FF0000"/>
                </a:solidFill>
              </a:rPr>
              <a:t>Two patients with fever coming from Gall and Kandy may have different probabilities regarding P(dengue)/P(fever)</a:t>
            </a:r>
            <a:endParaRPr/>
          </a:p>
          <a:p>
            <a:pPr>
              <a:defRPr/>
            </a:pPr>
            <a:r>
              <a:rPr lang="en-US" sz="2600">
                <a:solidFill>
                  <a:srgbClr val="3333FF"/>
                </a:solidFill>
              </a:rPr>
              <a:t>It is also easy to </a:t>
            </a:r>
            <a:r>
              <a:rPr lang="en-US" sz="2600">
                <a:solidFill>
                  <a:srgbClr val="3333FF"/>
                </a:solidFill>
                <a:highlight>
                  <a:srgbClr val="FFFF00"/>
                </a:highlight>
              </a:rPr>
              <a:t>design experiments </a:t>
            </a:r>
            <a:r>
              <a:rPr lang="en-US" sz="2600">
                <a:solidFill>
                  <a:srgbClr val="3333FF"/>
                </a:solidFill>
              </a:rPr>
              <a:t>with Bayes’ theorem</a:t>
            </a:r>
            <a:r>
              <a:rPr lang="en-US" sz="2600">
                <a:solidFill>
                  <a:srgbClr val="FF0000"/>
                </a:solidFill>
              </a:rPr>
              <a:t> </a:t>
            </a:r>
            <a:endParaRPr/>
          </a:p>
        </p:txBody>
      </p:sp>
      <p:sp>
        <p:nvSpPr>
          <p:cNvPr id="98327759" name="TextBox 1"/>
          <p:cNvSpPr txBox="1">
            <a:spLocks noChangeArrowheads="1"/>
          </p:cNvSpPr>
          <p:nvPr/>
        </p:nvSpPr>
        <p:spPr bwMode="auto">
          <a:xfrm>
            <a:off x="5486400" y="3198813"/>
            <a:ext cx="1931988" cy="460375"/>
          </a:xfrm>
          <a:prstGeom prst="rect">
            <a:avLst/>
          </a:prstGeom>
          <a:noFill/>
          <a:ln>
            <a:noFill/>
          </a:ln>
        </p:spPr>
        <p:txBody>
          <a:bodyPr wrap="none">
            <a:spAutoFit/>
          </a:bodyPr>
          <a:lstStyle>
            <a:lvl1pPr>
              <a:defRPr sz="2400">
                <a:solidFill>
                  <a:schemeClr val="tx1"/>
                </a:solidFill>
                <a:latin typeface="Arial"/>
              </a:defRPr>
            </a:lvl1pPr>
            <a:lvl2pPr marL="742950" indent="-285750">
              <a:defRPr sz="2400">
                <a:solidFill>
                  <a:schemeClr val="tx1"/>
                </a:solidFill>
                <a:latin typeface="Arial"/>
              </a:defRPr>
            </a:lvl2pPr>
            <a:lvl3pPr marL="1143000" indent="-228600">
              <a:defRPr sz="2400">
                <a:solidFill>
                  <a:schemeClr val="tx1"/>
                </a:solidFill>
                <a:latin typeface="Arial"/>
              </a:defRPr>
            </a:lvl3pPr>
            <a:lvl4pPr marL="1600200" indent="-228600">
              <a:defRPr sz="2400">
                <a:solidFill>
                  <a:schemeClr val="tx1"/>
                </a:solidFill>
                <a:latin typeface="Arial"/>
              </a:defRPr>
            </a:lvl4pPr>
            <a:lvl5pPr marL="2057400" indent="-228600">
              <a:defRPr sz="2400">
                <a:solidFill>
                  <a:schemeClr val="tx1"/>
                </a:solidFill>
                <a:latin typeface="Arial"/>
              </a:defRPr>
            </a:lvl5pPr>
            <a:lvl6pPr marL="2514600" indent="-228600">
              <a:spcBef>
                <a:spcPts val="0"/>
              </a:spcBef>
              <a:spcAft>
                <a:spcPts val="0"/>
              </a:spcAft>
              <a:defRPr sz="2400">
                <a:solidFill>
                  <a:schemeClr val="tx1"/>
                </a:solidFill>
                <a:latin typeface="Arial"/>
              </a:defRPr>
            </a:lvl6pPr>
            <a:lvl7pPr marL="2971800" indent="-228600">
              <a:spcBef>
                <a:spcPts val="0"/>
              </a:spcBef>
              <a:spcAft>
                <a:spcPts val="0"/>
              </a:spcAft>
              <a:defRPr sz="2400">
                <a:solidFill>
                  <a:schemeClr val="tx1"/>
                </a:solidFill>
                <a:latin typeface="Arial"/>
              </a:defRPr>
            </a:lvl7pPr>
            <a:lvl8pPr marL="3429000" indent="-228600">
              <a:spcBef>
                <a:spcPts val="0"/>
              </a:spcBef>
              <a:spcAft>
                <a:spcPts val="0"/>
              </a:spcAft>
              <a:defRPr sz="2400">
                <a:solidFill>
                  <a:schemeClr val="tx1"/>
                </a:solidFill>
                <a:latin typeface="Arial"/>
              </a:defRPr>
            </a:lvl8pPr>
            <a:lvl9pPr marL="3886200" indent="-228600">
              <a:spcBef>
                <a:spcPts val="0"/>
              </a:spcBef>
              <a:spcAft>
                <a:spcPts val="0"/>
              </a:spcAft>
              <a:defRPr sz="2400">
                <a:solidFill>
                  <a:schemeClr val="tx1"/>
                </a:solidFill>
                <a:latin typeface="Arial"/>
              </a:defRPr>
            </a:lvl9pPr>
          </a:lstStyle>
          <a:p>
            <a:pPr>
              <a:defRPr/>
            </a:pPr>
            <a:r>
              <a:rPr lang="en-US"/>
              <a:t>Medical note</a:t>
            </a:r>
            <a:endParaRPr/>
          </a:p>
        </p:txBody>
      </p:sp>
      <p:cxnSp>
        <p:nvCxnSpPr>
          <p:cNvPr id="1654736602" name="Straight Arrow Connector 5"/>
          <p:cNvCxnSpPr/>
          <p:nvPr/>
        </p:nvCxnSpPr>
        <p:spPr bwMode="auto">
          <a:xfrm flipH="1">
            <a:off x="4953000" y="3505199"/>
            <a:ext cx="457200" cy="304800"/>
          </a:xfrm>
          <a:prstGeom prst="straightConnector1">
            <a:avLst/>
          </a:prstGeom>
          <a:ln w="38100">
            <a:solidFill>
              <a:srgbClr val="3333FF"/>
            </a:solidFill>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9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19232306" name="Rectangle 2"/>
          <p:cNvSpPr>
            <a:spLocks noChangeArrowheads="1" noGrp="1"/>
          </p:cNvSpPr>
          <p:nvPr>
            <p:ph type="title"/>
          </p:nvPr>
        </p:nvSpPr>
        <p:spPr bwMode="auto">
          <a:xfrm>
            <a:off x="457200" y="228600"/>
            <a:ext cx="8229600" cy="1139825"/>
          </a:xfrm>
        </p:spPr>
        <p:txBody>
          <a:bodyPr/>
          <a:lstStyle/>
          <a:p>
            <a:pPr>
              <a:defRPr/>
            </a:pPr>
            <a:r>
              <a:rPr lang="en-US" b="1">
                <a:solidFill>
                  <a:srgbClr val="00B050"/>
                </a:solidFill>
              </a:rPr>
              <a:t>Example 15</a:t>
            </a:r>
            <a:endParaRPr/>
          </a:p>
        </p:txBody>
      </p:sp>
      <p:sp>
        <p:nvSpPr>
          <p:cNvPr id="716922824" name="Rectangle 3"/>
          <p:cNvSpPr>
            <a:spLocks noChangeArrowheads="1" noGrp="1"/>
          </p:cNvSpPr>
          <p:nvPr>
            <p:ph type="body" idx="1"/>
          </p:nvPr>
        </p:nvSpPr>
        <p:spPr bwMode="auto">
          <a:xfrm>
            <a:off x="457200" y="1163638"/>
            <a:ext cx="8229600" cy="4530725"/>
          </a:xfrm>
        </p:spPr>
        <p:txBody>
          <a:bodyPr/>
          <a:lstStyle/>
          <a:p>
            <a:pPr algn="just">
              <a:defRPr/>
            </a:pPr>
            <a:r>
              <a:rPr lang="en-GB" sz="2400">
                <a:solidFill>
                  <a:srgbClr val="3333FF"/>
                </a:solidFill>
              </a:rPr>
              <a:t>Suppose a doctor knows from medical research that </a:t>
            </a:r>
            <a:r>
              <a:rPr lang="en-GB" sz="2400" u="sng">
                <a:solidFill>
                  <a:srgbClr val="3333FF"/>
                </a:solidFill>
              </a:rPr>
              <a:t>dengue</a:t>
            </a:r>
            <a:r>
              <a:rPr lang="en-GB" sz="2400">
                <a:solidFill>
                  <a:srgbClr val="3333FF"/>
                </a:solidFill>
              </a:rPr>
              <a:t> causes </a:t>
            </a:r>
            <a:r>
              <a:rPr lang="en-GB" sz="2400" u="sng">
                <a:solidFill>
                  <a:srgbClr val="3333FF"/>
                </a:solidFill>
              </a:rPr>
              <a:t>vomiting</a:t>
            </a:r>
            <a:r>
              <a:rPr lang="en-GB" sz="2400">
                <a:solidFill>
                  <a:srgbClr val="3333FF"/>
                </a:solidFill>
              </a:rPr>
              <a:t>, say 60%of the time. The doctor also knows that a person having </a:t>
            </a:r>
            <a:r>
              <a:rPr lang="en-GB" sz="2400" u="sng">
                <a:solidFill>
                  <a:srgbClr val="3333FF"/>
                </a:solidFill>
              </a:rPr>
              <a:t>dengue</a:t>
            </a:r>
            <a:r>
              <a:rPr lang="en-GB" sz="2400">
                <a:solidFill>
                  <a:srgbClr val="3333FF"/>
                </a:solidFill>
              </a:rPr>
              <a:t> is 5% in a certain area. Further, the doctor knows that 7% is the probability that a person has </a:t>
            </a:r>
            <a:r>
              <a:rPr lang="en-GB" sz="2400" u="sng">
                <a:solidFill>
                  <a:srgbClr val="3333FF"/>
                </a:solidFill>
              </a:rPr>
              <a:t>vomiting</a:t>
            </a:r>
            <a:r>
              <a:rPr lang="en-GB" sz="2400">
                <a:solidFill>
                  <a:srgbClr val="3333FF"/>
                </a:solidFill>
              </a:rPr>
              <a:t> in that area. Find the probability of a patient having dengue if he has the symptom of vomiting.</a:t>
            </a:r>
            <a:endParaRPr/>
          </a:p>
          <a:p>
            <a:pPr>
              <a:defRPr/>
            </a:pPr>
            <a:endParaRPr lang="en-GB">
              <a:solidFill>
                <a:srgbClr val="3333FF"/>
              </a:solidFill>
            </a:endParaRPr>
          </a:p>
          <a:p>
            <a:pPr>
              <a:defRPr/>
            </a:pPr>
            <a:r>
              <a:rPr lang="en-GB" sz="2400">
                <a:solidFill>
                  <a:srgbClr val="3333FF"/>
                </a:solidFill>
              </a:rPr>
              <a:t>Dengue, vomiting</a:t>
            </a:r>
            <a:endParaRPr/>
          </a:p>
          <a:p>
            <a:pPr>
              <a:defRPr/>
            </a:pPr>
            <a:r>
              <a:rPr lang="en-GB" sz="2400">
                <a:solidFill>
                  <a:srgbClr val="3333FF"/>
                </a:solidFill>
              </a:rPr>
              <a:t>We are looking for P(D|V)?</a:t>
            </a:r>
            <a:endParaRPr/>
          </a:p>
          <a:p>
            <a:pPr>
              <a:defRPr/>
            </a:pPr>
            <a:r>
              <a:rPr lang="en-GB" sz="2400">
                <a:solidFill>
                  <a:srgbClr val="3333FF"/>
                </a:solidFill>
                <a:highlight>
                  <a:srgbClr val="FFFF00"/>
                </a:highlight>
              </a:rPr>
              <a:t>P(D), P(V), </a:t>
            </a:r>
            <a:r>
              <a:rPr lang="en-GB" sz="2400">
                <a:solidFill>
                  <a:srgbClr val="3333FF"/>
                </a:solidFill>
              </a:rPr>
              <a:t>P(V|D)</a:t>
            </a:r>
            <a:endParaRPr/>
          </a:p>
          <a:p>
            <a:pPr>
              <a:defRPr/>
            </a:pPr>
            <a:endParaRPr lang="en-US">
              <a:solidFill>
                <a:srgbClr val="3333FF"/>
              </a:solidFil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9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806381549" name="Rectangle 2"/>
          <p:cNvSpPr>
            <a:spLocks noChangeArrowheads="1" noGrp="1"/>
          </p:cNvSpPr>
          <p:nvPr>
            <p:ph type="title"/>
          </p:nvPr>
        </p:nvSpPr>
        <p:spPr bwMode="auto"/>
        <p:txBody>
          <a:bodyPr/>
          <a:lstStyle/>
          <a:p>
            <a:pPr>
              <a:defRPr/>
            </a:pPr>
            <a:r>
              <a:rPr lang="en-US" b="1">
                <a:solidFill>
                  <a:srgbClr val="00B050"/>
                </a:solidFill>
              </a:rPr>
              <a:t>Example…</a:t>
            </a:r>
            <a:endParaRPr/>
          </a:p>
        </p:txBody>
      </p:sp>
      <p:sp>
        <p:nvSpPr>
          <p:cNvPr id="1917185587" name="Rectangle 3"/>
          <p:cNvSpPr>
            <a:spLocks noChangeArrowheads="1" noGrp="1"/>
          </p:cNvSpPr>
          <p:nvPr>
            <p:ph type="body" idx="1"/>
          </p:nvPr>
        </p:nvSpPr>
        <p:spPr bwMode="auto">
          <a:xfrm>
            <a:off x="0" y="1600200"/>
            <a:ext cx="9144000" cy="4530725"/>
          </a:xfrm>
        </p:spPr>
        <p:txBody>
          <a:bodyPr/>
          <a:lstStyle/>
          <a:p>
            <a:pPr>
              <a:lnSpc>
                <a:spcPct val="90000"/>
              </a:lnSpc>
              <a:defRPr/>
            </a:pPr>
            <a:r>
              <a:rPr lang="en-GB" sz="2100">
                <a:solidFill>
                  <a:srgbClr val="3333FF"/>
                </a:solidFill>
              </a:rPr>
              <a:t>Then, we can write  </a:t>
            </a:r>
            <a:endParaRPr/>
          </a:p>
          <a:p>
            <a:pPr lvl="1">
              <a:lnSpc>
                <a:spcPct val="90000"/>
              </a:lnSpc>
              <a:buFont typeface="Wingdings"/>
              <a:buNone/>
              <a:defRPr/>
            </a:pPr>
            <a:r>
              <a:rPr lang="en-GB" sz="2000">
                <a:solidFill>
                  <a:srgbClr val="FF0000"/>
                </a:solidFill>
              </a:rPr>
              <a:t>                                 </a:t>
            </a:r>
            <a:r>
              <a:rPr lang="en-GB" sz="2400">
                <a:solidFill>
                  <a:srgbClr val="FF0000"/>
                </a:solidFill>
              </a:rPr>
              <a:t>P(</a:t>
            </a:r>
            <a:r>
              <a:rPr lang="en-GB" sz="2400">
                <a:solidFill>
                  <a:srgbClr val="FF0000"/>
                </a:solidFill>
              </a:rPr>
              <a:t>vomiting|dengue</a:t>
            </a:r>
            <a:r>
              <a:rPr lang="en-GB" sz="2400">
                <a:solidFill>
                  <a:srgbClr val="FF0000"/>
                </a:solidFill>
              </a:rPr>
              <a:t>) = 0.6</a:t>
            </a:r>
            <a:endParaRPr/>
          </a:p>
          <a:p>
            <a:pPr lvl="1">
              <a:lnSpc>
                <a:spcPct val="90000"/>
              </a:lnSpc>
              <a:buFont typeface="Wingdings"/>
              <a:buNone/>
              <a:defRPr/>
            </a:pPr>
            <a:r>
              <a:rPr lang="en-GB" sz="2400">
                <a:solidFill>
                  <a:srgbClr val="FF0000"/>
                </a:solidFill>
              </a:rPr>
              <a:t>                           P(dengue) = 0.05</a:t>
            </a:r>
            <a:endParaRPr/>
          </a:p>
          <a:p>
            <a:pPr lvl="1">
              <a:lnSpc>
                <a:spcPct val="90000"/>
              </a:lnSpc>
              <a:buFont typeface="Wingdings"/>
              <a:buNone/>
              <a:defRPr/>
            </a:pPr>
            <a:r>
              <a:rPr lang="en-GB" sz="2400">
                <a:solidFill>
                  <a:srgbClr val="FF0000"/>
                </a:solidFill>
              </a:rPr>
              <a:t>                           P(vomiting) = 0.07</a:t>
            </a:r>
            <a:endParaRPr/>
          </a:p>
          <a:p>
            <a:pPr>
              <a:lnSpc>
                <a:spcPct val="90000"/>
              </a:lnSpc>
              <a:buFont typeface="Wingdings"/>
              <a:buNone/>
              <a:defRPr/>
            </a:pPr>
            <a:endParaRPr lang="en-GB" sz="2400">
              <a:solidFill>
                <a:srgbClr val="990000"/>
              </a:solidFill>
            </a:endParaRPr>
          </a:p>
          <a:p>
            <a:pPr>
              <a:lnSpc>
                <a:spcPct val="90000"/>
              </a:lnSpc>
              <a:defRPr/>
            </a:pPr>
            <a:r>
              <a:rPr lang="en-GB" sz="2100">
                <a:solidFill>
                  <a:srgbClr val="3333FF"/>
                </a:solidFill>
              </a:rPr>
              <a:t>P(</a:t>
            </a:r>
            <a:r>
              <a:rPr lang="en-GB" sz="2100">
                <a:solidFill>
                  <a:srgbClr val="3333FF"/>
                </a:solidFill>
              </a:rPr>
              <a:t>dengue|vomiting</a:t>
            </a:r>
            <a:r>
              <a:rPr lang="en-GB" sz="2100">
                <a:solidFill>
                  <a:srgbClr val="3333FF"/>
                </a:solidFill>
              </a:rPr>
              <a:t>) = P(</a:t>
            </a:r>
            <a:r>
              <a:rPr lang="en-GB" sz="2100">
                <a:solidFill>
                  <a:srgbClr val="3333FF"/>
                </a:solidFill>
              </a:rPr>
              <a:t>vomiting|dengue</a:t>
            </a:r>
            <a:r>
              <a:rPr lang="en-GB" sz="2100">
                <a:solidFill>
                  <a:srgbClr val="3333FF"/>
                </a:solidFill>
              </a:rPr>
              <a:t>)P(dengue)/P(vomiting)</a:t>
            </a:r>
            <a:endParaRPr/>
          </a:p>
          <a:p>
            <a:pPr>
              <a:lnSpc>
                <a:spcPct val="90000"/>
              </a:lnSpc>
              <a:buFont typeface="Wingdings"/>
              <a:buNone/>
              <a:defRPr/>
            </a:pPr>
            <a:r>
              <a:rPr lang="en-GB" sz="2100"/>
              <a:t>                                     = </a:t>
            </a:r>
            <a:r>
              <a:rPr lang="en-GB" sz="2100">
                <a:solidFill>
                  <a:srgbClr val="3333FF"/>
                </a:solidFill>
              </a:rPr>
              <a:t>0.6 x 0.05 /0.07 = 0.03/0.07 = 0.4285</a:t>
            </a:r>
            <a:endParaRPr/>
          </a:p>
          <a:p>
            <a:pPr marL="0" indent="0">
              <a:lnSpc>
                <a:spcPct val="90000"/>
              </a:lnSpc>
              <a:buFont typeface="Wingdings"/>
              <a:buNone/>
              <a:defRPr/>
            </a:pPr>
            <a:endParaRPr lang="en-GB" sz="2100">
              <a:solidFill>
                <a:srgbClr val="00B050"/>
              </a:solidFill>
            </a:endParaRPr>
          </a:p>
        </p:txBody>
      </p:sp>
      <p:sp>
        <p:nvSpPr>
          <p:cNvPr id="597008268" name="TextBox 1"/>
          <p:cNvSpPr txBox="1">
            <a:spLocks noChangeArrowheads="1"/>
          </p:cNvSpPr>
          <p:nvPr/>
        </p:nvSpPr>
        <p:spPr bwMode="auto">
          <a:xfrm>
            <a:off x="5638800" y="3198813"/>
            <a:ext cx="819150" cy="460375"/>
          </a:xfrm>
          <a:prstGeom prst="rect">
            <a:avLst/>
          </a:prstGeom>
          <a:noFill/>
          <a:ln>
            <a:noFill/>
          </a:ln>
        </p:spPr>
        <p:txBody>
          <a:bodyPr wrap="none">
            <a:spAutoFit/>
          </a:bodyPr>
          <a:lstStyle>
            <a:lvl1pPr>
              <a:defRPr sz="2400">
                <a:solidFill>
                  <a:schemeClr val="tx1"/>
                </a:solidFill>
                <a:latin typeface="Arial"/>
              </a:defRPr>
            </a:lvl1pPr>
            <a:lvl2pPr marL="742950" indent="-285750">
              <a:defRPr sz="2400">
                <a:solidFill>
                  <a:schemeClr val="tx1"/>
                </a:solidFill>
                <a:latin typeface="Arial"/>
              </a:defRPr>
            </a:lvl2pPr>
            <a:lvl3pPr marL="1143000" indent="-228600">
              <a:defRPr sz="2400">
                <a:solidFill>
                  <a:schemeClr val="tx1"/>
                </a:solidFill>
                <a:latin typeface="Arial"/>
              </a:defRPr>
            </a:lvl3pPr>
            <a:lvl4pPr marL="1600200" indent="-228600">
              <a:defRPr sz="2400">
                <a:solidFill>
                  <a:schemeClr val="tx1"/>
                </a:solidFill>
                <a:latin typeface="Arial"/>
              </a:defRPr>
            </a:lvl4pPr>
            <a:lvl5pPr marL="2057400" indent="-228600">
              <a:defRPr sz="2400">
                <a:solidFill>
                  <a:schemeClr val="tx1"/>
                </a:solidFill>
                <a:latin typeface="Arial"/>
              </a:defRPr>
            </a:lvl5pPr>
            <a:lvl6pPr marL="2514600" indent="-228600">
              <a:spcBef>
                <a:spcPts val="0"/>
              </a:spcBef>
              <a:spcAft>
                <a:spcPts val="0"/>
              </a:spcAft>
              <a:defRPr sz="2400">
                <a:solidFill>
                  <a:schemeClr val="tx1"/>
                </a:solidFill>
                <a:latin typeface="Arial"/>
              </a:defRPr>
            </a:lvl6pPr>
            <a:lvl7pPr marL="2971800" indent="-228600">
              <a:spcBef>
                <a:spcPts val="0"/>
              </a:spcBef>
              <a:spcAft>
                <a:spcPts val="0"/>
              </a:spcAft>
              <a:defRPr sz="2400">
                <a:solidFill>
                  <a:schemeClr val="tx1"/>
                </a:solidFill>
                <a:latin typeface="Arial"/>
              </a:defRPr>
            </a:lvl7pPr>
            <a:lvl8pPr marL="3429000" indent="-228600">
              <a:spcBef>
                <a:spcPts val="0"/>
              </a:spcBef>
              <a:spcAft>
                <a:spcPts val="0"/>
              </a:spcAft>
              <a:defRPr sz="2400">
                <a:solidFill>
                  <a:schemeClr val="tx1"/>
                </a:solidFill>
                <a:latin typeface="Arial"/>
              </a:defRPr>
            </a:lvl8pPr>
            <a:lvl9pPr marL="3886200" indent="-228600">
              <a:spcBef>
                <a:spcPts val="0"/>
              </a:spcBef>
              <a:spcAft>
                <a:spcPts val="0"/>
              </a:spcAft>
              <a:defRPr sz="2400">
                <a:solidFill>
                  <a:schemeClr val="tx1"/>
                </a:solidFill>
                <a:latin typeface="Arial"/>
              </a:defRPr>
            </a:lvl9pPr>
          </a:lstStyle>
          <a:p>
            <a:pPr>
              <a:defRPr/>
            </a:pPr>
            <a:r>
              <a:rPr lang="en-US"/>
              <a:t>local</a:t>
            </a:r>
            <a:endParaRPr/>
          </a:p>
        </p:txBody>
      </p:sp>
      <p:sp>
        <p:nvSpPr>
          <p:cNvPr id="1285360468" name="TextBox 4"/>
          <p:cNvSpPr txBox="1">
            <a:spLocks noChangeArrowheads="1"/>
          </p:cNvSpPr>
          <p:nvPr/>
        </p:nvSpPr>
        <p:spPr bwMode="auto">
          <a:xfrm>
            <a:off x="6877050" y="3200400"/>
            <a:ext cx="819150" cy="461963"/>
          </a:xfrm>
          <a:prstGeom prst="rect">
            <a:avLst/>
          </a:prstGeom>
          <a:noFill/>
          <a:ln>
            <a:noFill/>
          </a:ln>
        </p:spPr>
        <p:txBody>
          <a:bodyPr wrap="none">
            <a:spAutoFit/>
          </a:bodyPr>
          <a:lstStyle>
            <a:lvl1pPr>
              <a:defRPr sz="2400">
                <a:solidFill>
                  <a:schemeClr val="tx1"/>
                </a:solidFill>
                <a:latin typeface="Arial"/>
              </a:defRPr>
            </a:lvl1pPr>
            <a:lvl2pPr marL="742950" indent="-285750">
              <a:defRPr sz="2400">
                <a:solidFill>
                  <a:schemeClr val="tx1"/>
                </a:solidFill>
                <a:latin typeface="Arial"/>
              </a:defRPr>
            </a:lvl2pPr>
            <a:lvl3pPr marL="1143000" indent="-228600">
              <a:defRPr sz="2400">
                <a:solidFill>
                  <a:schemeClr val="tx1"/>
                </a:solidFill>
                <a:latin typeface="Arial"/>
              </a:defRPr>
            </a:lvl3pPr>
            <a:lvl4pPr marL="1600200" indent="-228600">
              <a:defRPr sz="2400">
                <a:solidFill>
                  <a:schemeClr val="tx1"/>
                </a:solidFill>
                <a:latin typeface="Arial"/>
              </a:defRPr>
            </a:lvl4pPr>
            <a:lvl5pPr marL="2057400" indent="-228600">
              <a:defRPr sz="2400">
                <a:solidFill>
                  <a:schemeClr val="tx1"/>
                </a:solidFill>
                <a:latin typeface="Arial"/>
              </a:defRPr>
            </a:lvl5pPr>
            <a:lvl6pPr marL="2514600" indent="-228600">
              <a:spcBef>
                <a:spcPts val="0"/>
              </a:spcBef>
              <a:spcAft>
                <a:spcPts val="0"/>
              </a:spcAft>
              <a:defRPr sz="2400">
                <a:solidFill>
                  <a:schemeClr val="tx1"/>
                </a:solidFill>
                <a:latin typeface="Arial"/>
              </a:defRPr>
            </a:lvl6pPr>
            <a:lvl7pPr marL="2971800" indent="-228600">
              <a:spcBef>
                <a:spcPts val="0"/>
              </a:spcBef>
              <a:spcAft>
                <a:spcPts val="0"/>
              </a:spcAft>
              <a:defRPr sz="2400">
                <a:solidFill>
                  <a:schemeClr val="tx1"/>
                </a:solidFill>
                <a:latin typeface="Arial"/>
              </a:defRPr>
            </a:lvl7pPr>
            <a:lvl8pPr marL="3429000" indent="-228600">
              <a:spcBef>
                <a:spcPts val="0"/>
              </a:spcBef>
              <a:spcAft>
                <a:spcPts val="0"/>
              </a:spcAft>
              <a:defRPr sz="2400">
                <a:solidFill>
                  <a:schemeClr val="tx1"/>
                </a:solidFill>
                <a:latin typeface="Arial"/>
              </a:defRPr>
            </a:lvl8pPr>
            <a:lvl9pPr marL="3886200" indent="-228600">
              <a:spcBef>
                <a:spcPts val="0"/>
              </a:spcBef>
              <a:spcAft>
                <a:spcPts val="0"/>
              </a:spcAft>
              <a:defRPr sz="2400">
                <a:solidFill>
                  <a:schemeClr val="tx1"/>
                </a:solidFill>
                <a:latin typeface="Arial"/>
              </a:defRPr>
            </a:lvl9pPr>
          </a:lstStyle>
          <a:p>
            <a:pPr>
              <a:defRPr/>
            </a:pPr>
            <a:r>
              <a:rPr lang="en-US"/>
              <a:t>local</a:t>
            </a:r>
            <a:endParaRPr/>
          </a:p>
        </p:txBody>
      </p:sp>
      <p:sp>
        <p:nvSpPr>
          <p:cNvPr id="779076196" name="TextBox 5"/>
          <p:cNvSpPr txBox="1">
            <a:spLocks noChangeArrowheads="1"/>
          </p:cNvSpPr>
          <p:nvPr/>
        </p:nvSpPr>
        <p:spPr bwMode="auto">
          <a:xfrm>
            <a:off x="3533775" y="3198813"/>
            <a:ext cx="1470025" cy="461962"/>
          </a:xfrm>
          <a:prstGeom prst="rect">
            <a:avLst/>
          </a:prstGeom>
          <a:noFill/>
          <a:ln>
            <a:noFill/>
          </a:ln>
        </p:spPr>
        <p:txBody>
          <a:bodyPr wrap="none">
            <a:spAutoFit/>
          </a:bodyPr>
          <a:lstStyle>
            <a:lvl1pPr>
              <a:defRPr sz="2400">
                <a:solidFill>
                  <a:schemeClr val="tx1"/>
                </a:solidFill>
                <a:latin typeface="Arial"/>
              </a:defRPr>
            </a:lvl1pPr>
            <a:lvl2pPr marL="742950" indent="-285750">
              <a:defRPr sz="2400">
                <a:solidFill>
                  <a:schemeClr val="tx1"/>
                </a:solidFill>
                <a:latin typeface="Arial"/>
              </a:defRPr>
            </a:lvl2pPr>
            <a:lvl3pPr marL="1143000" indent="-228600">
              <a:defRPr sz="2400">
                <a:solidFill>
                  <a:schemeClr val="tx1"/>
                </a:solidFill>
                <a:latin typeface="Arial"/>
              </a:defRPr>
            </a:lvl3pPr>
            <a:lvl4pPr marL="1600200" indent="-228600">
              <a:defRPr sz="2400">
                <a:solidFill>
                  <a:schemeClr val="tx1"/>
                </a:solidFill>
                <a:latin typeface="Arial"/>
              </a:defRPr>
            </a:lvl4pPr>
            <a:lvl5pPr marL="2057400" indent="-228600">
              <a:defRPr sz="2400">
                <a:solidFill>
                  <a:schemeClr val="tx1"/>
                </a:solidFill>
                <a:latin typeface="Arial"/>
              </a:defRPr>
            </a:lvl5pPr>
            <a:lvl6pPr marL="2514600" indent="-228600">
              <a:spcBef>
                <a:spcPts val="0"/>
              </a:spcBef>
              <a:spcAft>
                <a:spcPts val="0"/>
              </a:spcAft>
              <a:defRPr sz="2400">
                <a:solidFill>
                  <a:schemeClr val="tx1"/>
                </a:solidFill>
                <a:latin typeface="Arial"/>
              </a:defRPr>
            </a:lvl6pPr>
            <a:lvl7pPr marL="2971800" indent="-228600">
              <a:spcBef>
                <a:spcPts val="0"/>
              </a:spcBef>
              <a:spcAft>
                <a:spcPts val="0"/>
              </a:spcAft>
              <a:defRPr sz="2400">
                <a:solidFill>
                  <a:schemeClr val="tx1"/>
                </a:solidFill>
                <a:latin typeface="Arial"/>
              </a:defRPr>
            </a:lvl7pPr>
            <a:lvl8pPr marL="3429000" indent="-228600">
              <a:spcBef>
                <a:spcPts val="0"/>
              </a:spcBef>
              <a:spcAft>
                <a:spcPts val="0"/>
              </a:spcAft>
              <a:defRPr sz="2400">
                <a:solidFill>
                  <a:schemeClr val="tx1"/>
                </a:solidFill>
                <a:latin typeface="Arial"/>
              </a:defRPr>
            </a:lvl8pPr>
            <a:lvl9pPr marL="3886200" indent="-228600">
              <a:spcBef>
                <a:spcPts val="0"/>
              </a:spcBef>
              <a:spcAft>
                <a:spcPts val="0"/>
              </a:spcAft>
              <a:defRPr sz="2400">
                <a:solidFill>
                  <a:schemeClr val="tx1"/>
                </a:solidFill>
                <a:latin typeface="Arial"/>
              </a:defRPr>
            </a:lvl9pPr>
          </a:lstStyle>
          <a:p>
            <a:pPr>
              <a:defRPr/>
            </a:pPr>
            <a:r>
              <a:rPr lang="en-US"/>
              <a:t>Universal</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9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71022196" name="Title 1"/>
          <p:cNvSpPr>
            <a:spLocks noChangeArrowheads="1" noGrp="1"/>
          </p:cNvSpPr>
          <p:nvPr>
            <p:ph type="title"/>
          </p:nvPr>
        </p:nvSpPr>
        <p:spPr bwMode="auto"/>
        <p:txBody>
          <a:bodyPr/>
          <a:lstStyle/>
          <a:p>
            <a:pPr>
              <a:defRPr/>
            </a:pPr>
            <a:r>
              <a:rPr lang="en-US" b="1">
                <a:solidFill>
                  <a:srgbClr val="00B050"/>
                </a:solidFill>
              </a:rPr>
              <a:t>Exercise 16</a:t>
            </a:r>
            <a:endParaRPr/>
          </a:p>
        </p:txBody>
      </p:sp>
      <p:sp>
        <p:nvSpPr>
          <p:cNvPr id="1852263443" name="Content Placeholder 2"/>
          <p:cNvSpPr>
            <a:spLocks noGrp="1"/>
          </p:cNvSpPr>
          <p:nvPr>
            <p:ph idx="1"/>
          </p:nvPr>
        </p:nvSpPr>
        <p:spPr bwMode="auto">
          <a:xfrm>
            <a:off x="482600" y="1163637"/>
            <a:ext cx="8229600" cy="4475163"/>
          </a:xfrm>
        </p:spPr>
        <p:txBody>
          <a:bodyPr/>
          <a:lstStyle/>
          <a:p>
            <a:pPr algn="just">
              <a:defRPr/>
            </a:pPr>
            <a:r>
              <a:rPr lang="en-US" sz="2200"/>
              <a:t>Suppose a technician deals with repairing computers. He gets computers with the symptom of the </a:t>
            </a:r>
            <a:r>
              <a:rPr lang="en-US" sz="2200">
                <a:highlight>
                  <a:srgbClr val="FFFF00"/>
                </a:highlight>
              </a:rPr>
              <a:t>slowdown</a:t>
            </a:r>
            <a:r>
              <a:rPr lang="en-US" sz="2200"/>
              <a:t> in the machine even with one or two applications. He has found </a:t>
            </a:r>
            <a:r>
              <a:rPr lang="en-US" sz="2200">
                <a:highlight>
                  <a:srgbClr val="FFFF00"/>
                </a:highlight>
              </a:rPr>
              <a:t>low memory</a:t>
            </a:r>
            <a:r>
              <a:rPr lang="en-US" sz="2200"/>
              <a:t> is the problem for this. If the technician wishes to record symptoms and problems for his decisions, how the experiment should be conducted? </a:t>
            </a:r>
            <a:endParaRPr/>
          </a:p>
          <a:p>
            <a:pPr marL="0" indent="0" algn="just">
              <a:buFont typeface="Wingdings"/>
              <a:buNone/>
              <a:defRPr/>
            </a:pPr>
            <a:endParaRPr lang="en-US" sz="2600"/>
          </a:p>
          <a:p>
            <a:pPr marL="0" indent="0" algn="just">
              <a:buFont typeface="Wingdings"/>
              <a:buNone/>
              <a:defRPr/>
            </a:pPr>
            <a:r>
              <a:rPr lang="en-US" sz="2200"/>
              <a:t>Symptom              Problem        Environment</a:t>
            </a:r>
            <a:endParaRPr/>
          </a:p>
          <a:p>
            <a:pPr marL="0" indent="0" algn="just">
              <a:buFont typeface="Wingdings"/>
              <a:buNone/>
              <a:defRPr/>
            </a:pPr>
            <a:r>
              <a:rPr lang="en-US" sz="2200"/>
              <a:t>     slowdown        memory        </a:t>
            </a:r>
            <a:endParaRPr/>
          </a:p>
          <a:p>
            <a:pPr marL="0" indent="0" algn="just">
              <a:buFont typeface="Wingdings"/>
              <a:buNone/>
              <a:defRPr/>
            </a:pPr>
            <a:r>
              <a:rPr lang="en-US" sz="2200"/>
              <a:t>     slowdown        software</a:t>
            </a:r>
            <a:endParaRPr/>
          </a:p>
          <a:p>
            <a:pPr marL="0" indent="0" algn="just">
              <a:buFont typeface="Wingdings"/>
              <a:buNone/>
              <a:defRPr/>
            </a:pPr>
            <a:r>
              <a:rPr lang="en-US" sz="2200"/>
              <a:t>     not booting      ……….</a:t>
            </a:r>
            <a:endParaRPr/>
          </a:p>
          <a:p>
            <a:pPr marL="0" indent="0" algn="just">
              <a:buFont typeface="Wingdings"/>
              <a:buNone/>
              <a:defRPr/>
            </a:pPr>
            <a:endParaRPr lang="en-US" sz="2000"/>
          </a:p>
          <a:p>
            <a:pPr marL="0" indent="0" algn="just">
              <a:buFont typeface="Wingdings"/>
              <a:buNone/>
              <a:defRPr/>
            </a:pPr>
            <a:r>
              <a:rPr lang="en-US" sz="2000"/>
              <a:t>Compute P(D|S)</a:t>
            </a:r>
            <a:endParaRPr/>
          </a:p>
          <a:p>
            <a:pPr marL="0" indent="0" algn="just">
              <a:buFont typeface="Wingdings"/>
              <a:buNone/>
              <a:defRPr/>
            </a:pPr>
            <a:r>
              <a:rPr lang="en-US" sz="2000"/>
              <a:t>In addition, to compute P(S), P(D) he needs data like a brand of computer, old/new, also need to know P(S|D)</a:t>
            </a:r>
            <a:endParaRPr/>
          </a:p>
          <a:p>
            <a:pPr marL="0" indent="0" algn="just">
              <a:buFont typeface="Wingdings"/>
              <a:buNone/>
              <a:defRPr/>
            </a:pPr>
            <a:r>
              <a:rPr lang="en-US" sz="2600"/>
              <a:t>    </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9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371460372" name="Title 1"/>
          <p:cNvSpPr>
            <a:spLocks noGrp="1"/>
          </p:cNvSpPr>
          <p:nvPr>
            <p:ph type="title"/>
          </p:nvPr>
        </p:nvSpPr>
        <p:spPr bwMode="auto">
          <a:xfrm>
            <a:off x="228600" y="157162"/>
            <a:ext cx="9220200" cy="1139825"/>
          </a:xfrm>
        </p:spPr>
        <p:txBody>
          <a:bodyPr/>
          <a:lstStyle/>
          <a:p>
            <a:pPr>
              <a:defRPr/>
            </a:pPr>
            <a:r>
              <a:rPr lang="en-US" sz="3900" b="1">
                <a:solidFill>
                  <a:srgbClr val="00B050"/>
                </a:solidFill>
              </a:rPr>
              <a:t>Expert System vs. Recommender Systems</a:t>
            </a:r>
            <a:endParaRPr/>
          </a:p>
        </p:txBody>
      </p:sp>
      <p:sp>
        <p:nvSpPr>
          <p:cNvPr id="101575528" name="Content Placeholder 2"/>
          <p:cNvSpPr>
            <a:spLocks noGrp="1"/>
          </p:cNvSpPr>
          <p:nvPr>
            <p:ph idx="1"/>
          </p:nvPr>
        </p:nvSpPr>
        <p:spPr bwMode="auto"/>
        <p:txBody>
          <a:bodyPr/>
          <a:lstStyle/>
          <a:p>
            <a:pPr>
              <a:defRPr/>
            </a:pPr>
            <a:r>
              <a:rPr lang="en-US" b="1">
                <a:highlight>
                  <a:srgbClr val="FFFF00"/>
                </a:highlight>
              </a:rPr>
              <a:t>Knowledge</a:t>
            </a:r>
            <a:r>
              <a:rPr lang="en-US" b="1"/>
              <a:t> Base vs. </a:t>
            </a:r>
            <a:r>
              <a:rPr lang="en-US" b="1">
                <a:highlight>
                  <a:srgbClr val="FFFF00"/>
                </a:highlight>
              </a:rPr>
              <a:t>Data</a:t>
            </a:r>
            <a:r>
              <a:rPr lang="en-US" b="1"/>
              <a:t>-Driven:</a:t>
            </a:r>
            <a:r>
              <a:rPr lang="en-US"/>
              <a:t> Expert Systems are built upon a rigid, pre-defined knowledge base created by human experts. Recommender Systems are trained on large datasets (Big Data) to discover patterns themselves</a:t>
            </a:r>
            <a:endParaRPr/>
          </a:p>
          <a:p>
            <a:pPr>
              <a:defRPr/>
            </a:pPr>
            <a:r>
              <a:rPr lang="en-US" b="1"/>
              <a:t>Adaptability:</a:t>
            </a:r>
            <a:r>
              <a:rPr lang="en-US"/>
              <a:t> Expert systems are poor at handling uncertainty and cannot learn from new data, whereas AI-based recommenders excel in dynamic, changing environments.</a:t>
            </a:r>
            <a:endParaRPr/>
          </a:p>
          <a:p>
            <a:pPr>
              <a:defRPr/>
            </a:pPr>
            <a:endParaRPr lang="en-US"/>
          </a:p>
        </p:txBody>
      </p:sp>
      <p:sp>
        <p:nvSpPr>
          <p:cNvPr id="22159300" name="TextBox 3"/>
          <p:cNvSpPr txBox="1"/>
          <p:nvPr/>
        </p:nvSpPr>
        <p:spPr bwMode="auto">
          <a:xfrm>
            <a:off x="9829800" y="3429000"/>
            <a:ext cx="2821606" cy="2308324"/>
          </a:xfrm>
          <a:prstGeom prst="rect">
            <a:avLst/>
          </a:prstGeom>
          <a:noFill/>
        </p:spPr>
        <p:txBody>
          <a:bodyPr wrap="none" rtlCol="0">
            <a:spAutoFit/>
          </a:bodyPr>
          <a:lstStyle/>
          <a:p>
            <a:pPr>
              <a:defRPr/>
            </a:pPr>
            <a:r>
              <a:rPr lang="en-US">
                <a:solidFill>
                  <a:srgbClr val="FFFF00"/>
                </a:solidFill>
              </a:rPr>
              <a:t>ACS</a:t>
            </a:r>
            <a:endParaRPr/>
          </a:p>
          <a:p>
            <a:pPr>
              <a:defRPr/>
            </a:pPr>
            <a:r>
              <a:rPr lang="en-US">
                <a:solidFill>
                  <a:srgbClr val="FFFF00"/>
                </a:solidFill>
              </a:rPr>
              <a:t>  No regular update</a:t>
            </a:r>
            <a:endParaRPr/>
          </a:p>
          <a:p>
            <a:pPr>
              <a:defRPr/>
            </a:pPr>
            <a:r>
              <a:rPr lang="en-US">
                <a:solidFill>
                  <a:srgbClr val="FFFF00"/>
                </a:solidFill>
              </a:rPr>
              <a:t>ML</a:t>
            </a:r>
            <a:endParaRPr/>
          </a:p>
          <a:p>
            <a:pPr>
              <a:defRPr/>
            </a:pPr>
            <a:r>
              <a:rPr lang="en-US">
                <a:solidFill>
                  <a:srgbClr val="FFFF00"/>
                </a:solidFill>
              </a:rPr>
              <a:t>  regular training</a:t>
            </a:r>
            <a:endParaRPr/>
          </a:p>
          <a:p>
            <a:pPr>
              <a:defRPr/>
            </a:pPr>
            <a:r>
              <a:rPr lang="en-US">
                <a:solidFill>
                  <a:srgbClr val="FFFF00"/>
                </a:solidFill>
              </a:rPr>
              <a:t>  required</a:t>
            </a:r>
            <a:endParaRPr/>
          </a:p>
          <a:p>
            <a:pPr>
              <a:defRPr/>
            </a:pPr>
            <a:r>
              <a:rPr lang="en-US"/>
              <a:t>  </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0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689370753" name="Title 1"/>
          <p:cNvSpPr>
            <a:spLocks noGrp="1"/>
          </p:cNvSpPr>
          <p:nvPr>
            <p:ph type="title"/>
          </p:nvPr>
        </p:nvSpPr>
        <p:spPr bwMode="auto"/>
        <p:txBody>
          <a:bodyPr/>
          <a:lstStyle/>
          <a:p>
            <a:pPr>
              <a:defRPr/>
            </a:pPr>
            <a:endParaRPr lang="en-US"/>
          </a:p>
        </p:txBody>
      </p:sp>
      <p:sp>
        <p:nvSpPr>
          <p:cNvPr id="436364670" name="Content Placeholder 2"/>
          <p:cNvSpPr>
            <a:spLocks noGrp="1"/>
          </p:cNvSpPr>
          <p:nvPr>
            <p:ph idx="1"/>
          </p:nvPr>
        </p:nvSpPr>
        <p:spPr bwMode="auto"/>
        <p:txBody>
          <a:bodyPr/>
          <a:lstStyle/>
          <a:p>
            <a:pPr>
              <a:defRPr/>
            </a:pPr>
            <a:r>
              <a:rPr lang="en-US" b="1"/>
              <a:t>Purpose:</a:t>
            </a:r>
            <a:r>
              <a:rPr lang="en-US"/>
              <a:t> Expert systems (ACS) are designed for high-precision tasks like medical diagnosis (e.g., MYCIN). Recommender systems are designed for personalization in e-commerce or content streaming (e.g., Netflix, YouTube).</a:t>
            </a:r>
            <a:endParaRPr/>
          </a:p>
          <a:p>
            <a:pPr>
              <a:defRPr/>
            </a:pPr>
            <a:r>
              <a:rPr lang="en-US" b="1"/>
              <a:t>Transparency:</a:t>
            </a:r>
            <a:r>
              <a:rPr lang="en-US"/>
              <a:t> Expert systems provide clear logic behind their answers. Many recommender systems, especially those using deep learning, act as "black boxes."</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0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583590402" name="Rectangle 2"/>
          <p:cNvSpPr>
            <a:spLocks noChangeArrowheads="1" noGrp="1"/>
          </p:cNvSpPr>
          <p:nvPr>
            <p:ph type="title"/>
          </p:nvPr>
        </p:nvSpPr>
        <p:spPr bwMode="auto">
          <a:xfrm>
            <a:off x="446942" y="201930"/>
            <a:ext cx="8382000" cy="1139825"/>
          </a:xfrm>
        </p:spPr>
        <p:txBody>
          <a:bodyPr/>
          <a:lstStyle/>
          <a:p>
            <a:pPr>
              <a:defRPr/>
            </a:pPr>
            <a:r>
              <a:rPr lang="en-US" sz="4000" b="1">
                <a:solidFill>
                  <a:srgbClr val="00B050"/>
                </a:solidFill>
              </a:rPr>
              <a:t>Classical expert systems-DENDRAL</a:t>
            </a:r>
            <a:endParaRPr lang="en-GB" sz="4000" b="1">
              <a:solidFill>
                <a:srgbClr val="00B050"/>
              </a:solidFill>
            </a:endParaRPr>
          </a:p>
        </p:txBody>
      </p:sp>
      <p:sp>
        <p:nvSpPr>
          <p:cNvPr id="1883574638" name="Rectangle 3"/>
          <p:cNvSpPr>
            <a:spLocks noChangeArrowheads="1" noGrp="1"/>
          </p:cNvSpPr>
          <p:nvPr>
            <p:ph type="body" idx="1"/>
          </p:nvPr>
        </p:nvSpPr>
        <p:spPr bwMode="auto">
          <a:xfrm>
            <a:off x="0" y="990600"/>
            <a:ext cx="9275885" cy="4530725"/>
          </a:xfrm>
        </p:spPr>
        <p:txBody>
          <a:bodyPr/>
          <a:lstStyle/>
          <a:p>
            <a:pPr>
              <a:defRPr/>
            </a:pPr>
            <a:r>
              <a:rPr lang="en-GB" sz="2800">
                <a:solidFill>
                  <a:srgbClr val="0070C0"/>
                </a:solidFill>
              </a:rPr>
              <a:t>McCarthy (Stanford) is the father of ES </a:t>
            </a:r>
            <a:endParaRPr/>
          </a:p>
          <a:p>
            <a:pPr>
              <a:defRPr/>
            </a:pPr>
            <a:r>
              <a:rPr lang="en-GB" sz="2800">
                <a:solidFill>
                  <a:srgbClr val="0070C0"/>
                </a:solidFill>
              </a:rPr>
              <a:t>He also developed the LISP language  (MIT, 1958)</a:t>
            </a:r>
            <a:endParaRPr/>
          </a:p>
          <a:p>
            <a:pPr>
              <a:defRPr/>
            </a:pPr>
            <a:r>
              <a:rPr lang="en-GB" sz="2800">
                <a:solidFill>
                  <a:srgbClr val="0070C0"/>
                </a:solidFill>
              </a:rPr>
              <a:t>Note: </a:t>
            </a:r>
            <a:r>
              <a:rPr lang="en-GB" sz="2800">
                <a:solidFill>
                  <a:srgbClr val="0070C0"/>
                </a:solidFill>
              </a:rPr>
              <a:t>Prolog</a:t>
            </a:r>
            <a:r>
              <a:rPr lang="en-GB" sz="2800">
                <a:solidFill>
                  <a:srgbClr val="0070C0"/>
                </a:solidFill>
              </a:rPr>
              <a:t> was developed in the 1970s</a:t>
            </a:r>
            <a:endParaRPr/>
          </a:p>
          <a:p>
            <a:pPr>
              <a:defRPr/>
            </a:pPr>
            <a:r>
              <a:rPr lang="en-GB" sz="2800">
                <a:solidFill>
                  <a:srgbClr val="FF0000"/>
                </a:solidFill>
              </a:rPr>
              <a:t>DENDRAL (Feigenbaum at </a:t>
            </a:r>
            <a:r>
              <a:rPr lang="en-GB" sz="2800">
                <a:solidFill>
                  <a:srgbClr val="FF0000"/>
                </a:solidFill>
                <a:highlight>
                  <a:srgbClr val="FFFF00"/>
                </a:highlight>
              </a:rPr>
              <a:t>CMU</a:t>
            </a:r>
            <a:r>
              <a:rPr lang="en-GB" sz="2800">
                <a:solidFill>
                  <a:srgbClr val="FF0000"/>
                </a:solidFill>
              </a:rPr>
              <a:t>, </a:t>
            </a:r>
            <a:r>
              <a:rPr lang="en-GB" sz="2800">
                <a:solidFill>
                  <a:srgbClr val="FF0000"/>
                </a:solidFill>
                <a:highlight>
                  <a:srgbClr val="FFFF00"/>
                </a:highlight>
              </a:rPr>
              <a:t>1964</a:t>
            </a:r>
            <a:r>
              <a:rPr lang="en-GB" sz="2800">
                <a:solidFill>
                  <a:srgbClr val="FF0000"/>
                </a:solidFill>
              </a:rPr>
              <a:t>) –world 1</a:t>
            </a:r>
            <a:r>
              <a:rPr lang="en-GB" sz="2800" baseline="30000">
                <a:solidFill>
                  <a:srgbClr val="FF0000"/>
                </a:solidFill>
              </a:rPr>
              <a:t>st</a:t>
            </a:r>
            <a:r>
              <a:rPr lang="en-GB" sz="2800">
                <a:solidFill>
                  <a:srgbClr val="FF0000"/>
                </a:solidFill>
              </a:rPr>
              <a:t> ES</a:t>
            </a:r>
            <a:endParaRPr lang="en-GB" sz="2800" u="sng">
              <a:solidFill>
                <a:srgbClr val="FF0000"/>
              </a:solidFill>
            </a:endParaRPr>
          </a:p>
          <a:p>
            <a:pPr>
              <a:defRPr/>
            </a:pPr>
            <a:r>
              <a:rPr lang="en-GB" sz="2800">
                <a:solidFill>
                  <a:srgbClr val="3333FF"/>
                </a:solidFill>
              </a:rPr>
              <a:t>It </a:t>
            </a:r>
            <a:r>
              <a:rPr lang="en-GB" sz="2800">
                <a:solidFill>
                  <a:srgbClr val="3333FF"/>
                </a:solidFill>
                <a:highlight>
                  <a:srgbClr val="FFFF00"/>
                </a:highlight>
              </a:rPr>
              <a:t>determines molecular</a:t>
            </a:r>
            <a:r>
              <a:rPr lang="en-GB" sz="2800">
                <a:solidFill>
                  <a:srgbClr val="3333FF"/>
                </a:solidFill>
              </a:rPr>
              <a:t> shapes (chemistry) of a given compound, using mass spectroscopic data. </a:t>
            </a:r>
            <a:endParaRPr/>
          </a:p>
          <a:p>
            <a:pPr>
              <a:defRPr/>
            </a:pPr>
            <a:r>
              <a:rPr lang="en-GB" sz="2800">
                <a:solidFill>
                  <a:srgbClr val="FF0000"/>
                </a:solidFill>
              </a:rPr>
              <a:t>DENDRAL uses the rule-based knowledge representation </a:t>
            </a:r>
            <a:endParaRPr/>
          </a:p>
          <a:p>
            <a:pPr>
              <a:defRPr/>
            </a:pPr>
            <a:r>
              <a:rPr lang="en-GB" sz="2800">
                <a:solidFill>
                  <a:srgbClr val="3333FF"/>
                </a:solidFill>
              </a:rPr>
              <a:t>DENDRAL has a planner module to determine the most possible molecular structure by satisfying various constraints.</a:t>
            </a:r>
            <a:r>
              <a:rPr lang="en-GB" sz="2800"/>
              <a:t> </a:t>
            </a:r>
            <a:endParaRPr/>
          </a:p>
          <a:p>
            <a:pPr marL="0" indent="0">
              <a:buFont typeface="Wingdings"/>
              <a:buNone/>
              <a:defRPr/>
            </a:pPr>
            <a:endParaRPr lang="en-GB"/>
          </a:p>
        </p:txBody>
      </p:sp>
      <p:sp>
        <p:nvSpPr>
          <p:cNvPr id="453371427" name="Oval 1"/>
          <p:cNvSpPr/>
          <p:nvPr/>
        </p:nvSpPr>
        <p:spPr bwMode="auto">
          <a:xfrm>
            <a:off x="7224713" y="4867274"/>
            <a:ext cx="1919287" cy="1000125"/>
          </a:xfrm>
          <a:prstGeom prst="ellipse">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1800"/>
              <a:t>7</a:t>
            </a:r>
            <a:endParaRPr/>
          </a:p>
          <a:p>
            <a:pPr algn="ctr">
              <a:defRPr/>
            </a:pPr>
            <a:r>
              <a:rPr lang="en-US" sz="1800"/>
              <a:t>19/04/2026</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0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486471328" name="Title 1"/>
          <p:cNvSpPr>
            <a:spLocks noChangeArrowheads="1" noGrp="1"/>
          </p:cNvSpPr>
          <p:nvPr>
            <p:ph type="title"/>
          </p:nvPr>
        </p:nvSpPr>
        <p:spPr bwMode="auto">
          <a:xfrm>
            <a:off x="457200" y="277813"/>
            <a:ext cx="8458200" cy="1139825"/>
          </a:xfrm>
        </p:spPr>
        <p:txBody>
          <a:bodyPr/>
          <a:lstStyle/>
          <a:p>
            <a:pPr>
              <a:defRPr/>
            </a:pPr>
            <a:r>
              <a:rPr lang="en-US" sz="3600" b="1">
                <a:solidFill>
                  <a:srgbClr val="00B050"/>
                </a:solidFill>
              </a:rPr>
              <a:t>Classical expert systems-PROSPECTOR</a:t>
            </a:r>
            <a:endParaRPr/>
          </a:p>
        </p:txBody>
      </p:sp>
      <p:sp>
        <p:nvSpPr>
          <p:cNvPr id="1045701582" name="Content Placeholder 2"/>
          <p:cNvSpPr>
            <a:spLocks noChangeArrowheads="1" noGrp="1"/>
          </p:cNvSpPr>
          <p:nvPr>
            <p:ph idx="1"/>
          </p:nvPr>
        </p:nvSpPr>
        <p:spPr bwMode="auto">
          <a:xfrm>
            <a:off x="457200" y="1600200"/>
            <a:ext cx="8382000" cy="4530725"/>
          </a:xfrm>
        </p:spPr>
        <p:txBody>
          <a:bodyPr/>
          <a:lstStyle/>
          <a:p>
            <a:pPr>
              <a:defRPr/>
            </a:pPr>
            <a:r>
              <a:rPr lang="en-US">
                <a:solidFill>
                  <a:srgbClr val="0070C0"/>
                </a:solidFill>
              </a:rPr>
              <a:t>PROSPECTOR was developed by </a:t>
            </a:r>
            <a:r>
              <a:rPr lang="en-US">
                <a:solidFill>
                  <a:srgbClr val="0070C0"/>
                </a:solidFill>
                <a:highlight>
                  <a:srgbClr val="FFFF00"/>
                </a:highlight>
              </a:rPr>
              <a:t>SRI </a:t>
            </a:r>
            <a:r>
              <a:rPr lang="en-US">
                <a:solidFill>
                  <a:srgbClr val="0070C0"/>
                </a:solidFill>
              </a:rPr>
              <a:t>International (Stanford Research Institute) </a:t>
            </a:r>
            <a:endParaRPr/>
          </a:p>
          <a:p>
            <a:pPr>
              <a:defRPr/>
            </a:pPr>
            <a:r>
              <a:rPr lang="en-US">
                <a:solidFill>
                  <a:srgbClr val="FF0000"/>
                </a:solidFill>
              </a:rPr>
              <a:t>It was developed during 1976 -1981 to </a:t>
            </a:r>
            <a:r>
              <a:rPr lang="en-US">
                <a:solidFill>
                  <a:srgbClr val="FF0000"/>
                </a:solidFill>
                <a:highlight>
                  <a:srgbClr val="FFFF00"/>
                </a:highlight>
              </a:rPr>
              <a:t>evaluate geological sites </a:t>
            </a:r>
            <a:r>
              <a:rPr lang="en-US">
                <a:solidFill>
                  <a:srgbClr val="FF0000"/>
                </a:solidFill>
              </a:rPr>
              <a:t>for mining</a:t>
            </a:r>
            <a:endParaRPr/>
          </a:p>
          <a:p>
            <a:pPr>
              <a:defRPr/>
            </a:pPr>
            <a:r>
              <a:rPr lang="en-US">
                <a:solidFill>
                  <a:srgbClr val="0070C0"/>
                </a:solidFill>
              </a:rPr>
              <a:t> Richard Duda, John </a:t>
            </a:r>
            <a:r>
              <a:rPr lang="en-US">
                <a:solidFill>
                  <a:srgbClr val="0070C0"/>
                </a:solidFill>
              </a:rPr>
              <a:t>Gaschnig</a:t>
            </a:r>
            <a:r>
              <a:rPr lang="en-US">
                <a:solidFill>
                  <a:srgbClr val="0070C0"/>
                </a:solidFill>
              </a:rPr>
              <a:t>, Peter Hart, Rene </a:t>
            </a:r>
            <a:r>
              <a:rPr lang="en-US">
                <a:solidFill>
                  <a:srgbClr val="0070C0"/>
                </a:solidFill>
              </a:rPr>
              <a:t>Reboh</a:t>
            </a:r>
            <a:r>
              <a:rPr lang="en-US">
                <a:solidFill>
                  <a:srgbClr val="0070C0"/>
                </a:solidFill>
              </a:rPr>
              <a:t>, Nils Nilsson. </a:t>
            </a:r>
            <a:endParaRPr/>
          </a:p>
          <a:p>
            <a:pPr>
              <a:defRPr/>
            </a:pPr>
            <a:r>
              <a:rPr lang="en-US">
                <a:solidFill>
                  <a:srgbClr val="FF0000"/>
                </a:solidFill>
              </a:rPr>
              <a:t>Its use </a:t>
            </a:r>
            <a:r>
              <a:rPr lang="en-US">
                <a:solidFill>
                  <a:srgbClr val="FF0000"/>
                </a:solidFill>
                <a:highlight>
                  <a:srgbClr val="FFFF00"/>
                </a:highlight>
              </a:rPr>
              <a:t>rules</a:t>
            </a:r>
            <a:r>
              <a:rPr lang="en-US">
                <a:solidFill>
                  <a:srgbClr val="FF0000"/>
                </a:solidFill>
              </a:rPr>
              <a:t> and </a:t>
            </a:r>
            <a:r>
              <a:rPr lang="en-US">
                <a:solidFill>
                  <a:srgbClr val="FF0000"/>
                </a:solidFill>
                <a:highlight>
                  <a:srgbClr val="FFFF00"/>
                </a:highlight>
              </a:rPr>
              <a:t>semantic</a:t>
            </a:r>
            <a:r>
              <a:rPr lang="en-US">
                <a:solidFill>
                  <a:srgbClr val="FF0000"/>
                </a:solidFill>
              </a:rPr>
              <a:t> </a:t>
            </a:r>
            <a:r>
              <a:rPr lang="en-US">
                <a:solidFill>
                  <a:srgbClr val="FF0000"/>
                </a:solidFill>
                <a:highlight>
                  <a:srgbClr val="FFFF00"/>
                </a:highlight>
              </a:rPr>
              <a:t>nets</a:t>
            </a:r>
            <a:r>
              <a:rPr lang="en-US">
                <a:solidFill>
                  <a:srgbClr val="FF0000"/>
                </a:solidFill>
              </a:rPr>
              <a:t> for knowledge representation </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0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855542736" name="Rectangle 2"/>
          <p:cNvSpPr>
            <a:spLocks noChangeArrowheads="1" noGrp="1"/>
          </p:cNvSpPr>
          <p:nvPr>
            <p:ph type="title"/>
          </p:nvPr>
        </p:nvSpPr>
        <p:spPr bwMode="auto"/>
        <p:txBody>
          <a:bodyPr/>
          <a:lstStyle/>
          <a:p>
            <a:pPr>
              <a:defRPr/>
            </a:pPr>
            <a:r>
              <a:rPr lang="en-US" b="1">
                <a:solidFill>
                  <a:srgbClr val="00B050"/>
                </a:solidFill>
              </a:rPr>
              <a:t>Classical expert systems-MYCIN</a:t>
            </a:r>
            <a:endParaRPr/>
          </a:p>
        </p:txBody>
      </p:sp>
      <p:sp>
        <p:nvSpPr>
          <p:cNvPr id="1268333687" name="Rectangle 3"/>
          <p:cNvSpPr>
            <a:spLocks noChangeArrowheads="1" noGrp="1"/>
          </p:cNvSpPr>
          <p:nvPr>
            <p:ph type="body" idx="1"/>
          </p:nvPr>
        </p:nvSpPr>
        <p:spPr bwMode="auto">
          <a:xfrm>
            <a:off x="26377" y="1163637"/>
            <a:ext cx="9372600" cy="4530725"/>
          </a:xfrm>
        </p:spPr>
        <p:txBody>
          <a:bodyPr/>
          <a:lstStyle/>
          <a:p>
            <a:pPr>
              <a:defRPr/>
            </a:pPr>
            <a:r>
              <a:rPr lang="en-GB" sz="2400">
                <a:solidFill>
                  <a:srgbClr val="FF0000"/>
                </a:solidFill>
              </a:rPr>
              <a:t>Developed by Buchanan &amp; </a:t>
            </a:r>
            <a:r>
              <a:rPr lang="en-GB" sz="2400">
                <a:solidFill>
                  <a:srgbClr val="FF0000"/>
                </a:solidFill>
              </a:rPr>
              <a:t>Shortliffe</a:t>
            </a:r>
            <a:r>
              <a:rPr lang="en-GB" sz="2400">
                <a:solidFill>
                  <a:srgbClr val="FF0000"/>
                </a:solidFill>
              </a:rPr>
              <a:t> at </a:t>
            </a:r>
            <a:r>
              <a:rPr lang="en-GB" sz="2400">
                <a:solidFill>
                  <a:srgbClr val="FF0000"/>
                </a:solidFill>
                <a:highlight>
                  <a:srgbClr val="FFFF00"/>
                </a:highlight>
              </a:rPr>
              <a:t>Stanford University</a:t>
            </a:r>
            <a:r>
              <a:rPr lang="en-GB" sz="2400">
                <a:solidFill>
                  <a:srgbClr val="FF0000"/>
                </a:solidFill>
              </a:rPr>
              <a:t> (1984)</a:t>
            </a:r>
            <a:endParaRPr/>
          </a:p>
          <a:p>
            <a:pPr>
              <a:defRPr/>
            </a:pPr>
            <a:r>
              <a:rPr lang="en-GB" sz="2400">
                <a:solidFill>
                  <a:srgbClr val="3333FF"/>
                </a:solidFill>
              </a:rPr>
              <a:t>MYCIN is a production system (</a:t>
            </a:r>
            <a:r>
              <a:rPr lang="en-GB" sz="2400">
                <a:solidFill>
                  <a:srgbClr val="3333FF"/>
                </a:solidFill>
                <a:highlight>
                  <a:srgbClr val="FFFF00"/>
                </a:highlight>
              </a:rPr>
              <a:t>rule-based</a:t>
            </a:r>
            <a:r>
              <a:rPr lang="en-GB" sz="2400">
                <a:solidFill>
                  <a:srgbClr val="3333FF"/>
                </a:solidFill>
              </a:rPr>
              <a:t> system)</a:t>
            </a:r>
            <a:endParaRPr/>
          </a:p>
          <a:p>
            <a:pPr>
              <a:defRPr/>
            </a:pPr>
            <a:r>
              <a:rPr lang="en-GB" sz="2400">
                <a:solidFill>
                  <a:srgbClr val="FF0000"/>
                </a:solidFill>
              </a:rPr>
              <a:t>Perhaps the most cited ES in the history of AI</a:t>
            </a:r>
            <a:endParaRPr/>
          </a:p>
          <a:p>
            <a:pPr>
              <a:defRPr/>
            </a:pPr>
            <a:r>
              <a:rPr lang="en-GB" sz="2400">
                <a:solidFill>
                  <a:srgbClr val="3333FF"/>
                </a:solidFill>
              </a:rPr>
              <a:t>It </a:t>
            </a:r>
            <a:r>
              <a:rPr lang="en-GB" sz="2400">
                <a:solidFill>
                  <a:srgbClr val="3333FF"/>
                </a:solidFill>
                <a:highlight>
                  <a:srgbClr val="FFFF00"/>
                </a:highlight>
              </a:rPr>
              <a:t>diagnoses</a:t>
            </a:r>
            <a:r>
              <a:rPr lang="en-GB" sz="2400">
                <a:solidFill>
                  <a:srgbClr val="3333FF"/>
                </a:solidFill>
              </a:rPr>
              <a:t> bacterially infected </a:t>
            </a:r>
            <a:r>
              <a:rPr lang="en-GB" sz="2400">
                <a:solidFill>
                  <a:srgbClr val="3333FF"/>
                </a:solidFill>
                <a:highlight>
                  <a:srgbClr val="FFFF00"/>
                </a:highlight>
              </a:rPr>
              <a:t>blood disease</a:t>
            </a:r>
            <a:r>
              <a:rPr lang="en-GB" sz="2400">
                <a:solidFill>
                  <a:srgbClr val="3333FF"/>
                </a:solidFill>
              </a:rPr>
              <a:t> and suggests treatments –but not used in medicine, yet used to teach ES</a:t>
            </a:r>
            <a:endParaRPr lang="en-GB" sz="2400"/>
          </a:p>
          <a:p>
            <a:pPr>
              <a:defRPr/>
            </a:pPr>
            <a:r>
              <a:rPr lang="en-GB" sz="2400">
                <a:solidFill>
                  <a:srgbClr val="FF0000"/>
                </a:solidFill>
              </a:rPr>
              <a:t>MYCIN necessary uses </a:t>
            </a:r>
            <a:r>
              <a:rPr lang="en-GB" sz="2400">
                <a:solidFill>
                  <a:srgbClr val="FF0000"/>
                </a:solidFill>
                <a:highlight>
                  <a:srgbClr val="FFFF00"/>
                </a:highlight>
              </a:rPr>
              <a:t>backward chaining</a:t>
            </a:r>
            <a:r>
              <a:rPr lang="en-GB" sz="2400">
                <a:solidFill>
                  <a:srgbClr val="FF0000"/>
                </a:solidFill>
              </a:rPr>
              <a:t>,</a:t>
            </a:r>
            <a:endParaRPr/>
          </a:p>
          <a:p>
            <a:pPr lvl="1">
              <a:defRPr/>
            </a:pPr>
            <a:r>
              <a:rPr lang="en-GB" sz="2400">
                <a:solidFill>
                  <a:srgbClr val="FF0000"/>
                </a:solidFill>
              </a:rPr>
              <a:t>Because </a:t>
            </a:r>
            <a:r>
              <a:rPr lang="en-GB" sz="2400">
                <a:solidFill>
                  <a:srgbClr val="FF0000"/>
                </a:solidFill>
                <a:highlight>
                  <a:srgbClr val="FFFF00"/>
                </a:highlight>
              </a:rPr>
              <a:t>diagnosis</a:t>
            </a:r>
            <a:r>
              <a:rPr lang="en-GB" sz="2400">
                <a:solidFill>
                  <a:srgbClr val="FF0000"/>
                </a:solidFill>
              </a:rPr>
              <a:t> starts by assuming a disease </a:t>
            </a:r>
            <a:endParaRPr/>
          </a:p>
          <a:p>
            <a:pPr>
              <a:defRPr/>
            </a:pPr>
            <a:r>
              <a:rPr lang="en-GB" sz="2400">
                <a:solidFill>
                  <a:srgbClr val="3333FF"/>
                </a:solidFill>
              </a:rPr>
              <a:t>Suggesting treatments use forward chaining,</a:t>
            </a:r>
            <a:endParaRPr/>
          </a:p>
          <a:p>
            <a:pPr lvl="1">
              <a:defRPr/>
            </a:pPr>
            <a:r>
              <a:rPr lang="en-GB" sz="2400">
                <a:solidFill>
                  <a:srgbClr val="3333FF"/>
                </a:solidFill>
              </a:rPr>
              <a:t>Because many options are possible </a:t>
            </a:r>
            <a:endParaRPr/>
          </a:p>
          <a:p>
            <a:pPr>
              <a:defRPr/>
            </a:pPr>
            <a:r>
              <a:rPr lang="en-GB" sz="2400">
                <a:solidFill>
                  <a:srgbClr val="FF0000"/>
                </a:solidFill>
              </a:rPr>
              <a:t>MYCIN was written in LISP another symbolic programming language (but not logic programming like </a:t>
            </a:r>
            <a:r>
              <a:rPr lang="en-GB" sz="2400">
                <a:solidFill>
                  <a:srgbClr val="FF0000"/>
                </a:solidFill>
              </a:rPr>
              <a:t>Prolog</a:t>
            </a:r>
            <a:r>
              <a:rPr lang="en-GB" sz="2400">
                <a:solidFill>
                  <a:srgbClr val="FF0000"/>
                </a:solidFill>
              </a:rPr>
              <a:t>)</a:t>
            </a:r>
            <a:endParaRPr/>
          </a:p>
          <a:p>
            <a:pPr>
              <a:defRPr/>
            </a:pPr>
            <a:r>
              <a:rPr lang="en-GB" sz="2400">
                <a:solidFill>
                  <a:srgbClr val="3333FF"/>
                </a:solidFill>
              </a:rPr>
              <a:t>EMYCIN – Shell (ROGET, THERESIA)</a:t>
            </a:r>
            <a:endParaRPr/>
          </a:p>
        </p:txBody>
      </p:sp>
      <p:sp>
        <p:nvSpPr>
          <p:cNvPr id="1569030496" name="TextBox 1"/>
          <p:cNvSpPr txBox="1"/>
          <p:nvPr/>
        </p:nvSpPr>
        <p:spPr bwMode="auto">
          <a:xfrm>
            <a:off x="10439400" y="1417638"/>
            <a:ext cx="2855269" cy="1200329"/>
          </a:xfrm>
          <a:prstGeom prst="rect">
            <a:avLst/>
          </a:prstGeom>
          <a:noFill/>
        </p:spPr>
        <p:txBody>
          <a:bodyPr wrap="none" rtlCol="0">
            <a:spAutoFit/>
          </a:bodyPr>
          <a:lstStyle/>
          <a:p>
            <a:pPr>
              <a:defRPr/>
            </a:pPr>
            <a:r>
              <a:rPr lang="en-US">
                <a:solidFill>
                  <a:srgbClr val="FFFF00"/>
                </a:solidFill>
              </a:rPr>
              <a:t>Dendral-1960s</a:t>
            </a:r>
            <a:endParaRPr/>
          </a:p>
          <a:p>
            <a:pPr>
              <a:defRPr/>
            </a:pPr>
            <a:r>
              <a:rPr lang="en-US">
                <a:solidFill>
                  <a:srgbClr val="FFFF00"/>
                </a:solidFill>
              </a:rPr>
              <a:t>Prospector – 1970s</a:t>
            </a:r>
            <a:endParaRPr/>
          </a:p>
          <a:p>
            <a:pPr>
              <a:defRPr/>
            </a:pPr>
            <a:r>
              <a:rPr lang="en-US">
                <a:solidFill>
                  <a:srgbClr val="FFFF00"/>
                </a:solidFill>
              </a:rPr>
              <a:t>MYCIN -1980s</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0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518868207" name="Rectangle 2"/>
          <p:cNvSpPr>
            <a:spLocks noChangeArrowheads="1" noGrp="1"/>
          </p:cNvSpPr>
          <p:nvPr>
            <p:ph type="title"/>
          </p:nvPr>
        </p:nvSpPr>
        <p:spPr bwMode="auto"/>
        <p:txBody>
          <a:bodyPr/>
          <a:lstStyle/>
          <a:p>
            <a:pPr>
              <a:defRPr/>
            </a:pPr>
            <a:r>
              <a:rPr lang="en-US" b="1">
                <a:solidFill>
                  <a:srgbClr val="00B050"/>
                </a:solidFill>
              </a:rPr>
              <a:t>Classical expert systems-MYCIN..</a:t>
            </a:r>
            <a:endParaRPr lang="en-GB" b="1">
              <a:solidFill>
                <a:srgbClr val="00B050"/>
              </a:solidFill>
            </a:endParaRPr>
          </a:p>
        </p:txBody>
      </p:sp>
      <p:sp>
        <p:nvSpPr>
          <p:cNvPr id="280889576" name="Rectangle 3"/>
          <p:cNvSpPr>
            <a:spLocks noChangeArrowheads="1" noGrp="1"/>
          </p:cNvSpPr>
          <p:nvPr>
            <p:ph type="body" idx="1"/>
          </p:nvPr>
        </p:nvSpPr>
        <p:spPr bwMode="auto">
          <a:xfrm>
            <a:off x="457200" y="1295400"/>
            <a:ext cx="8534400" cy="4835525"/>
          </a:xfrm>
        </p:spPr>
        <p:txBody>
          <a:bodyPr/>
          <a:lstStyle/>
          <a:p>
            <a:pPr>
              <a:lnSpc>
                <a:spcPct val="80000"/>
              </a:lnSpc>
              <a:defRPr/>
            </a:pPr>
            <a:r>
              <a:rPr lang="en-GB" sz="2600">
                <a:solidFill>
                  <a:srgbClr val="FF0000"/>
                </a:solidFill>
              </a:rPr>
              <a:t>MYCIN provides facilities for </a:t>
            </a:r>
            <a:endParaRPr/>
          </a:p>
          <a:p>
            <a:pPr lvl="1">
              <a:lnSpc>
                <a:spcPct val="80000"/>
              </a:lnSpc>
              <a:defRPr/>
            </a:pPr>
            <a:r>
              <a:rPr lang="en-GB" sz="2200">
                <a:solidFill>
                  <a:srgbClr val="3333FF"/>
                </a:solidFill>
              </a:rPr>
              <a:t>Consultation (interaction with the patient)</a:t>
            </a:r>
            <a:endParaRPr/>
          </a:p>
          <a:p>
            <a:pPr lvl="1">
              <a:lnSpc>
                <a:spcPct val="80000"/>
              </a:lnSpc>
              <a:defRPr/>
            </a:pPr>
            <a:r>
              <a:rPr lang="en-GB" sz="2200">
                <a:solidFill>
                  <a:srgbClr val="3333FF"/>
                </a:solidFill>
              </a:rPr>
              <a:t>acquisition of knowledge (incomplete information)</a:t>
            </a:r>
            <a:endParaRPr/>
          </a:p>
          <a:p>
            <a:pPr lvl="1">
              <a:lnSpc>
                <a:spcPct val="80000"/>
              </a:lnSpc>
              <a:defRPr/>
            </a:pPr>
            <a:r>
              <a:rPr lang="en-GB" sz="2200">
                <a:solidFill>
                  <a:srgbClr val="3333FF"/>
                </a:solidFill>
              </a:rPr>
              <a:t>Explanation </a:t>
            </a:r>
            <a:endParaRPr/>
          </a:p>
          <a:p>
            <a:pPr>
              <a:lnSpc>
                <a:spcPct val="80000"/>
              </a:lnSpc>
              <a:defRPr/>
            </a:pPr>
            <a:r>
              <a:rPr lang="en-GB" sz="2600">
                <a:solidFill>
                  <a:srgbClr val="FF0000"/>
                </a:solidFill>
              </a:rPr>
              <a:t>MYCIN rule format embeds the uncertainty as well</a:t>
            </a:r>
            <a:endParaRPr/>
          </a:p>
          <a:p>
            <a:pPr lvl="1">
              <a:lnSpc>
                <a:spcPct val="80000"/>
              </a:lnSpc>
              <a:buFont typeface="Wingdings"/>
              <a:buNone/>
              <a:defRPr/>
            </a:pPr>
            <a:r>
              <a:rPr lang="en-US" sz="2200">
                <a:solidFill>
                  <a:srgbClr val="3333FF"/>
                </a:solidFill>
                <a:highlight>
                  <a:srgbClr val="FFFF00"/>
                </a:highlight>
              </a:rPr>
              <a:t>     If</a:t>
            </a:r>
            <a:r>
              <a:rPr lang="en-US" sz="2200">
                <a:solidFill>
                  <a:srgbClr val="3333FF"/>
                </a:solidFill>
              </a:rPr>
              <a:t>  (</a:t>
            </a:r>
            <a:r>
              <a:rPr lang="en-US" sz="2200">
                <a:solidFill>
                  <a:srgbClr val="3333FF"/>
                </a:solidFill>
              </a:rPr>
              <a:t>i</a:t>
            </a:r>
            <a:r>
              <a:rPr lang="en-US" sz="2200">
                <a:solidFill>
                  <a:srgbClr val="3333FF"/>
                </a:solidFill>
              </a:rPr>
              <a:t>) the stain of …. </a:t>
            </a:r>
            <a:r>
              <a:rPr lang="en-US" sz="2200">
                <a:solidFill>
                  <a:srgbClr val="3333FF"/>
                </a:solidFill>
                <a:highlight>
                  <a:srgbClr val="FFFF00"/>
                </a:highlight>
              </a:rPr>
              <a:t>And</a:t>
            </a:r>
            <a:endParaRPr/>
          </a:p>
          <a:p>
            <a:pPr lvl="1">
              <a:lnSpc>
                <a:spcPct val="80000"/>
              </a:lnSpc>
              <a:buFont typeface="Wingdings"/>
              <a:buNone/>
              <a:defRPr/>
            </a:pPr>
            <a:r>
              <a:rPr lang="en-US" sz="2200">
                <a:solidFill>
                  <a:srgbClr val="3333FF"/>
                </a:solidFill>
              </a:rPr>
              <a:t>        (ii) the ……</a:t>
            </a:r>
            <a:endParaRPr/>
          </a:p>
          <a:p>
            <a:pPr lvl="1">
              <a:lnSpc>
                <a:spcPct val="80000"/>
              </a:lnSpc>
              <a:buFont typeface="Wingdings"/>
              <a:buNone/>
              <a:defRPr/>
            </a:pPr>
            <a:r>
              <a:rPr lang="en-US" sz="2200">
                <a:solidFill>
                  <a:srgbClr val="3333FF"/>
                </a:solidFill>
                <a:highlight>
                  <a:srgbClr val="FFFF00"/>
                </a:highlight>
              </a:rPr>
              <a:t>     then </a:t>
            </a:r>
            <a:r>
              <a:rPr lang="en-US" sz="2200">
                <a:solidFill>
                  <a:srgbClr val="3333FF"/>
                </a:solidFill>
              </a:rPr>
              <a:t>there is suggestive evidence (</a:t>
            </a:r>
            <a:r>
              <a:rPr lang="en-US" sz="2200">
                <a:solidFill>
                  <a:srgbClr val="3333FF"/>
                </a:solidFill>
                <a:highlight>
                  <a:srgbClr val="FFFF00"/>
                </a:highlight>
              </a:rPr>
              <a:t>0.7</a:t>
            </a:r>
            <a:r>
              <a:rPr lang="en-US" sz="2200">
                <a:solidFill>
                  <a:srgbClr val="3333FF"/>
                </a:solidFill>
              </a:rPr>
              <a:t>) that the identity of   organism is ………..  (next page)</a:t>
            </a:r>
            <a:endParaRPr lang="en-GB" sz="2200">
              <a:solidFill>
                <a:srgbClr val="3333FF"/>
              </a:solidFill>
            </a:endParaRPr>
          </a:p>
          <a:p>
            <a:pPr>
              <a:lnSpc>
                <a:spcPct val="80000"/>
              </a:lnSpc>
              <a:defRPr/>
            </a:pPr>
            <a:r>
              <a:rPr lang="en-GB" sz="2600">
                <a:solidFill>
                  <a:srgbClr val="FF0000"/>
                </a:solidFill>
              </a:rPr>
              <a:t>MYCIN’s  KB has been structured for static and dynamic (acquired information during consultation) knowledge</a:t>
            </a:r>
            <a:endParaRPr/>
          </a:p>
          <a:p>
            <a:pPr>
              <a:lnSpc>
                <a:spcPct val="80000"/>
              </a:lnSpc>
              <a:defRPr/>
            </a:pPr>
            <a:r>
              <a:rPr lang="en-GB" sz="2600">
                <a:solidFill>
                  <a:srgbClr val="3333FF"/>
                </a:solidFill>
              </a:rPr>
              <a:t>IE of MYCIN can handle incomplete information, uncertainty, and alternate solutions as well</a:t>
            </a:r>
            <a:endParaRPr/>
          </a:p>
          <a:p>
            <a:pPr>
              <a:lnSpc>
                <a:spcPct val="80000"/>
              </a:lnSpc>
              <a:defRPr/>
            </a:pPr>
            <a:endParaRPr lang="en-GB" sz="2600">
              <a:solidFill>
                <a:srgbClr val="3333FF"/>
              </a:solidFill>
            </a:endParaRPr>
          </a:p>
          <a:p>
            <a:pPr marL="0" indent="0">
              <a:lnSpc>
                <a:spcPct val="80000"/>
              </a:lnSpc>
              <a:buFont typeface="Wingdings"/>
              <a:buNone/>
              <a:defRPr/>
            </a:pPr>
            <a:endParaRPr lang="en-GB" sz="2600">
              <a:solidFill>
                <a:srgbClr val="3333FF"/>
              </a:solidFill>
            </a:endParaRPr>
          </a:p>
          <a:p>
            <a:pPr>
              <a:lnSpc>
                <a:spcPct val="80000"/>
              </a:lnSpc>
              <a:defRPr/>
            </a:pPr>
            <a:endParaRPr lang="en-GB" sz="26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0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655387465" name="Title 1"/>
          <p:cNvSpPr>
            <a:spLocks noChangeArrowheads="1" noGrp="1"/>
          </p:cNvSpPr>
          <p:nvPr>
            <p:ph type="title"/>
          </p:nvPr>
        </p:nvSpPr>
        <p:spPr bwMode="auto"/>
        <p:txBody>
          <a:bodyPr/>
          <a:lstStyle/>
          <a:p>
            <a:pPr>
              <a:defRPr/>
            </a:pPr>
            <a:r>
              <a:rPr lang="en-US" b="1">
                <a:solidFill>
                  <a:srgbClr val="00B050"/>
                </a:solidFill>
              </a:rPr>
              <a:t>A MYCIN Rule example</a:t>
            </a:r>
            <a:endParaRPr/>
          </a:p>
        </p:txBody>
      </p:sp>
      <p:sp>
        <p:nvSpPr>
          <p:cNvPr id="1116702618" name="Content Placeholder 2"/>
          <p:cNvSpPr>
            <a:spLocks noGrp="1"/>
          </p:cNvSpPr>
          <p:nvPr>
            <p:ph idx="1"/>
          </p:nvPr>
        </p:nvSpPr>
        <p:spPr bwMode="auto">
          <a:xfrm>
            <a:off x="457200" y="1600200"/>
            <a:ext cx="8686800" cy="4530725"/>
          </a:xfrm>
        </p:spPr>
        <p:txBody>
          <a:bodyPr/>
          <a:lstStyle/>
          <a:p>
            <a:pPr>
              <a:defRPr/>
            </a:pPr>
            <a:r>
              <a:rPr lang="en-US" sz="2600">
                <a:solidFill>
                  <a:srgbClr val="0070C0"/>
                </a:solidFill>
              </a:rPr>
              <a:t>IF: 1) The gram stain of the organism is </a:t>
            </a:r>
            <a:r>
              <a:rPr lang="en-US" sz="2600">
                <a:solidFill>
                  <a:srgbClr val="0070C0"/>
                </a:solidFill>
              </a:rPr>
              <a:t>gramage</a:t>
            </a:r>
            <a:r>
              <a:rPr lang="en-US" sz="2600">
                <a:solidFill>
                  <a:srgbClr val="0070C0"/>
                </a:solidFill>
              </a:rPr>
              <a:t>, and </a:t>
            </a:r>
            <a:endParaRPr/>
          </a:p>
          <a:p>
            <a:pPr marL="0" indent="0">
              <a:buFont typeface="Wingdings"/>
              <a:buNone/>
              <a:defRPr/>
            </a:pPr>
            <a:r>
              <a:rPr lang="en-US" sz="2600">
                <a:solidFill>
                  <a:srgbClr val="0070C0"/>
                </a:solidFill>
              </a:rPr>
              <a:t>         2) The morphology of the organism is rod, and </a:t>
            </a:r>
            <a:endParaRPr/>
          </a:p>
          <a:p>
            <a:pPr marL="0" indent="0">
              <a:buFont typeface="Wingdings"/>
              <a:buNone/>
              <a:defRPr/>
            </a:pPr>
            <a:r>
              <a:rPr lang="en-US" sz="2600">
                <a:solidFill>
                  <a:srgbClr val="0070C0"/>
                </a:solidFill>
              </a:rPr>
              <a:t>         3) The aerobactin of the organism is anaerobic    </a:t>
            </a:r>
            <a:endParaRPr/>
          </a:p>
          <a:p>
            <a:pPr marL="0" indent="0">
              <a:buFont typeface="Wingdings"/>
              <a:buNone/>
              <a:defRPr/>
            </a:pPr>
            <a:r>
              <a:rPr lang="en-US" sz="2600">
                <a:solidFill>
                  <a:srgbClr val="0070C0"/>
                </a:solidFill>
              </a:rPr>
              <a:t>   THEN: There is suggestive evidence (.6) that the </a:t>
            </a:r>
            <a:endParaRPr/>
          </a:p>
          <a:p>
            <a:pPr marL="0" indent="0">
              <a:buFont typeface="Wingdings"/>
              <a:buNone/>
              <a:defRPr/>
            </a:pPr>
            <a:r>
              <a:rPr lang="en-US" sz="2600">
                <a:solidFill>
                  <a:srgbClr val="0070C0"/>
                </a:solidFill>
              </a:rPr>
              <a:t>               The identity of the organism is bacteroid</a:t>
            </a:r>
            <a:endParaRPr/>
          </a:p>
          <a:p>
            <a:pPr marL="0" indent="0">
              <a:buFont typeface="Wingdings"/>
              <a:buNone/>
              <a:defRPr/>
            </a:pPr>
            <a:r>
              <a:rPr lang="en-US" sz="2600">
                <a:solidFill>
                  <a:srgbClr val="0070C0"/>
                </a:solidFill>
              </a:rPr>
              <a:t>Note: </a:t>
            </a:r>
            <a:endParaRPr/>
          </a:p>
          <a:p>
            <a:pPr>
              <a:defRPr/>
            </a:pPr>
            <a:r>
              <a:rPr lang="en-US" sz="2600">
                <a:solidFill>
                  <a:srgbClr val="0070C0"/>
                </a:solidFill>
              </a:rPr>
              <a:t>The rule in plain English, without predicate</a:t>
            </a:r>
            <a:endParaRPr/>
          </a:p>
          <a:p>
            <a:pPr>
              <a:defRPr/>
            </a:pPr>
            <a:r>
              <a:rPr lang="en-US" sz="2600">
                <a:solidFill>
                  <a:srgbClr val="0070C0"/>
                </a:solidFill>
              </a:rPr>
              <a:t>The rule first shows conditions then the conclusion</a:t>
            </a:r>
            <a:endParaRPr/>
          </a:p>
          <a:p>
            <a:pPr>
              <a:defRPr/>
            </a:pPr>
            <a:r>
              <a:rPr lang="en-US" sz="2600">
                <a:solidFill>
                  <a:srgbClr val="0070C0"/>
                </a:solidFill>
              </a:rPr>
              <a:t>The conclusion embed the uncertainty</a:t>
            </a:r>
            <a:endParaRPr/>
          </a:p>
          <a:p>
            <a:pPr>
              <a:defRPr/>
            </a:pPr>
            <a:r>
              <a:rPr lang="en-US" sz="2600">
                <a:solidFill>
                  <a:srgbClr val="0070C0"/>
                </a:solidFill>
              </a:rPr>
              <a:t>Explains are obtained from the rule: since </a:t>
            </a:r>
            <a:r>
              <a:rPr lang="en-US" sz="2600">
                <a:solidFill>
                  <a:srgbClr val="0070C0"/>
                </a:solidFill>
                <a:highlight>
                  <a:srgbClr val="FFFF00"/>
                </a:highlight>
              </a:rPr>
              <a:t>conditions</a:t>
            </a:r>
            <a:r>
              <a:rPr lang="en-US" sz="2600">
                <a:solidFill>
                  <a:srgbClr val="0070C0"/>
                </a:solidFill>
              </a:rPr>
              <a:t> you say the </a:t>
            </a:r>
            <a:r>
              <a:rPr lang="en-US" sz="2600">
                <a:solidFill>
                  <a:srgbClr val="0070C0"/>
                </a:solidFill>
                <a:highlight>
                  <a:srgbClr val="FFFF00"/>
                </a:highlight>
              </a:rPr>
              <a:t>conclusion</a:t>
            </a:r>
            <a:r>
              <a:rPr lang="en-US" sz="2600">
                <a:solidFill>
                  <a:srgbClr val="0070C0"/>
                </a:solidFill>
              </a:rPr>
              <a:t> </a:t>
            </a:r>
            <a:endParaRPr/>
          </a:p>
        </p:txBody>
      </p:sp>
      <p:sp>
        <p:nvSpPr>
          <p:cNvPr id="1661524226" name="TextBox 1"/>
          <p:cNvSpPr txBox="1">
            <a:spLocks noChangeArrowheads="1"/>
          </p:cNvSpPr>
          <p:nvPr/>
        </p:nvSpPr>
        <p:spPr bwMode="auto">
          <a:xfrm>
            <a:off x="9525000" y="990600"/>
            <a:ext cx="3983783" cy="6740307"/>
          </a:xfrm>
          <a:prstGeom prst="rect">
            <a:avLst/>
          </a:prstGeom>
          <a:noFill/>
          <a:ln>
            <a:noFill/>
          </a:ln>
        </p:spPr>
        <p:txBody>
          <a:bodyPr wrap="none">
            <a:spAutoFit/>
          </a:bodyPr>
          <a:lstStyle>
            <a:lvl1pPr>
              <a:defRPr sz="2400">
                <a:solidFill>
                  <a:schemeClr val="tx1"/>
                </a:solidFill>
                <a:latin typeface="Arial"/>
              </a:defRPr>
            </a:lvl1pPr>
            <a:lvl2pPr marL="742950" indent="-285750">
              <a:defRPr sz="2400">
                <a:solidFill>
                  <a:schemeClr val="tx1"/>
                </a:solidFill>
                <a:latin typeface="Arial"/>
              </a:defRPr>
            </a:lvl2pPr>
            <a:lvl3pPr marL="1143000" indent="-228600">
              <a:defRPr sz="2400">
                <a:solidFill>
                  <a:schemeClr val="tx1"/>
                </a:solidFill>
                <a:latin typeface="Arial"/>
              </a:defRPr>
            </a:lvl3pPr>
            <a:lvl4pPr marL="1600200" indent="-228600">
              <a:defRPr sz="2400">
                <a:solidFill>
                  <a:schemeClr val="tx1"/>
                </a:solidFill>
                <a:latin typeface="Arial"/>
              </a:defRPr>
            </a:lvl4pPr>
            <a:lvl5pPr marL="2057400" indent="-228600">
              <a:defRPr sz="2400">
                <a:solidFill>
                  <a:schemeClr val="tx1"/>
                </a:solidFill>
                <a:latin typeface="Arial"/>
              </a:defRPr>
            </a:lvl5pPr>
            <a:lvl6pPr marL="2514600" indent="-228600">
              <a:spcBef>
                <a:spcPts val="0"/>
              </a:spcBef>
              <a:spcAft>
                <a:spcPts val="0"/>
              </a:spcAft>
              <a:defRPr sz="2400">
                <a:solidFill>
                  <a:schemeClr val="tx1"/>
                </a:solidFill>
                <a:latin typeface="Arial"/>
              </a:defRPr>
            </a:lvl6pPr>
            <a:lvl7pPr marL="2971800" indent="-228600">
              <a:spcBef>
                <a:spcPts val="0"/>
              </a:spcBef>
              <a:spcAft>
                <a:spcPts val="0"/>
              </a:spcAft>
              <a:defRPr sz="2400">
                <a:solidFill>
                  <a:schemeClr val="tx1"/>
                </a:solidFill>
                <a:latin typeface="Arial"/>
              </a:defRPr>
            </a:lvl7pPr>
            <a:lvl8pPr marL="3429000" indent="-228600">
              <a:spcBef>
                <a:spcPts val="0"/>
              </a:spcBef>
              <a:spcAft>
                <a:spcPts val="0"/>
              </a:spcAft>
              <a:defRPr sz="2400">
                <a:solidFill>
                  <a:schemeClr val="tx1"/>
                </a:solidFill>
                <a:latin typeface="Arial"/>
              </a:defRPr>
            </a:lvl8pPr>
            <a:lvl9pPr marL="3886200" indent="-228600">
              <a:spcBef>
                <a:spcPts val="0"/>
              </a:spcBef>
              <a:spcAft>
                <a:spcPts val="0"/>
              </a:spcAft>
              <a:defRPr sz="2400">
                <a:solidFill>
                  <a:schemeClr val="tx1"/>
                </a:solidFill>
                <a:latin typeface="Arial"/>
              </a:defRPr>
            </a:lvl9pPr>
          </a:lstStyle>
          <a:p>
            <a:pPr>
              <a:defRPr/>
            </a:pPr>
            <a:r>
              <a:rPr lang="en-US">
                <a:solidFill>
                  <a:srgbClr val="FFFF00"/>
                </a:solidFill>
              </a:rPr>
              <a:t>From LLM (ChatGPT)</a:t>
            </a:r>
            <a:endParaRPr/>
          </a:p>
          <a:p>
            <a:pPr>
              <a:defRPr/>
            </a:pPr>
            <a:r>
              <a:rPr lang="en-US">
                <a:solidFill>
                  <a:srgbClr val="FFFF00"/>
                </a:solidFill>
              </a:rPr>
              <a:t>you can use RAG </a:t>
            </a:r>
            <a:endParaRPr/>
          </a:p>
          <a:p>
            <a:pPr>
              <a:defRPr/>
            </a:pPr>
            <a:r>
              <a:rPr lang="en-US">
                <a:solidFill>
                  <a:srgbClr val="FFFF00"/>
                </a:solidFill>
              </a:rPr>
              <a:t>to build a specialized</a:t>
            </a:r>
            <a:endParaRPr/>
          </a:p>
          <a:p>
            <a:pPr>
              <a:defRPr/>
            </a:pPr>
            <a:r>
              <a:rPr lang="en-US">
                <a:solidFill>
                  <a:srgbClr val="FFFF00"/>
                </a:solidFill>
              </a:rPr>
              <a:t>Small LLM (Heart </a:t>
            </a:r>
            <a:endParaRPr/>
          </a:p>
          <a:p>
            <a:pPr>
              <a:defRPr/>
            </a:pPr>
            <a:r>
              <a:rPr lang="en-US">
                <a:solidFill>
                  <a:srgbClr val="FFFF00"/>
                </a:solidFill>
              </a:rPr>
              <a:t>disease) and use it </a:t>
            </a:r>
            <a:endParaRPr/>
          </a:p>
          <a:p>
            <a:pPr>
              <a:defRPr/>
            </a:pPr>
            <a:r>
              <a:rPr lang="en-US">
                <a:solidFill>
                  <a:srgbClr val="FFFF00"/>
                </a:solidFill>
              </a:rPr>
              <a:t>as KB for ES</a:t>
            </a:r>
            <a:endParaRPr/>
          </a:p>
          <a:p>
            <a:pPr>
              <a:defRPr/>
            </a:pPr>
            <a:endParaRPr lang="en-US">
              <a:solidFill>
                <a:srgbClr val="FFFF00"/>
              </a:solidFill>
            </a:endParaRPr>
          </a:p>
          <a:p>
            <a:pPr>
              <a:defRPr/>
            </a:pPr>
            <a:r>
              <a:rPr lang="en-US">
                <a:solidFill>
                  <a:srgbClr val="FFFF00"/>
                </a:solidFill>
              </a:rPr>
              <a:t>Here you can simply </a:t>
            </a:r>
            <a:endParaRPr/>
          </a:p>
          <a:p>
            <a:pPr>
              <a:defRPr/>
            </a:pPr>
            <a:r>
              <a:rPr lang="en-US">
                <a:solidFill>
                  <a:srgbClr val="FFFF00"/>
                </a:solidFill>
              </a:rPr>
              <a:t>Use ChatGPT interface</a:t>
            </a:r>
            <a:endParaRPr/>
          </a:p>
          <a:p>
            <a:pPr>
              <a:defRPr/>
            </a:pPr>
            <a:r>
              <a:rPr lang="en-US">
                <a:solidFill>
                  <a:srgbClr val="FFFF00"/>
                </a:solidFill>
              </a:rPr>
              <a:t>for the ES without bothering</a:t>
            </a:r>
            <a:endParaRPr/>
          </a:p>
          <a:p>
            <a:pPr>
              <a:defRPr/>
            </a:pPr>
            <a:r>
              <a:rPr lang="en-US">
                <a:solidFill>
                  <a:srgbClr val="FFFF00"/>
                </a:solidFill>
              </a:rPr>
              <a:t>IE and UI. </a:t>
            </a:r>
            <a:endParaRPr/>
          </a:p>
          <a:p>
            <a:pPr>
              <a:defRPr/>
            </a:pPr>
            <a:endParaRPr lang="en-US">
              <a:solidFill>
                <a:srgbClr val="FFFF00"/>
              </a:solidFill>
            </a:endParaRPr>
          </a:p>
          <a:p>
            <a:pPr>
              <a:defRPr/>
            </a:pPr>
            <a:r>
              <a:rPr lang="en-US">
                <a:solidFill>
                  <a:srgbClr val="FFFF00"/>
                </a:solidFill>
              </a:rPr>
              <a:t>ES is more reliable due to</a:t>
            </a:r>
            <a:endParaRPr/>
          </a:p>
          <a:p>
            <a:pPr>
              <a:defRPr/>
            </a:pPr>
            <a:r>
              <a:rPr lang="en-US">
                <a:solidFill>
                  <a:srgbClr val="FFFF00"/>
                </a:solidFill>
              </a:rPr>
              <a:t>Assured knowledge</a:t>
            </a:r>
            <a:endParaRPr/>
          </a:p>
          <a:p>
            <a:pPr>
              <a:defRPr/>
            </a:pPr>
            <a:r>
              <a:rPr lang="en-US">
                <a:solidFill>
                  <a:srgbClr val="FFFF00"/>
                </a:solidFill>
              </a:rPr>
              <a:t>ChatGPT is more powerful</a:t>
            </a:r>
            <a:endParaRPr/>
          </a:p>
          <a:p>
            <a:pPr>
              <a:defRPr/>
            </a:pPr>
            <a:r>
              <a:rPr lang="en-US">
                <a:solidFill>
                  <a:srgbClr val="FFFF00"/>
                </a:solidFill>
              </a:rPr>
              <a:t> in reasoning. </a:t>
            </a:r>
            <a:endParaRPr/>
          </a:p>
          <a:p>
            <a:pPr>
              <a:defRPr/>
            </a:pPr>
            <a:endParaRPr lang="en-US">
              <a:solidFill>
                <a:srgbClr val="FFFF00"/>
              </a:solidFill>
            </a:endParaRPr>
          </a:p>
          <a:p>
            <a:pPr>
              <a:defRPr/>
            </a:pPr>
            <a:endParaRPr lang="en-US">
              <a:solidFill>
                <a:srgbClr val="FFFF00"/>
              </a:solidFil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0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051835477" name="Title 1"/>
          <p:cNvSpPr>
            <a:spLocks noChangeArrowheads="1" noGrp="1"/>
          </p:cNvSpPr>
          <p:nvPr>
            <p:ph type="title"/>
          </p:nvPr>
        </p:nvSpPr>
        <p:spPr bwMode="auto"/>
        <p:txBody>
          <a:bodyPr/>
          <a:lstStyle/>
          <a:p>
            <a:pPr>
              <a:defRPr/>
            </a:pPr>
            <a:r>
              <a:rPr lang="en-US" b="1">
                <a:solidFill>
                  <a:srgbClr val="00B050"/>
                </a:solidFill>
              </a:rPr>
              <a:t>Homework</a:t>
            </a:r>
            <a:endParaRPr/>
          </a:p>
        </p:txBody>
      </p:sp>
      <p:sp>
        <p:nvSpPr>
          <p:cNvPr id="216011697" name="Content Placeholder 2"/>
          <p:cNvSpPr>
            <a:spLocks noChangeArrowheads="1" noGrp="1"/>
          </p:cNvSpPr>
          <p:nvPr>
            <p:ph idx="1"/>
          </p:nvPr>
        </p:nvSpPr>
        <p:spPr bwMode="auto">
          <a:xfrm>
            <a:off x="457200" y="1600200"/>
            <a:ext cx="8610600" cy="4530725"/>
          </a:xfrm>
        </p:spPr>
        <p:txBody>
          <a:bodyPr/>
          <a:lstStyle/>
          <a:p>
            <a:pPr>
              <a:defRPr/>
            </a:pPr>
            <a:r>
              <a:rPr lang="en-US">
                <a:solidFill>
                  <a:srgbClr val="0070C0"/>
                </a:solidFill>
              </a:rPr>
              <a:t>Read the research papers on the following ES</a:t>
            </a:r>
            <a:endParaRPr/>
          </a:p>
          <a:p>
            <a:pPr lvl="1">
              <a:defRPr/>
            </a:pPr>
            <a:r>
              <a:rPr lang="en-US">
                <a:solidFill>
                  <a:srgbClr val="FF0000"/>
                </a:solidFill>
              </a:rPr>
              <a:t>DENDRAL</a:t>
            </a:r>
            <a:endParaRPr/>
          </a:p>
          <a:p>
            <a:pPr lvl="1">
              <a:defRPr/>
            </a:pPr>
            <a:r>
              <a:rPr lang="en-US">
                <a:solidFill>
                  <a:srgbClr val="FF0000"/>
                </a:solidFill>
              </a:rPr>
              <a:t>PROSPECTOR</a:t>
            </a:r>
            <a:endParaRPr/>
          </a:p>
          <a:p>
            <a:pPr lvl="1">
              <a:defRPr/>
            </a:pPr>
            <a:r>
              <a:rPr lang="en-US">
                <a:solidFill>
                  <a:srgbClr val="FF0000"/>
                </a:solidFill>
              </a:rPr>
              <a:t>MYCIN (why MYCIN?, MYCIN for what purpose?)</a:t>
            </a:r>
            <a:endParaRPr/>
          </a:p>
          <a:p>
            <a:pPr lvl="1">
              <a:defRPr/>
            </a:pPr>
            <a:r>
              <a:rPr lang="en-US">
                <a:solidFill>
                  <a:srgbClr val="FF0000"/>
                </a:solidFill>
              </a:rPr>
              <a:t>XCON (why?, purpose?, institute?)</a:t>
            </a:r>
            <a:endParaRPr/>
          </a:p>
          <a:p>
            <a:pPr lvl="1">
              <a:defRPr/>
            </a:pPr>
            <a:r>
              <a:rPr lang="en-US">
                <a:solidFill>
                  <a:srgbClr val="FF0000"/>
                </a:solidFill>
              </a:rPr>
              <a:t>DART</a:t>
            </a:r>
            <a:endParaRPr/>
          </a:p>
          <a:p>
            <a:pPr>
              <a:defRPr/>
            </a:pPr>
            <a:endParaRPr lang="en-US"/>
          </a:p>
        </p:txBody>
      </p:sp>
      <p:sp>
        <p:nvSpPr>
          <p:cNvPr id="725412252" name="TextBox 1"/>
          <p:cNvSpPr txBox="1"/>
          <p:nvPr/>
        </p:nvSpPr>
        <p:spPr bwMode="auto">
          <a:xfrm>
            <a:off x="9677400" y="1143000"/>
            <a:ext cx="2425664" cy="1200329"/>
          </a:xfrm>
          <a:prstGeom prst="rect">
            <a:avLst/>
          </a:prstGeom>
          <a:noFill/>
        </p:spPr>
        <p:txBody>
          <a:bodyPr wrap="none" rtlCol="0">
            <a:spAutoFit/>
          </a:bodyPr>
          <a:lstStyle/>
          <a:p>
            <a:pPr>
              <a:defRPr/>
            </a:pPr>
            <a:r>
              <a:rPr lang="en-US">
                <a:solidFill>
                  <a:srgbClr val="FFFF00"/>
                </a:solidFill>
              </a:rPr>
              <a:t>AI is for building</a:t>
            </a:r>
            <a:endParaRPr/>
          </a:p>
          <a:p>
            <a:pPr>
              <a:defRPr/>
            </a:pPr>
            <a:r>
              <a:rPr lang="en-US">
                <a:solidFill>
                  <a:srgbClr val="FFFF00"/>
                </a:solidFill>
              </a:rPr>
              <a:t>Agents to do the</a:t>
            </a:r>
            <a:endParaRPr/>
          </a:p>
          <a:p>
            <a:pPr>
              <a:defRPr/>
            </a:pPr>
            <a:r>
              <a:rPr lang="en-US">
                <a:solidFill>
                  <a:srgbClr val="FFFF00"/>
                </a:solidFill>
              </a:rPr>
              <a:t>Right thing.</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0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406762924" name="Rectangle 2"/>
          <p:cNvSpPr>
            <a:spLocks noChangeArrowheads="1" noGrp="1"/>
          </p:cNvSpPr>
          <p:nvPr>
            <p:ph type="title"/>
          </p:nvPr>
        </p:nvSpPr>
        <p:spPr bwMode="auto"/>
        <p:txBody>
          <a:bodyPr/>
          <a:lstStyle/>
          <a:p>
            <a:pPr>
              <a:defRPr/>
            </a:pPr>
            <a:r>
              <a:rPr lang="en-US" b="1">
                <a:solidFill>
                  <a:srgbClr val="00B050"/>
                </a:solidFill>
              </a:rPr>
              <a:t>Classical expert systems -XCON</a:t>
            </a:r>
            <a:endParaRPr lang="en-GB" b="1">
              <a:solidFill>
                <a:srgbClr val="00B050"/>
              </a:solidFill>
            </a:endParaRPr>
          </a:p>
        </p:txBody>
      </p:sp>
      <p:sp>
        <p:nvSpPr>
          <p:cNvPr id="513097666" name="Rectangle 3"/>
          <p:cNvSpPr>
            <a:spLocks noChangeArrowheads="1" noGrp="1"/>
          </p:cNvSpPr>
          <p:nvPr>
            <p:ph type="body" idx="1"/>
          </p:nvPr>
        </p:nvSpPr>
        <p:spPr bwMode="auto">
          <a:xfrm>
            <a:off x="0" y="1066800"/>
            <a:ext cx="9144000" cy="5064125"/>
          </a:xfrm>
        </p:spPr>
        <p:txBody>
          <a:bodyPr/>
          <a:lstStyle/>
          <a:p>
            <a:pPr>
              <a:lnSpc>
                <a:spcPct val="90000"/>
              </a:lnSpc>
              <a:defRPr/>
            </a:pPr>
            <a:r>
              <a:rPr lang="en-US" sz="2400">
                <a:solidFill>
                  <a:srgbClr val="3333FF"/>
                </a:solidFill>
                <a:highlight>
                  <a:srgbClr val="FFFF00"/>
                </a:highlight>
              </a:rPr>
              <a:t>XCON</a:t>
            </a:r>
            <a:r>
              <a:rPr lang="en-US" sz="2400">
                <a:solidFill>
                  <a:srgbClr val="3333FF"/>
                </a:solidFill>
              </a:rPr>
              <a:t> developed by McDermott (</a:t>
            </a:r>
            <a:r>
              <a:rPr lang="en-US" sz="2400">
                <a:solidFill>
                  <a:srgbClr val="3333FF"/>
                </a:solidFill>
                <a:highlight>
                  <a:srgbClr val="FFFF00"/>
                </a:highlight>
              </a:rPr>
              <a:t>1982</a:t>
            </a:r>
            <a:r>
              <a:rPr lang="en-US" sz="2400">
                <a:solidFill>
                  <a:srgbClr val="3333FF"/>
                </a:solidFill>
              </a:rPr>
              <a:t>/84) at </a:t>
            </a:r>
            <a:r>
              <a:rPr lang="en-US" sz="2400">
                <a:solidFill>
                  <a:srgbClr val="3333FF"/>
                </a:solidFill>
                <a:highlight>
                  <a:srgbClr val="FFFF00"/>
                </a:highlight>
              </a:rPr>
              <a:t>CMU</a:t>
            </a:r>
            <a:endParaRPr/>
          </a:p>
          <a:p>
            <a:pPr>
              <a:lnSpc>
                <a:spcPct val="90000"/>
              </a:lnSpc>
              <a:defRPr/>
            </a:pPr>
            <a:r>
              <a:rPr lang="en-US" sz="2400">
                <a:solidFill>
                  <a:srgbClr val="FF0000"/>
                </a:solidFill>
              </a:rPr>
              <a:t>XCON gave </a:t>
            </a:r>
            <a:r>
              <a:rPr lang="en-US" sz="2400">
                <a:solidFill>
                  <a:srgbClr val="FF0000"/>
                </a:solidFill>
                <a:highlight>
                  <a:srgbClr val="FFFF00"/>
                </a:highlight>
              </a:rPr>
              <a:t>industry recognition </a:t>
            </a:r>
            <a:r>
              <a:rPr lang="en-US" sz="2400">
                <a:solidFill>
                  <a:srgbClr val="FF0000"/>
                </a:solidFill>
              </a:rPr>
              <a:t>for AI after 30 years</a:t>
            </a:r>
            <a:endParaRPr/>
          </a:p>
          <a:p>
            <a:pPr>
              <a:lnSpc>
                <a:spcPct val="90000"/>
              </a:lnSpc>
              <a:defRPr/>
            </a:pPr>
            <a:r>
              <a:rPr lang="en-US" sz="2400">
                <a:solidFill>
                  <a:srgbClr val="3333FF"/>
                </a:solidFill>
              </a:rPr>
              <a:t>It </a:t>
            </a:r>
            <a:r>
              <a:rPr lang="en-US" sz="2400">
                <a:solidFill>
                  <a:srgbClr val="3333FF"/>
                </a:solidFill>
                <a:highlight>
                  <a:srgbClr val="FFFF00"/>
                </a:highlight>
              </a:rPr>
              <a:t>configures</a:t>
            </a:r>
            <a:r>
              <a:rPr lang="en-US" sz="2400">
                <a:solidFill>
                  <a:srgbClr val="3333FF"/>
                </a:solidFill>
              </a:rPr>
              <a:t> (designs, plans, schedules) the </a:t>
            </a:r>
            <a:r>
              <a:rPr lang="en-US" sz="2400">
                <a:solidFill>
                  <a:srgbClr val="3333FF"/>
                </a:solidFill>
                <a:highlight>
                  <a:srgbClr val="FFFF00"/>
                </a:highlight>
              </a:rPr>
              <a:t>minicomputer</a:t>
            </a:r>
            <a:r>
              <a:rPr lang="en-US" sz="2400">
                <a:solidFill>
                  <a:srgbClr val="3333FF"/>
                </a:solidFill>
              </a:rPr>
              <a:t> by identifying memory, CPU, tapes, etc.  to suit with user requirements</a:t>
            </a:r>
            <a:endParaRPr/>
          </a:p>
          <a:p>
            <a:pPr>
              <a:lnSpc>
                <a:spcPct val="90000"/>
              </a:lnSpc>
              <a:defRPr/>
            </a:pPr>
            <a:r>
              <a:rPr lang="en-US" sz="2400">
                <a:solidFill>
                  <a:srgbClr val="FF0000"/>
                </a:solidFill>
              </a:rPr>
              <a:t>XCON could configure a computer in a (</a:t>
            </a:r>
            <a:r>
              <a:rPr lang="en-US" sz="2400">
                <a:solidFill>
                  <a:srgbClr val="FF0000"/>
                </a:solidFill>
              </a:rPr>
              <a:t>i</a:t>
            </a:r>
            <a:r>
              <a:rPr lang="en-US" sz="2400">
                <a:solidFill>
                  <a:srgbClr val="FF0000"/>
                </a:solidFill>
              </a:rPr>
              <a:t>) few minutes with 100% accuracy, (ii) DEC saved millions and increased shares</a:t>
            </a:r>
            <a:endParaRPr/>
          </a:p>
          <a:p>
            <a:pPr>
              <a:lnSpc>
                <a:spcPct val="90000"/>
              </a:lnSpc>
              <a:defRPr/>
            </a:pPr>
            <a:r>
              <a:rPr lang="en-US" sz="2400">
                <a:solidFill>
                  <a:srgbClr val="3333FF"/>
                </a:solidFill>
              </a:rPr>
              <a:t>It necessarily uses </a:t>
            </a:r>
            <a:r>
              <a:rPr lang="en-US" sz="2400">
                <a:solidFill>
                  <a:srgbClr val="3333FF"/>
                </a:solidFill>
                <a:highlight>
                  <a:srgbClr val="FFFF00"/>
                </a:highlight>
              </a:rPr>
              <a:t>forward chaining</a:t>
            </a:r>
            <a:r>
              <a:rPr lang="en-US" sz="2400">
                <a:solidFill>
                  <a:srgbClr val="3333FF"/>
                </a:solidFill>
              </a:rPr>
              <a:t>. Why?</a:t>
            </a:r>
            <a:endParaRPr/>
          </a:p>
          <a:p>
            <a:pPr lvl="1">
              <a:lnSpc>
                <a:spcPct val="90000"/>
              </a:lnSpc>
              <a:defRPr/>
            </a:pPr>
            <a:r>
              <a:rPr lang="en-US" sz="2000">
                <a:solidFill>
                  <a:srgbClr val="3333FF"/>
                </a:solidFill>
              </a:rPr>
              <a:t>begin with conditions and reach possible innovative goals  </a:t>
            </a:r>
            <a:endParaRPr/>
          </a:p>
          <a:p>
            <a:pPr>
              <a:lnSpc>
                <a:spcPct val="90000"/>
              </a:lnSpc>
              <a:defRPr/>
            </a:pPr>
            <a:r>
              <a:rPr lang="en-US" sz="2400">
                <a:solidFill>
                  <a:srgbClr val="FF0000"/>
                </a:solidFill>
              </a:rPr>
              <a:t>It is </a:t>
            </a:r>
            <a:r>
              <a:rPr lang="en-US" sz="2400" u="sng">
                <a:solidFill>
                  <a:srgbClr val="FF0000"/>
                </a:solidFill>
              </a:rPr>
              <a:t>rule-based</a:t>
            </a:r>
            <a:r>
              <a:rPr lang="en-US" sz="2400">
                <a:solidFill>
                  <a:srgbClr val="FF0000"/>
                </a:solidFill>
              </a:rPr>
              <a:t> and has a simple rule format</a:t>
            </a:r>
            <a:endParaRPr/>
          </a:p>
          <a:p>
            <a:pPr lvl="2">
              <a:lnSpc>
                <a:spcPct val="90000"/>
              </a:lnSpc>
              <a:buFont typeface="Wingdings"/>
              <a:buNone/>
              <a:defRPr/>
            </a:pPr>
            <a:r>
              <a:rPr lang="en-US" sz="2100">
                <a:solidFill>
                  <a:srgbClr val="3333FF"/>
                </a:solidFill>
              </a:rPr>
              <a:t>If: the most current ……. </a:t>
            </a:r>
            <a:endParaRPr/>
          </a:p>
          <a:p>
            <a:pPr lvl="2">
              <a:lnSpc>
                <a:spcPct val="90000"/>
              </a:lnSpc>
              <a:buFont typeface="Wingdings"/>
              <a:buNone/>
              <a:defRPr/>
            </a:pPr>
            <a:r>
              <a:rPr lang="en-US" sz="2100">
                <a:solidFill>
                  <a:srgbClr val="3333FF"/>
                </a:solidFill>
              </a:rPr>
              <a:t>Then, assign  a disk driver to the mass-bus</a:t>
            </a:r>
            <a:endParaRPr/>
          </a:p>
          <a:p>
            <a:pPr>
              <a:lnSpc>
                <a:spcPct val="90000"/>
              </a:lnSpc>
              <a:defRPr/>
            </a:pPr>
            <a:r>
              <a:rPr lang="en-US" sz="2400">
                <a:solidFill>
                  <a:srgbClr val="3333FF"/>
                </a:solidFill>
              </a:rPr>
              <a:t>Uncertainty handling is not encouraged in XCON, why? </a:t>
            </a:r>
            <a:endParaRPr/>
          </a:p>
        </p:txBody>
      </p:sp>
      <p:sp>
        <p:nvSpPr>
          <p:cNvPr id="2095762245" name="TextBox 1"/>
          <p:cNvSpPr txBox="1">
            <a:spLocks noChangeArrowheads="1"/>
          </p:cNvSpPr>
          <p:nvPr/>
        </p:nvSpPr>
        <p:spPr bwMode="auto">
          <a:xfrm>
            <a:off x="10058400" y="727075"/>
            <a:ext cx="1314450" cy="1570038"/>
          </a:xfrm>
          <a:prstGeom prst="rect">
            <a:avLst/>
          </a:prstGeom>
          <a:noFill/>
          <a:ln>
            <a:noFill/>
          </a:ln>
        </p:spPr>
        <p:txBody>
          <a:bodyPr wrap="none">
            <a:spAutoFit/>
          </a:bodyPr>
          <a:lstStyle>
            <a:lvl1pPr>
              <a:defRPr sz="2400">
                <a:solidFill>
                  <a:schemeClr val="tx1"/>
                </a:solidFill>
                <a:latin typeface="Arial"/>
              </a:defRPr>
            </a:lvl1pPr>
            <a:lvl2pPr marL="742950" indent="-285750">
              <a:defRPr sz="2400">
                <a:solidFill>
                  <a:schemeClr val="tx1"/>
                </a:solidFill>
                <a:latin typeface="Arial"/>
              </a:defRPr>
            </a:lvl2pPr>
            <a:lvl3pPr marL="1143000" indent="-228600">
              <a:defRPr sz="2400">
                <a:solidFill>
                  <a:schemeClr val="tx1"/>
                </a:solidFill>
                <a:latin typeface="Arial"/>
              </a:defRPr>
            </a:lvl3pPr>
            <a:lvl4pPr marL="1600200" indent="-228600">
              <a:defRPr sz="2400">
                <a:solidFill>
                  <a:schemeClr val="tx1"/>
                </a:solidFill>
                <a:latin typeface="Arial"/>
              </a:defRPr>
            </a:lvl4pPr>
            <a:lvl5pPr marL="2057400" indent="-228600">
              <a:defRPr sz="2400">
                <a:solidFill>
                  <a:schemeClr val="tx1"/>
                </a:solidFill>
                <a:latin typeface="Arial"/>
              </a:defRPr>
            </a:lvl5pPr>
            <a:lvl6pPr marL="2514600" indent="-228600">
              <a:spcBef>
                <a:spcPts val="0"/>
              </a:spcBef>
              <a:spcAft>
                <a:spcPts val="0"/>
              </a:spcAft>
              <a:defRPr sz="2400">
                <a:solidFill>
                  <a:schemeClr val="tx1"/>
                </a:solidFill>
                <a:latin typeface="Arial"/>
              </a:defRPr>
            </a:lvl6pPr>
            <a:lvl7pPr marL="2971800" indent="-228600">
              <a:spcBef>
                <a:spcPts val="0"/>
              </a:spcBef>
              <a:spcAft>
                <a:spcPts val="0"/>
              </a:spcAft>
              <a:defRPr sz="2400">
                <a:solidFill>
                  <a:schemeClr val="tx1"/>
                </a:solidFill>
                <a:latin typeface="Arial"/>
              </a:defRPr>
            </a:lvl7pPr>
            <a:lvl8pPr marL="3429000" indent="-228600">
              <a:spcBef>
                <a:spcPts val="0"/>
              </a:spcBef>
              <a:spcAft>
                <a:spcPts val="0"/>
              </a:spcAft>
              <a:defRPr sz="2400">
                <a:solidFill>
                  <a:schemeClr val="tx1"/>
                </a:solidFill>
                <a:latin typeface="Arial"/>
              </a:defRPr>
            </a:lvl8pPr>
            <a:lvl9pPr marL="3886200" indent="-228600">
              <a:spcBef>
                <a:spcPts val="0"/>
              </a:spcBef>
              <a:spcAft>
                <a:spcPts val="0"/>
              </a:spcAft>
              <a:defRPr sz="2400">
                <a:solidFill>
                  <a:schemeClr val="tx1"/>
                </a:solidFill>
                <a:latin typeface="Arial"/>
              </a:defRPr>
            </a:lvl9pPr>
          </a:lstStyle>
          <a:p>
            <a:pPr>
              <a:defRPr/>
            </a:pPr>
            <a:r>
              <a:rPr lang="en-US">
                <a:solidFill>
                  <a:srgbClr val="FFFF00"/>
                </a:solidFill>
              </a:rPr>
              <a:t>286</a:t>
            </a:r>
            <a:endParaRPr/>
          </a:p>
          <a:p>
            <a:pPr>
              <a:defRPr/>
            </a:pPr>
            <a:r>
              <a:rPr lang="en-US">
                <a:solidFill>
                  <a:srgbClr val="FFFF00"/>
                </a:solidFill>
              </a:rPr>
              <a:t>386</a:t>
            </a:r>
            <a:endParaRPr/>
          </a:p>
          <a:p>
            <a:pPr>
              <a:defRPr/>
            </a:pPr>
            <a:r>
              <a:rPr lang="en-US">
                <a:solidFill>
                  <a:srgbClr val="FFFF00"/>
                </a:solidFill>
              </a:rPr>
              <a:t>486</a:t>
            </a:r>
            <a:endParaRPr/>
          </a:p>
          <a:p>
            <a:pPr>
              <a:defRPr/>
            </a:pPr>
            <a:r>
              <a:rPr lang="en-US">
                <a:solidFill>
                  <a:srgbClr val="FFFF00"/>
                </a:solidFill>
              </a:rPr>
              <a:t>Pentium</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0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073550953" name="Rectangle 2"/>
          <p:cNvSpPr>
            <a:spLocks noChangeArrowheads="1" noGrp="1"/>
          </p:cNvSpPr>
          <p:nvPr>
            <p:ph type="title"/>
          </p:nvPr>
        </p:nvSpPr>
        <p:spPr bwMode="auto">
          <a:xfrm>
            <a:off x="457200" y="277813"/>
            <a:ext cx="8763000" cy="1139825"/>
          </a:xfrm>
        </p:spPr>
        <p:txBody>
          <a:bodyPr/>
          <a:lstStyle/>
          <a:p>
            <a:pPr>
              <a:defRPr/>
            </a:pPr>
            <a:r>
              <a:rPr lang="en-US" sz="3400" b="1">
                <a:solidFill>
                  <a:srgbClr val="00B050"/>
                </a:solidFill>
              </a:rPr>
              <a:t>Classical expert systems-DESIGN ADVISOR</a:t>
            </a:r>
            <a:endParaRPr lang="en-GB" sz="3400" b="1">
              <a:solidFill>
                <a:srgbClr val="00B050"/>
              </a:solidFill>
            </a:endParaRPr>
          </a:p>
        </p:txBody>
      </p:sp>
      <p:sp>
        <p:nvSpPr>
          <p:cNvPr id="2089997305" name="Rectangle 3"/>
          <p:cNvSpPr>
            <a:spLocks noChangeArrowheads="1" noGrp="1"/>
          </p:cNvSpPr>
          <p:nvPr>
            <p:ph type="body" idx="1"/>
          </p:nvPr>
        </p:nvSpPr>
        <p:spPr bwMode="auto">
          <a:xfrm>
            <a:off x="0" y="1371600"/>
            <a:ext cx="9296400" cy="4530725"/>
          </a:xfrm>
        </p:spPr>
        <p:txBody>
          <a:bodyPr/>
          <a:lstStyle/>
          <a:p>
            <a:pPr>
              <a:lnSpc>
                <a:spcPct val="80000"/>
              </a:lnSpc>
              <a:defRPr/>
            </a:pPr>
            <a:r>
              <a:rPr lang="en-US" sz="2600">
                <a:solidFill>
                  <a:srgbClr val="3333FF"/>
                </a:solidFill>
                <a:highlight>
                  <a:srgbClr val="FFFF00"/>
                </a:highlight>
              </a:rPr>
              <a:t>DESIGN ADVISOR </a:t>
            </a:r>
            <a:r>
              <a:rPr lang="en-US" sz="2600">
                <a:solidFill>
                  <a:srgbClr val="3333FF"/>
                </a:solidFill>
              </a:rPr>
              <a:t>(Steel et al, 1989)</a:t>
            </a:r>
            <a:endParaRPr/>
          </a:p>
          <a:p>
            <a:pPr>
              <a:lnSpc>
                <a:spcPct val="80000"/>
              </a:lnSpc>
              <a:defRPr/>
            </a:pPr>
            <a:r>
              <a:rPr lang="en-US" sz="2600">
                <a:solidFill>
                  <a:srgbClr val="FF0000"/>
                </a:solidFill>
              </a:rPr>
              <a:t>It critiques </a:t>
            </a:r>
            <a:r>
              <a:rPr lang="en-US" sz="2600">
                <a:solidFill>
                  <a:srgbClr val="FF0000"/>
                </a:solidFill>
                <a:highlight>
                  <a:srgbClr val="FFFF00"/>
                </a:highlight>
              </a:rPr>
              <a:t>chip design</a:t>
            </a:r>
            <a:endParaRPr/>
          </a:p>
          <a:p>
            <a:pPr>
              <a:lnSpc>
                <a:spcPct val="80000"/>
              </a:lnSpc>
              <a:defRPr/>
            </a:pPr>
            <a:r>
              <a:rPr lang="en-US" sz="2600">
                <a:solidFill>
                  <a:srgbClr val="3333FF"/>
                </a:solidFill>
              </a:rPr>
              <a:t>For a requirement, DESIGN ADVISOR </a:t>
            </a:r>
            <a:r>
              <a:rPr lang="en-US" sz="2600">
                <a:solidFill>
                  <a:srgbClr val="3333FF"/>
                </a:solidFill>
                <a:highlight>
                  <a:srgbClr val="FFFF00"/>
                </a:highlight>
              </a:rPr>
              <a:t>proposes</a:t>
            </a:r>
            <a:r>
              <a:rPr lang="en-US" sz="2600">
                <a:solidFill>
                  <a:srgbClr val="3333FF"/>
                </a:solidFill>
              </a:rPr>
              <a:t> a design</a:t>
            </a:r>
            <a:endParaRPr/>
          </a:p>
          <a:p>
            <a:pPr lvl="1">
              <a:lnSpc>
                <a:spcPct val="80000"/>
              </a:lnSpc>
              <a:defRPr/>
            </a:pPr>
            <a:r>
              <a:rPr lang="en-US" sz="2200">
                <a:solidFill>
                  <a:srgbClr val="FF0000"/>
                </a:solidFill>
              </a:rPr>
              <a:t>In design problems, ES is better than humans due to biological limitations</a:t>
            </a:r>
            <a:endParaRPr lang="en-US">
              <a:solidFill>
                <a:srgbClr val="3333FF"/>
              </a:solidFill>
            </a:endParaRPr>
          </a:p>
          <a:p>
            <a:pPr>
              <a:lnSpc>
                <a:spcPct val="80000"/>
              </a:lnSpc>
              <a:defRPr/>
            </a:pPr>
            <a:r>
              <a:rPr lang="en-US" sz="2600">
                <a:solidFill>
                  <a:srgbClr val="3333FF"/>
                </a:solidFill>
              </a:rPr>
              <a:t>Then the </a:t>
            </a:r>
            <a:r>
              <a:rPr lang="en-US" sz="2600">
                <a:solidFill>
                  <a:srgbClr val="3333FF"/>
                </a:solidFill>
                <a:highlight>
                  <a:srgbClr val="FFFF00"/>
                </a:highlight>
              </a:rPr>
              <a:t>human Designer can accept or reject </a:t>
            </a:r>
            <a:r>
              <a:rPr lang="en-US" sz="2600">
                <a:solidFill>
                  <a:srgbClr val="3333FF"/>
                </a:solidFill>
              </a:rPr>
              <a:t>the advice</a:t>
            </a:r>
            <a:endParaRPr/>
          </a:p>
          <a:p>
            <a:pPr lvl="1">
              <a:lnSpc>
                <a:spcPct val="80000"/>
              </a:lnSpc>
              <a:defRPr/>
            </a:pPr>
            <a:r>
              <a:rPr lang="en-US" sz="2200">
                <a:solidFill>
                  <a:srgbClr val="FF0000"/>
                </a:solidFill>
              </a:rPr>
              <a:t>If it is rejected, </a:t>
            </a:r>
            <a:r>
              <a:rPr lang="en-US" sz="2200">
                <a:solidFill>
                  <a:srgbClr val="3333FF"/>
                </a:solidFill>
              </a:rPr>
              <a:t>DESIGN ADVISOR, try alternative solutions </a:t>
            </a:r>
            <a:endParaRPr lang="en-US">
              <a:solidFill>
                <a:srgbClr val="FF0000"/>
              </a:solidFill>
              <a:highlight>
                <a:srgbClr val="FFFF00"/>
              </a:highlight>
            </a:endParaRPr>
          </a:p>
          <a:p>
            <a:pPr>
              <a:lnSpc>
                <a:spcPct val="80000"/>
              </a:lnSpc>
              <a:defRPr/>
            </a:pPr>
            <a:r>
              <a:rPr lang="en-US" sz="2600">
                <a:solidFill>
                  <a:srgbClr val="FF0000"/>
                </a:solidFill>
              </a:rPr>
              <a:t>Rule format</a:t>
            </a:r>
            <a:endParaRPr/>
          </a:p>
          <a:p>
            <a:pPr lvl="1">
              <a:lnSpc>
                <a:spcPct val="80000"/>
              </a:lnSpc>
              <a:defRPr/>
            </a:pPr>
            <a:r>
              <a:rPr lang="en-US" sz="2200">
                <a:solidFill>
                  <a:srgbClr val="33CC33"/>
                </a:solidFill>
              </a:rPr>
              <a:t>If:</a:t>
            </a:r>
            <a:r>
              <a:rPr lang="en-US" sz="2200">
                <a:solidFill>
                  <a:srgbClr val="3333FF"/>
                </a:solidFill>
              </a:rPr>
              <a:t> the sequential level count of ELEMENT..</a:t>
            </a:r>
            <a:endParaRPr/>
          </a:p>
          <a:p>
            <a:pPr lvl="1">
              <a:lnSpc>
                <a:spcPct val="80000"/>
              </a:lnSpc>
              <a:defRPr/>
            </a:pPr>
            <a:r>
              <a:rPr lang="en-US" sz="2200">
                <a:solidFill>
                  <a:srgbClr val="33CC33"/>
                </a:solidFill>
              </a:rPr>
              <a:t>Then:</a:t>
            </a:r>
            <a:r>
              <a:rPr lang="en-US" sz="2200">
                <a:solidFill>
                  <a:srgbClr val="3333FF"/>
                </a:solidFill>
              </a:rPr>
              <a:t> critique for poor testability</a:t>
            </a:r>
            <a:endParaRPr/>
          </a:p>
          <a:p>
            <a:pPr lvl="1">
              <a:lnSpc>
                <a:spcPct val="80000"/>
              </a:lnSpc>
              <a:defRPr/>
            </a:pPr>
            <a:r>
              <a:rPr lang="en-US" sz="2200">
                <a:solidFill>
                  <a:srgbClr val="33CC33"/>
                </a:solidFill>
              </a:rPr>
              <a:t>DEFEAT:</a:t>
            </a:r>
            <a:r>
              <a:rPr lang="en-US" sz="2200">
                <a:solidFill>
                  <a:srgbClr val="3333FF"/>
                </a:solidFill>
              </a:rPr>
              <a:t> poor testability of ELEMENT</a:t>
            </a:r>
            <a:endParaRPr/>
          </a:p>
          <a:p>
            <a:pPr lvl="1">
              <a:lnSpc>
                <a:spcPct val="80000"/>
              </a:lnSpc>
              <a:defRPr/>
            </a:pPr>
            <a:r>
              <a:rPr lang="en-US" sz="2200">
                <a:solidFill>
                  <a:srgbClr val="33CC33"/>
                </a:solidFill>
              </a:rPr>
              <a:t>Due to</a:t>
            </a:r>
            <a:r>
              <a:rPr lang="en-US" sz="2200">
                <a:solidFill>
                  <a:srgbClr val="3333FF"/>
                </a:solidFill>
              </a:rPr>
              <a:t>: …….</a:t>
            </a:r>
            <a:endParaRPr/>
          </a:p>
          <a:p>
            <a:pPr lvl="1">
              <a:lnSpc>
                <a:spcPct val="80000"/>
              </a:lnSpc>
              <a:defRPr/>
            </a:pPr>
            <a:r>
              <a:rPr lang="en-US" sz="2200">
                <a:solidFill>
                  <a:srgbClr val="33CC33"/>
                </a:solidFill>
              </a:rPr>
              <a:t>By:</a:t>
            </a:r>
            <a:r>
              <a:rPr lang="en-US" sz="2200">
                <a:solidFill>
                  <a:srgbClr val="3333FF"/>
                </a:solidFill>
              </a:rPr>
              <a:t> ELEMENT is …</a:t>
            </a:r>
            <a:endParaRPr/>
          </a:p>
        </p:txBody>
      </p:sp>
      <p:sp>
        <p:nvSpPr>
          <p:cNvPr id="983517729" name="TextBox 1"/>
          <p:cNvSpPr txBox="1">
            <a:spLocks noChangeArrowheads="1"/>
          </p:cNvSpPr>
          <p:nvPr/>
        </p:nvSpPr>
        <p:spPr bwMode="auto">
          <a:xfrm>
            <a:off x="9220200" y="457200"/>
            <a:ext cx="3429000" cy="6616700"/>
          </a:xfrm>
          <a:prstGeom prst="rect">
            <a:avLst/>
          </a:prstGeom>
          <a:noFill/>
          <a:ln>
            <a:noFill/>
          </a:ln>
        </p:spPr>
        <p:txBody>
          <a:bodyPr>
            <a:spAutoFit/>
          </a:bodyPr>
          <a:lstStyle>
            <a:lvl1pPr>
              <a:defRPr sz="2400">
                <a:solidFill>
                  <a:schemeClr val="tx1"/>
                </a:solidFill>
                <a:latin typeface="Arial"/>
              </a:defRPr>
            </a:lvl1pPr>
            <a:lvl2pPr marL="742950" indent="-285750">
              <a:defRPr sz="2400">
                <a:solidFill>
                  <a:schemeClr val="tx1"/>
                </a:solidFill>
                <a:latin typeface="Arial"/>
              </a:defRPr>
            </a:lvl2pPr>
            <a:lvl3pPr marL="1143000" indent="-228600">
              <a:defRPr sz="2400">
                <a:solidFill>
                  <a:schemeClr val="tx1"/>
                </a:solidFill>
                <a:latin typeface="Arial"/>
              </a:defRPr>
            </a:lvl3pPr>
            <a:lvl4pPr marL="1600200" indent="-228600">
              <a:defRPr sz="2400">
                <a:solidFill>
                  <a:schemeClr val="tx1"/>
                </a:solidFill>
                <a:latin typeface="Arial"/>
              </a:defRPr>
            </a:lvl4pPr>
            <a:lvl5pPr marL="2057400" indent="-228600">
              <a:defRPr sz="2400">
                <a:solidFill>
                  <a:schemeClr val="tx1"/>
                </a:solidFill>
                <a:latin typeface="Arial"/>
              </a:defRPr>
            </a:lvl5pPr>
            <a:lvl6pPr marL="2514600" indent="-228600">
              <a:spcBef>
                <a:spcPts val="0"/>
              </a:spcBef>
              <a:spcAft>
                <a:spcPts val="0"/>
              </a:spcAft>
              <a:defRPr sz="2400">
                <a:solidFill>
                  <a:schemeClr val="tx1"/>
                </a:solidFill>
                <a:latin typeface="Arial"/>
              </a:defRPr>
            </a:lvl6pPr>
            <a:lvl7pPr marL="2971800" indent="-228600">
              <a:spcBef>
                <a:spcPts val="0"/>
              </a:spcBef>
              <a:spcAft>
                <a:spcPts val="0"/>
              </a:spcAft>
              <a:defRPr sz="2400">
                <a:solidFill>
                  <a:schemeClr val="tx1"/>
                </a:solidFill>
                <a:latin typeface="Arial"/>
              </a:defRPr>
            </a:lvl7pPr>
            <a:lvl8pPr marL="3429000" indent="-228600">
              <a:spcBef>
                <a:spcPts val="0"/>
              </a:spcBef>
              <a:spcAft>
                <a:spcPts val="0"/>
              </a:spcAft>
              <a:defRPr sz="2400">
                <a:solidFill>
                  <a:schemeClr val="tx1"/>
                </a:solidFill>
                <a:latin typeface="Arial"/>
              </a:defRPr>
            </a:lvl8pPr>
            <a:lvl9pPr marL="3886200" indent="-228600">
              <a:spcBef>
                <a:spcPts val="0"/>
              </a:spcBef>
              <a:spcAft>
                <a:spcPts val="0"/>
              </a:spcAft>
              <a:defRPr sz="2400">
                <a:solidFill>
                  <a:schemeClr val="tx1"/>
                </a:solidFill>
                <a:latin typeface="Arial"/>
              </a:defRPr>
            </a:lvl9pPr>
          </a:lstStyle>
          <a:p>
            <a:pPr>
              <a:defRPr/>
            </a:pPr>
            <a:r>
              <a:rPr lang="en-US" sz="2200">
                <a:solidFill>
                  <a:schemeClr val="bg1"/>
                </a:solidFill>
              </a:rPr>
              <a:t>Analysis (diagnosis)</a:t>
            </a:r>
            <a:endParaRPr/>
          </a:p>
          <a:p>
            <a:pPr>
              <a:defRPr/>
            </a:pPr>
            <a:r>
              <a:rPr lang="en-US" sz="2200">
                <a:solidFill>
                  <a:schemeClr val="bg1"/>
                </a:solidFill>
              </a:rPr>
              <a:t>Synthesis (design)</a:t>
            </a:r>
            <a:endParaRPr/>
          </a:p>
          <a:p>
            <a:pPr>
              <a:defRPr/>
            </a:pPr>
            <a:endParaRPr lang="en-US" sz="2200">
              <a:solidFill>
                <a:schemeClr val="bg1"/>
              </a:solidFill>
            </a:endParaRPr>
          </a:p>
          <a:p>
            <a:pPr>
              <a:defRPr/>
            </a:pPr>
            <a:endParaRPr lang="en-US" sz="2200">
              <a:solidFill>
                <a:schemeClr val="bg1"/>
              </a:solidFill>
            </a:endParaRPr>
          </a:p>
          <a:p>
            <a:pPr>
              <a:defRPr/>
            </a:pPr>
            <a:r>
              <a:rPr lang="en-US" sz="2200">
                <a:solidFill>
                  <a:schemeClr val="bg1"/>
                </a:solidFill>
              </a:rPr>
              <a:t>Identify areas where </a:t>
            </a:r>
            <a:endParaRPr/>
          </a:p>
          <a:p>
            <a:pPr>
              <a:defRPr/>
            </a:pPr>
            <a:r>
              <a:rPr lang="en-US" sz="2200">
                <a:solidFill>
                  <a:schemeClr val="bg1"/>
                </a:solidFill>
              </a:rPr>
              <a:t>design the advisor model</a:t>
            </a:r>
            <a:endParaRPr/>
          </a:p>
          <a:p>
            <a:pPr>
              <a:defRPr/>
            </a:pPr>
            <a:r>
              <a:rPr lang="en-US" sz="2200">
                <a:solidFill>
                  <a:schemeClr val="bg1"/>
                </a:solidFill>
              </a:rPr>
              <a:t>of ES can be used</a:t>
            </a:r>
            <a:endParaRPr/>
          </a:p>
          <a:p>
            <a:pPr>
              <a:defRPr/>
            </a:pPr>
            <a:endParaRPr lang="en-US" sz="2200">
              <a:solidFill>
                <a:schemeClr val="bg1"/>
              </a:solidFill>
            </a:endParaRPr>
          </a:p>
          <a:p>
            <a:pPr>
              <a:defRPr/>
            </a:pPr>
            <a:r>
              <a:rPr lang="en-US" sz="2200">
                <a:solidFill>
                  <a:schemeClr val="bg1"/>
                </a:solidFill>
              </a:rPr>
              <a:t>Fashion design</a:t>
            </a:r>
            <a:endParaRPr/>
          </a:p>
          <a:p>
            <a:pPr>
              <a:defRPr/>
            </a:pPr>
            <a:r>
              <a:rPr lang="en-US" sz="2200">
                <a:solidFill>
                  <a:schemeClr val="bg1"/>
                </a:solidFill>
              </a:rPr>
              <a:t>Medical diagnosis</a:t>
            </a:r>
            <a:endParaRPr/>
          </a:p>
          <a:p>
            <a:pPr>
              <a:defRPr/>
            </a:pPr>
            <a:r>
              <a:rPr lang="en-US" sz="2200">
                <a:solidFill>
                  <a:schemeClr val="bg1"/>
                </a:solidFill>
              </a:rPr>
              <a:t>UIUX design</a:t>
            </a:r>
            <a:endParaRPr/>
          </a:p>
          <a:p>
            <a:pPr>
              <a:defRPr/>
            </a:pPr>
            <a:endParaRPr lang="en-US" sz="2200">
              <a:solidFill>
                <a:schemeClr val="bg1"/>
              </a:solidFill>
            </a:endParaRPr>
          </a:p>
          <a:p>
            <a:pPr>
              <a:defRPr/>
            </a:pPr>
            <a:r>
              <a:rPr lang="en-US" sz="2200">
                <a:solidFill>
                  <a:schemeClr val="bg1"/>
                </a:solidFill>
              </a:rPr>
              <a:t>Draft thesis to supervisor (analysis)</a:t>
            </a:r>
            <a:endParaRPr/>
          </a:p>
          <a:p>
            <a:pPr>
              <a:defRPr/>
            </a:pPr>
            <a:r>
              <a:rPr lang="en-US" sz="2200">
                <a:solidFill>
                  <a:schemeClr val="bg1"/>
                </a:solidFill>
              </a:rPr>
              <a:t>Incorporating comments</a:t>
            </a:r>
            <a:endParaRPr/>
          </a:p>
          <a:p>
            <a:pPr>
              <a:defRPr/>
            </a:pPr>
            <a:r>
              <a:rPr lang="en-US" sz="2200">
                <a:solidFill>
                  <a:schemeClr val="bg1"/>
                </a:solidFill>
              </a:rPr>
              <a:t>(synthesis)</a:t>
            </a:r>
            <a:endParaRPr/>
          </a:p>
          <a:p>
            <a:pPr>
              <a:defRPr/>
            </a:pPr>
            <a:endParaRPr lang="en-US">
              <a:solidFill>
                <a:schemeClr val="bg1"/>
              </a:solidFill>
            </a:endParaRPr>
          </a:p>
          <a:p>
            <a:pPr>
              <a:defRPr/>
            </a:pPr>
            <a:endParaRPr lang="en-US">
              <a:solidFill>
                <a:schemeClr val="bg1"/>
              </a:solidFill>
            </a:endParaRPr>
          </a:p>
          <a:p>
            <a:pPr>
              <a:defRPr/>
            </a:pPr>
            <a:endParaRPr lang="en-US">
              <a:solidFill>
                <a:schemeClr val="bg1"/>
              </a:solidFill>
            </a:endParaRPr>
          </a:p>
        </p:txBody>
      </p:sp>
      <p:sp>
        <p:nvSpPr>
          <p:cNvPr id="1364733727" name="TextBox 1"/>
          <p:cNvSpPr txBox="1"/>
          <p:nvPr/>
        </p:nvSpPr>
        <p:spPr bwMode="auto">
          <a:xfrm>
            <a:off x="1163730" y="6231880"/>
            <a:ext cx="7913000" cy="461665"/>
          </a:xfrm>
          <a:prstGeom prst="rect">
            <a:avLst/>
          </a:prstGeom>
          <a:noFill/>
        </p:spPr>
        <p:txBody>
          <a:bodyPr wrap="none" rtlCol="0">
            <a:spAutoFit/>
          </a:bodyPr>
          <a:lstStyle/>
          <a:p>
            <a:pPr>
              <a:defRPr/>
            </a:pPr>
            <a:r>
              <a:rPr lang="en-US"/>
              <a:t>McCarthy, Minsky, ES, NLP, ML, Robotics, Agent, Game </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0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91570705" name="Rectangle 2"/>
          <p:cNvSpPr>
            <a:spLocks noChangeArrowheads="1" noGrp="1"/>
          </p:cNvSpPr>
          <p:nvPr>
            <p:ph type="title"/>
          </p:nvPr>
        </p:nvSpPr>
        <p:spPr bwMode="auto">
          <a:xfrm>
            <a:off x="457200" y="228600"/>
            <a:ext cx="8229600" cy="1139825"/>
          </a:xfrm>
        </p:spPr>
        <p:txBody>
          <a:bodyPr/>
          <a:lstStyle/>
          <a:p>
            <a:pPr>
              <a:defRPr/>
            </a:pPr>
            <a:r>
              <a:rPr lang="en-US" b="1">
                <a:solidFill>
                  <a:srgbClr val="00B050"/>
                </a:solidFill>
              </a:rPr>
              <a:t>Classical expert </a:t>
            </a:r>
            <a:r>
              <a:rPr lang="en-US" sz="4000" b="1">
                <a:solidFill>
                  <a:srgbClr val="00B050"/>
                </a:solidFill>
              </a:rPr>
              <a:t>systems-DART</a:t>
            </a:r>
            <a:endParaRPr lang="en-GB" sz="4000" b="1">
              <a:solidFill>
                <a:srgbClr val="00B050"/>
              </a:solidFill>
            </a:endParaRPr>
          </a:p>
        </p:txBody>
      </p:sp>
      <p:sp>
        <p:nvSpPr>
          <p:cNvPr id="803151949" name="Rectangle 3"/>
          <p:cNvSpPr>
            <a:spLocks noChangeArrowheads="1" noGrp="1"/>
          </p:cNvSpPr>
          <p:nvPr>
            <p:ph type="body" idx="1"/>
          </p:nvPr>
        </p:nvSpPr>
        <p:spPr bwMode="auto">
          <a:xfrm>
            <a:off x="35560" y="1219200"/>
            <a:ext cx="8915400" cy="4953000"/>
          </a:xfrm>
        </p:spPr>
        <p:txBody>
          <a:bodyPr/>
          <a:lstStyle/>
          <a:p>
            <a:pPr>
              <a:defRPr/>
            </a:pPr>
            <a:r>
              <a:rPr lang="en-GB" sz="2800">
                <a:solidFill>
                  <a:srgbClr val="3333FF"/>
                </a:solidFill>
              </a:rPr>
              <a:t>DART (Cross and Walker, 1994) dynamic data analysis and </a:t>
            </a:r>
            <a:r>
              <a:rPr lang="en-GB" sz="2800">
                <a:solidFill>
                  <a:srgbClr val="3333FF"/>
                </a:solidFill>
                <a:highlight>
                  <a:srgbClr val="FFFF00"/>
                </a:highlight>
              </a:rPr>
              <a:t>replanning</a:t>
            </a:r>
            <a:r>
              <a:rPr lang="en-GB" sz="2800">
                <a:solidFill>
                  <a:srgbClr val="3333FF"/>
                </a:solidFill>
              </a:rPr>
              <a:t> tool in the Gulf War by the US (</a:t>
            </a:r>
            <a:r>
              <a:rPr lang="en-GB" sz="2800">
                <a:solidFill>
                  <a:srgbClr val="3333FF"/>
                </a:solidFill>
                <a:highlight>
                  <a:srgbClr val="FFFF00"/>
                </a:highlight>
              </a:rPr>
              <a:t>Stanford/CMU and IBM</a:t>
            </a:r>
            <a:r>
              <a:rPr lang="en-GB" sz="2800">
                <a:solidFill>
                  <a:srgbClr val="3333FF"/>
                </a:solidFill>
              </a:rPr>
              <a:t>)  </a:t>
            </a:r>
            <a:endParaRPr lang="en-GB" sz="2800"/>
          </a:p>
          <a:p>
            <a:pPr>
              <a:defRPr/>
            </a:pPr>
            <a:r>
              <a:rPr lang="en-GB" sz="2800">
                <a:solidFill>
                  <a:srgbClr val="FF0000"/>
                </a:solidFill>
              </a:rPr>
              <a:t>Autonomous logistic planning concerning a </a:t>
            </a:r>
            <a:r>
              <a:rPr lang="en-GB" sz="2800">
                <a:solidFill>
                  <a:srgbClr val="FF0000"/>
                </a:solidFill>
                <a:highlight>
                  <a:srgbClr val="FFFF00"/>
                </a:highlight>
              </a:rPr>
              <a:t>large amount of 50,000 entities</a:t>
            </a:r>
            <a:r>
              <a:rPr lang="en-GB" sz="2800">
                <a:solidFill>
                  <a:srgbClr val="FF0000"/>
                </a:solidFill>
              </a:rPr>
              <a:t> beyond human capacity </a:t>
            </a:r>
            <a:endParaRPr/>
          </a:p>
          <a:p>
            <a:pPr>
              <a:defRPr/>
            </a:pPr>
            <a:r>
              <a:rPr lang="en-GB" sz="2800">
                <a:solidFill>
                  <a:srgbClr val="0070C0"/>
                </a:solidFill>
              </a:rPr>
              <a:t>It shows ES can work in </a:t>
            </a:r>
            <a:r>
              <a:rPr lang="en-GB" sz="2800">
                <a:solidFill>
                  <a:srgbClr val="0070C0"/>
                </a:solidFill>
                <a:highlight>
                  <a:srgbClr val="FFFF00"/>
                </a:highlight>
              </a:rPr>
              <a:t>large domains </a:t>
            </a:r>
            <a:r>
              <a:rPr lang="en-GB" sz="2800">
                <a:solidFill>
                  <a:srgbClr val="0070C0"/>
                </a:solidFill>
              </a:rPr>
              <a:t>as well</a:t>
            </a:r>
            <a:endParaRPr/>
          </a:p>
          <a:p>
            <a:pPr>
              <a:defRPr/>
            </a:pPr>
            <a:r>
              <a:rPr lang="en-GB" sz="2800">
                <a:solidFill>
                  <a:srgbClr val="FF0000"/>
                </a:solidFill>
              </a:rPr>
              <a:t>ES can consider </a:t>
            </a:r>
            <a:r>
              <a:rPr lang="en-GB" sz="2800">
                <a:solidFill>
                  <a:srgbClr val="FF0000"/>
                </a:solidFill>
                <a:highlight>
                  <a:srgbClr val="FFFF00"/>
                </a:highlight>
              </a:rPr>
              <a:t>multiple dimensions </a:t>
            </a:r>
            <a:r>
              <a:rPr lang="en-GB" sz="2800">
                <a:solidFill>
                  <a:srgbClr val="FF0000"/>
                </a:solidFill>
              </a:rPr>
              <a:t>in problem-solving, and it is not the case with human ES</a:t>
            </a:r>
            <a:endParaRPr lang="en-GB" sz="2800" u="sng">
              <a:solidFill>
                <a:srgbClr val="FF0000"/>
              </a:solidFill>
            </a:endParaRPr>
          </a:p>
          <a:p>
            <a:pPr>
              <a:defRPr/>
            </a:pPr>
            <a:r>
              <a:rPr lang="en-GB" sz="2800">
                <a:solidFill>
                  <a:srgbClr val="3333FF"/>
                </a:solidFill>
              </a:rPr>
              <a:t>Could attack the targets with </a:t>
            </a:r>
            <a:r>
              <a:rPr lang="en-GB" sz="2800">
                <a:solidFill>
                  <a:srgbClr val="3333FF"/>
                </a:solidFill>
                <a:highlight>
                  <a:srgbClr val="FFFF00"/>
                </a:highlight>
              </a:rPr>
              <a:t>pinpoint accuracy</a:t>
            </a:r>
            <a:endParaRPr/>
          </a:p>
          <a:p>
            <a:pPr>
              <a:defRPr/>
            </a:pPr>
            <a:r>
              <a:rPr lang="en-GB" sz="2800">
                <a:solidFill>
                  <a:srgbClr val="FF0000"/>
                </a:solidFill>
              </a:rPr>
              <a:t>US Defence said that 30 years of funding for AI research has been recovered from DART</a:t>
            </a:r>
            <a:endParaRPr/>
          </a:p>
          <a:p>
            <a:pPr>
              <a:defRPr/>
            </a:pPr>
            <a:endParaRPr lang="en-GB" sz="2800">
              <a:solidFill>
                <a:srgbClr val="3333FF"/>
              </a:solidFill>
            </a:endParaRPr>
          </a:p>
          <a:p>
            <a:pPr marL="0" indent="0">
              <a:buFont typeface="Wingdings"/>
              <a:buNone/>
              <a:defRPr/>
            </a:pPr>
            <a:endParaRPr lang="en-GB" sz="2800">
              <a:solidFill>
                <a:srgbClr val="3333FF"/>
              </a:solidFill>
            </a:endParaRPr>
          </a:p>
          <a:p>
            <a:pPr marL="0" indent="0">
              <a:buFont typeface="Wingdings"/>
              <a:buNone/>
              <a:defRPr/>
            </a:pPr>
            <a:endParaRPr lang="en-GB">
              <a:solidFill>
                <a:srgbClr val="3333FF"/>
              </a:solidFill>
            </a:endParaRPr>
          </a:p>
          <a:p>
            <a:pPr marL="0" indent="0">
              <a:buFont typeface="Wingdings"/>
              <a:buNone/>
              <a:defRPr/>
            </a:pPr>
            <a:r>
              <a:rPr lang="en-GB">
                <a:solidFill>
                  <a:srgbClr val="3333FF"/>
                </a:solidFill>
              </a:rPr>
              <a:t> </a:t>
            </a:r>
            <a:endParaRPr/>
          </a:p>
          <a:p>
            <a:pPr>
              <a:defRPr/>
            </a:pPr>
            <a:endParaRPr lang="en-GB"/>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1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806203429" name="Title 1"/>
          <p:cNvSpPr>
            <a:spLocks noChangeArrowheads="1" noGrp="1"/>
          </p:cNvSpPr>
          <p:nvPr>
            <p:ph type="title"/>
          </p:nvPr>
        </p:nvSpPr>
        <p:spPr bwMode="auto">
          <a:xfrm>
            <a:off x="457200" y="304800"/>
            <a:ext cx="8229600" cy="1139825"/>
          </a:xfrm>
        </p:spPr>
        <p:txBody>
          <a:bodyPr/>
          <a:lstStyle/>
          <a:p>
            <a:pPr>
              <a:defRPr/>
            </a:pPr>
            <a:r>
              <a:rPr lang="en-US" b="1">
                <a:solidFill>
                  <a:srgbClr val="00B050"/>
                </a:solidFill>
              </a:rPr>
              <a:t>Exercise 16</a:t>
            </a:r>
            <a:endParaRPr/>
          </a:p>
        </p:txBody>
      </p:sp>
      <p:sp>
        <p:nvSpPr>
          <p:cNvPr id="2045038575" name="Content Placeholder 2"/>
          <p:cNvSpPr>
            <a:spLocks noChangeArrowheads="1" noGrp="1"/>
          </p:cNvSpPr>
          <p:nvPr>
            <p:ph idx="1"/>
          </p:nvPr>
        </p:nvSpPr>
        <p:spPr bwMode="auto">
          <a:xfrm>
            <a:off x="228600" y="1143000"/>
            <a:ext cx="8763000" cy="4530725"/>
          </a:xfrm>
        </p:spPr>
        <p:txBody>
          <a:bodyPr/>
          <a:lstStyle/>
          <a:p>
            <a:pPr>
              <a:defRPr/>
            </a:pPr>
            <a:r>
              <a:rPr lang="en-US">
                <a:solidFill>
                  <a:srgbClr val="0070C0"/>
                </a:solidFill>
              </a:rPr>
              <a:t>Discuss why an </a:t>
            </a:r>
            <a:r>
              <a:rPr lang="en-US">
                <a:solidFill>
                  <a:srgbClr val="0070C0"/>
                </a:solidFill>
                <a:highlight>
                  <a:srgbClr val="FFFF00"/>
                </a:highlight>
              </a:rPr>
              <a:t>ES</a:t>
            </a:r>
            <a:r>
              <a:rPr lang="en-US">
                <a:solidFill>
                  <a:srgbClr val="0070C0"/>
                </a:solidFill>
              </a:rPr>
              <a:t> (expertise from many experts) could be better than a </a:t>
            </a:r>
            <a:r>
              <a:rPr lang="en-US">
                <a:solidFill>
                  <a:srgbClr val="0070C0"/>
                </a:solidFill>
                <a:highlight>
                  <a:srgbClr val="FFFF00"/>
                </a:highlight>
              </a:rPr>
              <a:t> Human Expert</a:t>
            </a:r>
            <a:r>
              <a:rPr lang="en-US">
                <a:solidFill>
                  <a:srgbClr val="0070C0"/>
                </a:solidFill>
              </a:rPr>
              <a:t> in a particular subject area.</a:t>
            </a:r>
            <a:endParaRPr/>
          </a:p>
          <a:p>
            <a:pPr>
              <a:defRPr/>
            </a:pPr>
            <a:r>
              <a:rPr lang="en-US">
                <a:solidFill>
                  <a:srgbClr val="0070C0"/>
                </a:solidFill>
              </a:rPr>
              <a:t> Answers to the following questions:</a:t>
            </a:r>
            <a:endParaRPr/>
          </a:p>
          <a:p>
            <a:pPr lvl="1">
              <a:defRPr/>
            </a:pPr>
            <a:r>
              <a:rPr lang="en-US">
                <a:solidFill>
                  <a:srgbClr val="0070C0"/>
                </a:solidFill>
              </a:rPr>
              <a:t>Why are ANN, GA, MAS, ES better than the expertise of a single human expert? </a:t>
            </a:r>
            <a:endParaRPr/>
          </a:p>
          <a:p>
            <a:pPr lvl="1">
              <a:defRPr/>
            </a:pPr>
            <a:r>
              <a:rPr lang="en-US">
                <a:solidFill>
                  <a:srgbClr val="0070C0"/>
                </a:solidFill>
              </a:rPr>
              <a:t>Why can GA produce better solutions over generations? (chromosomes, genes, cloning, cross-over, mutation, fitness function)</a:t>
            </a:r>
            <a:endParaRPr/>
          </a:p>
          <a:p>
            <a:pPr>
              <a:defRPr/>
            </a:pPr>
            <a:endParaRPr lang="en-US">
              <a:solidFill>
                <a:srgbClr val="0070C0"/>
              </a:solidFil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1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42114747" name="Rectangle 2"/>
          <p:cNvSpPr>
            <a:spLocks noChangeArrowheads="1" noGrp="1"/>
          </p:cNvSpPr>
          <p:nvPr>
            <p:ph type="title"/>
          </p:nvPr>
        </p:nvSpPr>
        <p:spPr bwMode="auto"/>
        <p:txBody>
          <a:bodyPr/>
          <a:lstStyle/>
          <a:p>
            <a:pPr>
              <a:defRPr/>
            </a:pPr>
            <a:r>
              <a:rPr lang="en-US" b="1">
                <a:solidFill>
                  <a:srgbClr val="00B050"/>
                </a:solidFill>
              </a:rPr>
              <a:t>Design and Development of ES</a:t>
            </a:r>
            <a:endParaRPr/>
          </a:p>
        </p:txBody>
      </p:sp>
      <p:sp>
        <p:nvSpPr>
          <p:cNvPr id="1965428057" name="Rectangle 3"/>
          <p:cNvSpPr>
            <a:spLocks noChangeArrowheads="1" noGrp="1"/>
          </p:cNvSpPr>
          <p:nvPr>
            <p:ph type="body" idx="1"/>
          </p:nvPr>
        </p:nvSpPr>
        <p:spPr bwMode="auto">
          <a:xfrm>
            <a:off x="381000" y="1295400"/>
            <a:ext cx="8229600" cy="4530725"/>
          </a:xfrm>
        </p:spPr>
        <p:txBody>
          <a:bodyPr/>
          <a:lstStyle/>
          <a:p>
            <a:pPr>
              <a:defRPr/>
            </a:pPr>
            <a:r>
              <a:rPr lang="en-US">
                <a:solidFill>
                  <a:srgbClr val="3333FF"/>
                </a:solidFill>
              </a:rPr>
              <a:t>Knowledge Engineering</a:t>
            </a:r>
            <a:endParaRPr/>
          </a:p>
          <a:p>
            <a:pPr>
              <a:defRPr/>
            </a:pPr>
            <a:r>
              <a:rPr lang="en-US">
                <a:solidFill>
                  <a:srgbClr val="FF0000"/>
                </a:solidFill>
              </a:rPr>
              <a:t>Knowledge Level Modeling </a:t>
            </a:r>
            <a:endParaRPr/>
          </a:p>
          <a:p>
            <a:pPr>
              <a:defRPr/>
            </a:pPr>
            <a:r>
              <a:rPr lang="en-US">
                <a:solidFill>
                  <a:srgbClr val="3333FF"/>
                </a:solidFill>
              </a:rPr>
              <a:t>Approaches to develop ES</a:t>
            </a:r>
            <a:endParaRPr/>
          </a:p>
          <a:p>
            <a:pPr>
              <a:buFont typeface="Wingdings"/>
              <a:buNone/>
              <a:defRPr/>
            </a:pPr>
            <a:endParaRPr lang="en-US">
              <a:solidFill>
                <a:srgbClr val="3333FF"/>
              </a:solidFil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1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324722711" name="Title 1"/>
          <p:cNvSpPr>
            <a:spLocks noChangeArrowheads="1" noGrp="1"/>
          </p:cNvSpPr>
          <p:nvPr>
            <p:ph type="title"/>
          </p:nvPr>
        </p:nvSpPr>
        <p:spPr bwMode="auto"/>
        <p:txBody>
          <a:bodyPr/>
          <a:lstStyle/>
          <a:p>
            <a:pPr>
              <a:defRPr/>
            </a:pPr>
            <a:r>
              <a:rPr lang="en-US" b="1">
                <a:solidFill>
                  <a:srgbClr val="00B050"/>
                </a:solidFill>
              </a:rPr>
              <a:t>Road Map</a:t>
            </a:r>
            <a:endParaRPr/>
          </a:p>
        </p:txBody>
      </p:sp>
      <p:sp>
        <p:nvSpPr>
          <p:cNvPr id="660952099" name="Content Placeholder 2"/>
          <p:cNvSpPr>
            <a:spLocks noGrp="1"/>
          </p:cNvSpPr>
          <p:nvPr>
            <p:ph idx="1"/>
          </p:nvPr>
        </p:nvSpPr>
        <p:spPr bwMode="auto">
          <a:xfrm>
            <a:off x="118352" y="1422502"/>
            <a:ext cx="8873247" cy="4530725"/>
          </a:xfrm>
        </p:spPr>
        <p:txBody>
          <a:bodyPr/>
          <a:lstStyle/>
          <a:p>
            <a:pPr>
              <a:defRPr/>
            </a:pPr>
            <a:r>
              <a:rPr lang="en-US" sz="2800"/>
              <a:t>People start to model intelligence for AI solutions</a:t>
            </a:r>
            <a:endParaRPr/>
          </a:p>
          <a:p>
            <a:pPr>
              <a:defRPr/>
            </a:pPr>
            <a:r>
              <a:rPr lang="en-US" sz="2800"/>
              <a:t>Modelling intelligence</a:t>
            </a:r>
            <a:endParaRPr/>
          </a:p>
          <a:p>
            <a:pPr lvl="1">
              <a:defRPr/>
            </a:pPr>
            <a:r>
              <a:rPr lang="en-US" sz="2400">
                <a:highlight>
                  <a:srgbClr val="FFFF00"/>
                </a:highlight>
              </a:rPr>
              <a:t> Intelligence </a:t>
            </a:r>
            <a:r>
              <a:rPr lang="en-US" sz="2400"/>
              <a:t>– search</a:t>
            </a:r>
            <a:endParaRPr/>
          </a:p>
          <a:p>
            <a:pPr lvl="1">
              <a:defRPr/>
            </a:pPr>
            <a:r>
              <a:rPr lang="en-US" sz="2400"/>
              <a:t>Knowledge is the main ingredient of intelligence – </a:t>
            </a:r>
            <a:r>
              <a:rPr lang="en-US" sz="2400">
                <a:highlight>
                  <a:srgbClr val="FFFF00"/>
                </a:highlight>
              </a:rPr>
              <a:t>knowledge </a:t>
            </a:r>
            <a:r>
              <a:rPr lang="en-US" sz="2400"/>
              <a:t>modeling – knowledge representation, knowledge level (rules, logic, ….)</a:t>
            </a:r>
            <a:endParaRPr/>
          </a:p>
          <a:p>
            <a:pPr lvl="1">
              <a:defRPr/>
            </a:pPr>
            <a:r>
              <a:rPr lang="en-US" sz="2400"/>
              <a:t>Large dataset – </a:t>
            </a:r>
            <a:r>
              <a:rPr lang="en-US" sz="2400">
                <a:highlight>
                  <a:srgbClr val="FFFF00"/>
                </a:highlight>
              </a:rPr>
              <a:t>data</a:t>
            </a:r>
            <a:r>
              <a:rPr lang="en-US" sz="2400"/>
              <a:t> modeling (ML)</a:t>
            </a:r>
            <a:endParaRPr/>
          </a:p>
          <a:p>
            <a:pPr lvl="1">
              <a:defRPr/>
            </a:pPr>
            <a:r>
              <a:rPr lang="en-US" sz="2400"/>
              <a:t>LLM (</a:t>
            </a:r>
            <a:r>
              <a:rPr lang="en-US" sz="2400">
                <a:highlight>
                  <a:srgbClr val="FFFF00"/>
                </a:highlight>
              </a:rPr>
              <a:t>knowledge</a:t>
            </a:r>
            <a:r>
              <a:rPr lang="en-US" sz="2400"/>
              <a:t>) </a:t>
            </a:r>
            <a:r>
              <a:rPr lang="en-US" sz="2400"/>
              <a:t>----- transformer -  </a:t>
            </a:r>
            <a:r>
              <a:rPr lang="en-US" sz="2400">
                <a:highlight>
                  <a:srgbClr val="FFFF00"/>
                </a:highlight>
              </a:rPr>
              <a:t>data</a:t>
            </a:r>
            <a:r>
              <a:rPr lang="en-US" sz="2400"/>
              <a:t>  ML solutions</a:t>
            </a:r>
            <a:endParaRPr/>
          </a:p>
          <a:p>
            <a:pPr lvl="1">
              <a:defRPr/>
            </a:pPr>
            <a:r>
              <a:rPr lang="en-US" sz="2400"/>
              <a:t>EEG</a:t>
            </a:r>
            <a:endParaRPr/>
          </a:p>
          <a:p>
            <a:pPr lvl="1">
              <a:defRPr/>
            </a:pPr>
            <a:r>
              <a:rPr lang="en-US" sz="2400">
                <a:highlight>
                  <a:srgbClr val="FFFF00"/>
                </a:highlight>
              </a:rPr>
              <a:t>Capturing motions</a:t>
            </a:r>
            <a:r>
              <a:rPr lang="en-US" sz="2400"/>
              <a:t> of humans/animals as data (Boston Dynamics, Avatar, AlphaGo, India)</a:t>
            </a:r>
            <a:endParaRPr lang="en-US" sz="2400"/>
          </a:p>
          <a:p>
            <a:pPr>
              <a:defRPr/>
            </a:pPr>
            <a:endParaRPr lang="en-US" sz="28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1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7803399" name="Rectangle 2"/>
          <p:cNvSpPr>
            <a:spLocks noChangeArrowheads="1" noGrp="1"/>
          </p:cNvSpPr>
          <p:nvPr>
            <p:ph type="title"/>
          </p:nvPr>
        </p:nvSpPr>
        <p:spPr bwMode="auto">
          <a:xfrm>
            <a:off x="457200" y="277813"/>
            <a:ext cx="8686800" cy="1139825"/>
          </a:xfrm>
        </p:spPr>
        <p:txBody>
          <a:bodyPr/>
          <a:lstStyle/>
          <a:p>
            <a:pPr>
              <a:defRPr/>
            </a:pPr>
            <a:r>
              <a:rPr lang="en-GB" b="1">
                <a:solidFill>
                  <a:srgbClr val="00B050"/>
                </a:solidFill>
              </a:rPr>
              <a:t>Knowledge Engineering (know how)</a:t>
            </a:r>
            <a:endParaRPr/>
          </a:p>
        </p:txBody>
      </p:sp>
      <p:sp>
        <p:nvSpPr>
          <p:cNvPr id="849472825" name="Rectangle 3"/>
          <p:cNvSpPr>
            <a:spLocks noChangeArrowheads="1" noGrp="1"/>
          </p:cNvSpPr>
          <p:nvPr>
            <p:ph type="body" idx="1"/>
          </p:nvPr>
        </p:nvSpPr>
        <p:spPr bwMode="auto">
          <a:xfrm>
            <a:off x="20320" y="1219200"/>
            <a:ext cx="9123680" cy="4049713"/>
          </a:xfrm>
        </p:spPr>
        <p:txBody>
          <a:bodyPr/>
          <a:lstStyle/>
          <a:p>
            <a:pPr>
              <a:defRPr/>
            </a:pPr>
            <a:r>
              <a:rPr lang="en-GB" sz="2800">
                <a:solidFill>
                  <a:srgbClr val="3333FF"/>
                </a:solidFill>
              </a:rPr>
              <a:t> The area that designs and develops </a:t>
            </a:r>
            <a:r>
              <a:rPr lang="en-GB" sz="2800">
                <a:solidFill>
                  <a:srgbClr val="3333FF"/>
                </a:solidFill>
                <a:highlight>
                  <a:srgbClr val="FFFF00"/>
                </a:highlight>
              </a:rPr>
              <a:t>Intelligent Systems </a:t>
            </a:r>
            <a:r>
              <a:rPr lang="en-GB" sz="2800">
                <a:solidFill>
                  <a:srgbClr val="3333FF"/>
                </a:solidFill>
              </a:rPr>
              <a:t>is called </a:t>
            </a:r>
            <a:r>
              <a:rPr lang="en-GB" sz="2800">
                <a:solidFill>
                  <a:srgbClr val="3333FF"/>
                </a:solidFill>
                <a:highlight>
                  <a:srgbClr val="FFFF00"/>
                </a:highlight>
              </a:rPr>
              <a:t>knowledge engineering </a:t>
            </a:r>
            <a:endParaRPr/>
          </a:p>
          <a:p>
            <a:pPr>
              <a:defRPr/>
            </a:pPr>
            <a:r>
              <a:rPr lang="en-GB" sz="2800">
                <a:solidFill>
                  <a:srgbClr val="FF0000"/>
                </a:solidFill>
              </a:rPr>
              <a:t>The person who is involved in knowledge engineering is called a </a:t>
            </a:r>
            <a:r>
              <a:rPr lang="en-GB" sz="2800">
                <a:solidFill>
                  <a:srgbClr val="FF0000"/>
                </a:solidFill>
                <a:highlight>
                  <a:srgbClr val="FFFF00"/>
                </a:highlight>
              </a:rPr>
              <a:t>Knowledge Engineer</a:t>
            </a:r>
            <a:endParaRPr/>
          </a:p>
          <a:p>
            <a:pPr>
              <a:defRPr/>
            </a:pPr>
            <a:r>
              <a:rPr lang="en-GB" sz="2800">
                <a:solidFill>
                  <a:srgbClr val="3333FF"/>
                </a:solidFill>
                <a:highlight>
                  <a:srgbClr val="FFFF00"/>
                </a:highlight>
              </a:rPr>
              <a:t>Knowledge engineer </a:t>
            </a:r>
            <a:r>
              <a:rPr lang="en-GB" sz="2800">
                <a:solidFill>
                  <a:srgbClr val="3333FF"/>
                </a:solidFill>
              </a:rPr>
              <a:t>acquires knowledge from the </a:t>
            </a:r>
            <a:r>
              <a:rPr lang="en-GB" sz="2800">
                <a:solidFill>
                  <a:srgbClr val="3333FF"/>
                </a:solidFill>
                <a:highlight>
                  <a:srgbClr val="FFFF00"/>
                </a:highlight>
              </a:rPr>
              <a:t>domain Experts </a:t>
            </a:r>
            <a:r>
              <a:rPr lang="en-GB" sz="2800">
                <a:solidFill>
                  <a:srgbClr val="3333FF"/>
                </a:solidFill>
              </a:rPr>
              <a:t>and develops an executable code of ES</a:t>
            </a:r>
            <a:endParaRPr/>
          </a:p>
          <a:p>
            <a:pPr>
              <a:defRPr/>
            </a:pPr>
            <a:r>
              <a:rPr lang="en-GB" sz="2800">
                <a:solidFill>
                  <a:srgbClr val="FF0000"/>
                </a:solidFill>
              </a:rPr>
              <a:t>There is always a </a:t>
            </a:r>
            <a:r>
              <a:rPr lang="en-GB" sz="2800">
                <a:solidFill>
                  <a:srgbClr val="FF0000"/>
                </a:solidFill>
                <a:highlight>
                  <a:srgbClr val="FFFF00"/>
                </a:highlight>
              </a:rPr>
              <a:t>gap</a:t>
            </a:r>
            <a:r>
              <a:rPr lang="en-GB" sz="2800">
                <a:solidFill>
                  <a:srgbClr val="FF0000"/>
                </a:solidFill>
              </a:rPr>
              <a:t> between </a:t>
            </a:r>
            <a:r>
              <a:rPr lang="en-GB" sz="2800">
                <a:solidFill>
                  <a:srgbClr val="FF0000"/>
                </a:solidFill>
                <a:highlight>
                  <a:srgbClr val="FFFF00"/>
                </a:highlight>
              </a:rPr>
              <a:t>what the Expert thinks </a:t>
            </a:r>
            <a:r>
              <a:rPr lang="en-GB" sz="2800">
                <a:solidFill>
                  <a:srgbClr val="FF0000"/>
                </a:solidFill>
              </a:rPr>
              <a:t>and what the </a:t>
            </a:r>
            <a:r>
              <a:rPr lang="en-GB" sz="2800">
                <a:solidFill>
                  <a:srgbClr val="FF0000"/>
                </a:solidFill>
                <a:highlight>
                  <a:srgbClr val="FFFF00"/>
                </a:highlight>
              </a:rPr>
              <a:t>KE has understood</a:t>
            </a:r>
            <a:endParaRPr/>
          </a:p>
          <a:p>
            <a:pPr>
              <a:defRPr/>
            </a:pPr>
            <a:endParaRPr lang="en-GB">
              <a:solidFill>
                <a:srgbClr val="CC0000"/>
              </a:solidFill>
            </a:endParaRPr>
          </a:p>
        </p:txBody>
      </p:sp>
      <p:sp>
        <p:nvSpPr>
          <p:cNvPr id="9964874" name="TextBox 1"/>
          <p:cNvSpPr txBox="1"/>
          <p:nvPr/>
        </p:nvSpPr>
        <p:spPr bwMode="auto">
          <a:xfrm>
            <a:off x="9525000" y="376932"/>
            <a:ext cx="3441968" cy="4524315"/>
          </a:xfrm>
          <a:prstGeom prst="rect">
            <a:avLst/>
          </a:prstGeom>
          <a:noFill/>
        </p:spPr>
        <p:txBody>
          <a:bodyPr wrap="none">
            <a:spAutoFit/>
          </a:bodyPr>
          <a:lstStyle/>
          <a:p>
            <a:pPr>
              <a:defRPr/>
            </a:pPr>
            <a:r>
              <a:rPr lang="en-US">
                <a:highlight>
                  <a:srgbClr val="FFFF00"/>
                </a:highlight>
              </a:rPr>
              <a:t>Knowledge Engineering</a:t>
            </a:r>
            <a:endParaRPr/>
          </a:p>
          <a:p>
            <a:pPr>
              <a:defRPr/>
            </a:pPr>
            <a:r>
              <a:rPr lang="en-US">
                <a:highlight>
                  <a:srgbClr val="FFFF00"/>
                </a:highlight>
              </a:rPr>
              <a:t>Knowledge Science?</a:t>
            </a:r>
            <a:endParaRPr/>
          </a:p>
          <a:p>
            <a:pPr>
              <a:defRPr/>
            </a:pPr>
            <a:endParaRPr lang="en-US">
              <a:highlight>
                <a:srgbClr val="FFFF00"/>
              </a:highlight>
            </a:endParaRPr>
          </a:p>
          <a:p>
            <a:pPr>
              <a:defRPr/>
            </a:pPr>
            <a:r>
              <a:rPr lang="en-US">
                <a:highlight>
                  <a:srgbClr val="FFFF00"/>
                </a:highlight>
              </a:rPr>
              <a:t>Software Engineering</a:t>
            </a:r>
            <a:endParaRPr/>
          </a:p>
          <a:p>
            <a:pPr>
              <a:defRPr/>
            </a:pPr>
            <a:r>
              <a:rPr lang="en-US">
                <a:highlight>
                  <a:srgbClr val="FFFF00"/>
                </a:highlight>
              </a:rPr>
              <a:t>Software Science?</a:t>
            </a:r>
            <a:endParaRPr/>
          </a:p>
          <a:p>
            <a:pPr>
              <a:defRPr/>
            </a:pPr>
            <a:endParaRPr lang="en-US">
              <a:highlight>
                <a:srgbClr val="FFFF00"/>
              </a:highlight>
            </a:endParaRPr>
          </a:p>
          <a:p>
            <a:pPr>
              <a:defRPr/>
            </a:pPr>
            <a:r>
              <a:rPr lang="en-US">
                <a:highlight>
                  <a:srgbClr val="FFFF00"/>
                </a:highlight>
              </a:rPr>
              <a:t>Information Technology</a:t>
            </a:r>
            <a:endParaRPr/>
          </a:p>
          <a:p>
            <a:pPr>
              <a:defRPr/>
            </a:pPr>
            <a:r>
              <a:rPr lang="en-US">
                <a:highlight>
                  <a:srgbClr val="FFFF00"/>
                </a:highlight>
              </a:rPr>
              <a:t>Information Science?</a:t>
            </a:r>
            <a:endParaRPr/>
          </a:p>
          <a:p>
            <a:pPr>
              <a:defRPr/>
            </a:pPr>
            <a:endParaRPr lang="en-US">
              <a:highlight>
                <a:srgbClr val="FFFF00"/>
              </a:highlight>
            </a:endParaRPr>
          </a:p>
          <a:p>
            <a:pPr>
              <a:defRPr/>
            </a:pPr>
            <a:r>
              <a:rPr lang="en-US">
                <a:solidFill>
                  <a:srgbClr val="FFFF00"/>
                </a:solidFill>
              </a:rPr>
              <a:t>Wasko agama - 1505</a:t>
            </a:r>
            <a:endParaRPr/>
          </a:p>
          <a:p>
            <a:pPr>
              <a:defRPr/>
            </a:pPr>
            <a:r>
              <a:rPr lang="en-US">
                <a:solidFill>
                  <a:srgbClr val="FFFF00"/>
                </a:solidFill>
              </a:rPr>
              <a:t>Science – 17</a:t>
            </a:r>
            <a:r>
              <a:rPr lang="en-US" baseline="30000">
                <a:solidFill>
                  <a:srgbClr val="FFFF00"/>
                </a:solidFill>
              </a:rPr>
              <a:t>th</a:t>
            </a:r>
            <a:r>
              <a:rPr lang="en-US">
                <a:solidFill>
                  <a:srgbClr val="FFFF00"/>
                </a:solidFill>
              </a:rPr>
              <a:t> Century</a:t>
            </a:r>
            <a:endParaRPr/>
          </a:p>
          <a:p>
            <a:pPr>
              <a:defRPr/>
            </a:pPr>
            <a:endParaRPr lang="en-US">
              <a:solidFill>
                <a:srgbClr val="FFFF00"/>
              </a:solidFill>
            </a:endParaRPr>
          </a:p>
        </p:txBody>
      </p:sp>
      <p:sp>
        <p:nvSpPr>
          <p:cNvPr id="1797894157" name="Rectangle 2"/>
          <p:cNvSpPr/>
          <p:nvPr/>
        </p:nvSpPr>
        <p:spPr bwMode="auto">
          <a:xfrm>
            <a:off x="1828800" y="5635625"/>
            <a:ext cx="1600200" cy="914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t>Human Expert</a:t>
            </a:r>
            <a:endParaRPr/>
          </a:p>
        </p:txBody>
      </p:sp>
      <p:sp>
        <p:nvSpPr>
          <p:cNvPr id="1222776973" name="Rectangle 3"/>
          <p:cNvSpPr/>
          <p:nvPr/>
        </p:nvSpPr>
        <p:spPr bwMode="auto">
          <a:xfrm>
            <a:off x="5867399" y="5611813"/>
            <a:ext cx="1600200" cy="914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t>Expert System</a:t>
            </a:r>
            <a:endParaRPr/>
          </a:p>
        </p:txBody>
      </p:sp>
      <p:cxnSp>
        <p:nvCxnSpPr>
          <p:cNvPr id="1971434879" name="Straight Arrow Connector 5"/>
          <p:cNvCxnSpPr/>
          <p:nvPr/>
        </p:nvCxnSpPr>
        <p:spPr bwMode="auto">
          <a:xfrm flipV="1">
            <a:off x="3581400" y="6169025"/>
            <a:ext cx="2209800" cy="3175"/>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869816908" name="Rectangle 6"/>
          <p:cNvSpPr/>
          <p:nvPr/>
        </p:nvSpPr>
        <p:spPr bwMode="auto">
          <a:xfrm>
            <a:off x="3281363" y="5594350"/>
            <a:ext cx="2733675" cy="5746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2000">
                <a:solidFill>
                  <a:srgbClr val="3333FF"/>
                </a:solidFill>
              </a:rPr>
              <a:t>Knowledge Engineer</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1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839402398" name="Rectangle 2"/>
          <p:cNvSpPr>
            <a:spLocks noChangeArrowheads="1" noGrp="1"/>
          </p:cNvSpPr>
          <p:nvPr>
            <p:ph type="title"/>
          </p:nvPr>
        </p:nvSpPr>
        <p:spPr bwMode="auto"/>
        <p:txBody>
          <a:bodyPr/>
          <a:lstStyle/>
          <a:p>
            <a:pPr>
              <a:defRPr/>
            </a:pPr>
            <a:r>
              <a:rPr lang="en-GB" b="1">
                <a:solidFill>
                  <a:srgbClr val="00B050"/>
                </a:solidFill>
              </a:rPr>
              <a:t>Knowledge Modelling</a:t>
            </a:r>
            <a:endParaRPr/>
          </a:p>
        </p:txBody>
      </p:sp>
      <p:sp>
        <p:nvSpPr>
          <p:cNvPr id="1781633686" name="Rectangle 3"/>
          <p:cNvSpPr>
            <a:spLocks noChangeArrowheads="1" noGrp="1"/>
          </p:cNvSpPr>
          <p:nvPr>
            <p:ph type="body" idx="1"/>
          </p:nvPr>
        </p:nvSpPr>
        <p:spPr bwMode="auto">
          <a:xfrm>
            <a:off x="152400" y="1163637"/>
            <a:ext cx="8991600" cy="4530725"/>
          </a:xfrm>
        </p:spPr>
        <p:txBody>
          <a:bodyPr/>
          <a:lstStyle/>
          <a:p>
            <a:pPr>
              <a:defRPr/>
            </a:pPr>
            <a:r>
              <a:rPr lang="en-GB" sz="2800">
                <a:solidFill>
                  <a:srgbClr val="3333FF"/>
                </a:solidFill>
              </a:rPr>
              <a:t>Modelling knowledge for intelligent systems has revolutionized AI</a:t>
            </a:r>
            <a:endParaRPr/>
          </a:p>
          <a:p>
            <a:pPr>
              <a:defRPr/>
            </a:pPr>
            <a:r>
              <a:rPr lang="en-GB" sz="2800">
                <a:solidFill>
                  <a:srgbClr val="3333FF"/>
                </a:solidFill>
              </a:rPr>
              <a:t>All ES, NLP, Games, LLM, etc., are  knowledge-intensive systems</a:t>
            </a:r>
            <a:endParaRPr/>
          </a:p>
          <a:p>
            <a:pPr>
              <a:defRPr/>
            </a:pPr>
            <a:r>
              <a:rPr lang="en-GB" sz="2800">
                <a:solidFill>
                  <a:srgbClr val="FF0000"/>
                </a:solidFill>
              </a:rPr>
              <a:t>Developing ES needs certain </a:t>
            </a:r>
            <a:r>
              <a:rPr lang="en-GB" sz="2800">
                <a:solidFill>
                  <a:srgbClr val="FF0000"/>
                </a:solidFill>
                <a:highlight>
                  <a:srgbClr val="FFFF00"/>
                </a:highlight>
              </a:rPr>
              <a:t>knowledge of Modelling</a:t>
            </a:r>
            <a:r>
              <a:rPr lang="en-GB" sz="2800">
                <a:solidFill>
                  <a:srgbClr val="FF0000"/>
                </a:solidFill>
              </a:rPr>
              <a:t> </a:t>
            </a:r>
            <a:endParaRPr/>
          </a:p>
          <a:p>
            <a:pPr lvl="1">
              <a:defRPr/>
            </a:pPr>
            <a:r>
              <a:rPr lang="en-GB" sz="2300">
                <a:solidFill>
                  <a:srgbClr val="FF0000"/>
                </a:solidFill>
              </a:rPr>
              <a:t>Like System Analysis and Design in Software Engineering?</a:t>
            </a:r>
            <a:endParaRPr/>
          </a:p>
          <a:p>
            <a:pPr>
              <a:defRPr/>
            </a:pPr>
            <a:r>
              <a:rPr lang="en-GB" sz="2800">
                <a:solidFill>
                  <a:srgbClr val="3333FF"/>
                </a:solidFill>
              </a:rPr>
              <a:t>KM is difficult since knowledge is very unstructured, incomplete, diversified, and subjective</a:t>
            </a:r>
            <a:endParaRPr/>
          </a:p>
          <a:p>
            <a:pPr>
              <a:defRPr/>
            </a:pPr>
            <a:r>
              <a:rPr lang="en-GB" sz="2800">
                <a:solidFill>
                  <a:srgbClr val="FF0000"/>
                </a:solidFill>
              </a:rPr>
              <a:t>Allen Newell (</a:t>
            </a:r>
            <a:r>
              <a:rPr lang="en-GB" sz="2800">
                <a:solidFill>
                  <a:srgbClr val="FF0000"/>
                </a:solidFill>
                <a:highlight>
                  <a:srgbClr val="FFFF00"/>
                </a:highlight>
              </a:rPr>
              <a:t>CMU</a:t>
            </a:r>
            <a:r>
              <a:rPr lang="en-GB" sz="2800">
                <a:solidFill>
                  <a:srgbClr val="FF0000"/>
                </a:solidFill>
              </a:rPr>
              <a:t>) introduced the concept of  </a:t>
            </a:r>
            <a:r>
              <a:rPr lang="en-GB" sz="2800">
                <a:solidFill>
                  <a:srgbClr val="FF0000"/>
                </a:solidFill>
                <a:highlight>
                  <a:srgbClr val="FFFF00"/>
                </a:highlight>
              </a:rPr>
              <a:t>Knowledge Level</a:t>
            </a:r>
            <a:r>
              <a:rPr lang="en-GB" sz="2800">
                <a:solidFill>
                  <a:srgbClr val="FF0000"/>
                </a:solidFill>
              </a:rPr>
              <a:t> to model knowledge</a:t>
            </a:r>
            <a:endParaRPr/>
          </a:p>
          <a:p>
            <a:pPr>
              <a:defRPr/>
            </a:pPr>
            <a:r>
              <a:rPr lang="en-GB" sz="2800">
                <a:solidFill>
                  <a:srgbClr val="3333FF"/>
                </a:solidFill>
              </a:rPr>
              <a:t>All ES development environments are expected to support the knowledge-level </a:t>
            </a:r>
            <a:r>
              <a:rPr lang="en-GB" sz="2800">
                <a:solidFill>
                  <a:srgbClr val="3333FF"/>
                </a:solidFill>
              </a:rPr>
              <a:t>modeling</a:t>
            </a:r>
            <a:endParaRPr lang="en-GB" sz="2800">
              <a:solidFill>
                <a:srgbClr val="3333FF"/>
              </a:solidFill>
            </a:endParaRPr>
          </a:p>
          <a:p>
            <a:pPr>
              <a:defRPr/>
            </a:pPr>
            <a:endParaRPr lang="en-GB"/>
          </a:p>
          <a:p>
            <a:pPr>
              <a:defRPr/>
            </a:pPr>
            <a:endParaRPr lang="en-GB"/>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1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064805887" name="Rectangle 2"/>
          <p:cNvSpPr>
            <a:spLocks noChangeArrowheads="1" noGrp="1"/>
          </p:cNvSpPr>
          <p:nvPr>
            <p:ph type="title"/>
          </p:nvPr>
        </p:nvSpPr>
        <p:spPr bwMode="auto">
          <a:xfrm>
            <a:off x="304800" y="284163"/>
            <a:ext cx="8229600" cy="1139825"/>
          </a:xfrm>
        </p:spPr>
        <p:txBody>
          <a:bodyPr/>
          <a:lstStyle/>
          <a:p>
            <a:pPr>
              <a:defRPr/>
            </a:pPr>
            <a:r>
              <a:rPr lang="en-GB" b="1">
                <a:solidFill>
                  <a:srgbClr val="00B050"/>
                </a:solidFill>
              </a:rPr>
              <a:t>The Knowledge Level</a:t>
            </a:r>
            <a:endParaRPr/>
          </a:p>
        </p:txBody>
      </p:sp>
      <p:sp>
        <p:nvSpPr>
          <p:cNvPr id="1432015337" name="Text Box 4"/>
          <p:cNvSpPr txBox="1">
            <a:spLocks noChangeArrowheads="1"/>
          </p:cNvSpPr>
          <p:nvPr/>
        </p:nvSpPr>
        <p:spPr bwMode="auto">
          <a:xfrm>
            <a:off x="2895600" y="1219200"/>
            <a:ext cx="5029200" cy="914400"/>
          </a:xfrm>
          <a:prstGeom prst="rect">
            <a:avLst/>
          </a:prstGeom>
          <a:solidFill>
            <a:srgbClr val="CCFF99"/>
          </a:solidFill>
          <a:ln w="9525">
            <a:solidFill>
              <a:srgbClr val="000000"/>
            </a:solidFill>
            <a:miter lim="800000"/>
            <a:headEnd/>
            <a:tailEnd/>
          </a:ln>
        </p:spPr>
        <p:txBody>
          <a:bodyPr/>
          <a:lstStyle>
            <a:lvl1pPr>
              <a:spcBef>
                <a:spcPts val="0"/>
              </a:spcBef>
              <a:buClr>
                <a:schemeClr val="accent1"/>
              </a:buClr>
              <a:buSzPct val="65000"/>
              <a:buFont typeface="Wingdings"/>
              <a:buChar char="n"/>
              <a:defRPr sz="3000">
                <a:solidFill>
                  <a:schemeClr val="tx1"/>
                </a:solidFill>
                <a:latin typeface="Arial"/>
              </a:defRPr>
            </a:lvl1pPr>
            <a:lvl2pPr marL="742950" indent="-285750">
              <a:spcBef>
                <a:spcPts val="0"/>
              </a:spcBef>
              <a:buClr>
                <a:schemeClr val="accent2"/>
              </a:buClr>
              <a:buSzPct val="60000"/>
              <a:buFont typeface="Wingdings"/>
              <a:buChar char="q"/>
              <a:defRPr sz="2600">
                <a:solidFill>
                  <a:schemeClr val="tx1"/>
                </a:solidFill>
                <a:latin typeface="Arial"/>
              </a:defRPr>
            </a:lvl2pPr>
            <a:lvl3pPr marL="1143000" indent="-228600">
              <a:spcBef>
                <a:spcPts val="0"/>
              </a:spcBef>
              <a:buClr>
                <a:schemeClr val="accent1"/>
              </a:buClr>
              <a:buSzPct val="65000"/>
              <a:buFont typeface="Wingdings"/>
              <a:buChar char="n"/>
              <a:defRPr sz="2200">
                <a:solidFill>
                  <a:schemeClr val="tx1"/>
                </a:solidFill>
                <a:latin typeface="Arial"/>
              </a:defRPr>
            </a:lvl3pPr>
            <a:lvl4pPr marL="1600200" indent="-228600">
              <a:spcBef>
                <a:spcPts val="0"/>
              </a:spcBef>
              <a:buClr>
                <a:schemeClr val="accent2"/>
              </a:buClr>
              <a:buSzPct val="70000"/>
              <a:buFont typeface="Wingdings"/>
              <a:buChar char="q"/>
              <a:defRPr sz="2000">
                <a:solidFill>
                  <a:schemeClr val="tx1"/>
                </a:solidFill>
                <a:latin typeface="Arial"/>
              </a:defRPr>
            </a:lvl4pPr>
            <a:lvl5pPr marL="2057400" indent="-228600">
              <a:spcBef>
                <a:spcPts val="0"/>
              </a:spcBef>
              <a:buClr>
                <a:schemeClr val="accent1"/>
              </a:buClr>
              <a:buSzPct val="75000"/>
              <a:buFont typeface="Wingdings"/>
              <a:buChar char="§"/>
              <a:defRPr sz="2000">
                <a:solidFill>
                  <a:schemeClr val="tx1"/>
                </a:solidFill>
                <a:latin typeface="Arial"/>
              </a:defRPr>
            </a:lvl5pPr>
            <a:lvl6pPr marL="2514600" indent="-228600">
              <a:spcBef>
                <a:spcPts val="0"/>
              </a:spcBef>
              <a:spcAft>
                <a:spcPts val="0"/>
              </a:spcAft>
              <a:buClr>
                <a:schemeClr val="accent1"/>
              </a:buClr>
              <a:buSzPct val="75000"/>
              <a:buFont typeface="Wingdings"/>
              <a:buChar char="§"/>
              <a:defRPr sz="2000">
                <a:solidFill>
                  <a:schemeClr val="tx1"/>
                </a:solidFill>
                <a:latin typeface="Arial"/>
              </a:defRPr>
            </a:lvl6pPr>
            <a:lvl7pPr marL="2971800" indent="-228600">
              <a:spcBef>
                <a:spcPts val="0"/>
              </a:spcBef>
              <a:spcAft>
                <a:spcPts val="0"/>
              </a:spcAft>
              <a:buClr>
                <a:schemeClr val="accent1"/>
              </a:buClr>
              <a:buSzPct val="75000"/>
              <a:buFont typeface="Wingdings"/>
              <a:buChar char="§"/>
              <a:defRPr sz="2000">
                <a:solidFill>
                  <a:schemeClr val="tx1"/>
                </a:solidFill>
                <a:latin typeface="Arial"/>
              </a:defRPr>
            </a:lvl7pPr>
            <a:lvl8pPr marL="3429000" indent="-228600">
              <a:spcBef>
                <a:spcPts val="0"/>
              </a:spcBef>
              <a:spcAft>
                <a:spcPts val="0"/>
              </a:spcAft>
              <a:buClr>
                <a:schemeClr val="accent1"/>
              </a:buClr>
              <a:buSzPct val="75000"/>
              <a:buFont typeface="Wingdings"/>
              <a:buChar char="§"/>
              <a:defRPr sz="2000">
                <a:solidFill>
                  <a:schemeClr val="tx1"/>
                </a:solidFill>
                <a:latin typeface="Arial"/>
              </a:defRPr>
            </a:lvl8pPr>
            <a:lvl9pPr marL="3886200" indent="-228600">
              <a:spcBef>
                <a:spcPts val="0"/>
              </a:spcBef>
              <a:spcAft>
                <a:spcPts val="0"/>
              </a:spcAft>
              <a:buClr>
                <a:schemeClr val="accent1"/>
              </a:buClr>
              <a:buSzPct val="75000"/>
              <a:buFont typeface="Wingdings"/>
              <a:buChar char="§"/>
              <a:defRPr sz="2000">
                <a:solidFill>
                  <a:schemeClr val="tx1"/>
                </a:solidFill>
                <a:latin typeface="Arial"/>
              </a:defRPr>
            </a:lvl9pPr>
          </a:lstStyle>
          <a:p>
            <a:pPr algn="ctr">
              <a:spcBef>
                <a:spcPts val="0"/>
              </a:spcBef>
              <a:buClrTx/>
              <a:buSzTx/>
              <a:buFontTx/>
              <a:buNone/>
              <a:defRPr/>
            </a:pPr>
            <a:r>
              <a:rPr lang="en-GB" sz="2800" b="1">
                <a:solidFill>
                  <a:srgbClr val="FF0000"/>
                </a:solidFill>
                <a:latin typeface="Trebuchet MS"/>
              </a:rPr>
              <a:t>Knowledge Level</a:t>
            </a:r>
            <a:endParaRPr/>
          </a:p>
          <a:p>
            <a:pPr algn="ctr">
              <a:spcBef>
                <a:spcPts val="0"/>
              </a:spcBef>
              <a:buClrTx/>
              <a:buSzTx/>
              <a:buFontTx/>
              <a:buNone/>
              <a:defRPr/>
            </a:pPr>
            <a:r>
              <a:rPr lang="en-GB" sz="2800" b="1">
                <a:solidFill>
                  <a:srgbClr val="FF0000"/>
                </a:solidFill>
                <a:latin typeface="Trebuchet MS"/>
              </a:rPr>
              <a:t> </a:t>
            </a:r>
            <a:r>
              <a:rPr lang="en-GB" sz="2000" b="1">
                <a:solidFill>
                  <a:srgbClr val="FF0000"/>
                </a:solidFill>
                <a:latin typeface="Trebuchet MS"/>
              </a:rPr>
              <a:t>knowledge modelling</a:t>
            </a:r>
            <a:endParaRPr/>
          </a:p>
        </p:txBody>
      </p:sp>
      <p:sp>
        <p:nvSpPr>
          <p:cNvPr id="1489868050" name="Text Box 5"/>
          <p:cNvSpPr txBox="1">
            <a:spLocks noChangeArrowheads="1"/>
          </p:cNvSpPr>
          <p:nvPr/>
        </p:nvSpPr>
        <p:spPr bwMode="auto">
          <a:xfrm>
            <a:off x="3505199" y="2133600"/>
            <a:ext cx="3657600" cy="838200"/>
          </a:xfrm>
          <a:prstGeom prst="rect">
            <a:avLst/>
          </a:prstGeom>
          <a:solidFill>
            <a:srgbClr val="FFCCFF"/>
          </a:solidFill>
          <a:ln w="9525">
            <a:solidFill>
              <a:srgbClr val="000000"/>
            </a:solidFill>
            <a:miter lim="800000"/>
            <a:headEnd/>
            <a:tailEnd/>
          </a:ln>
        </p:spPr>
        <p:txBody>
          <a:bodyPr/>
          <a:lstStyle>
            <a:lvl1pPr>
              <a:spcBef>
                <a:spcPts val="0"/>
              </a:spcBef>
              <a:buClr>
                <a:schemeClr val="accent1"/>
              </a:buClr>
              <a:buSzPct val="65000"/>
              <a:buFont typeface="Wingdings"/>
              <a:buChar char="n"/>
              <a:defRPr sz="3000">
                <a:solidFill>
                  <a:schemeClr val="tx1"/>
                </a:solidFill>
                <a:latin typeface="Arial"/>
              </a:defRPr>
            </a:lvl1pPr>
            <a:lvl2pPr marL="742950" indent="-285750">
              <a:spcBef>
                <a:spcPts val="0"/>
              </a:spcBef>
              <a:buClr>
                <a:schemeClr val="accent2"/>
              </a:buClr>
              <a:buSzPct val="60000"/>
              <a:buFont typeface="Wingdings"/>
              <a:buChar char="q"/>
              <a:defRPr sz="2600">
                <a:solidFill>
                  <a:schemeClr val="tx1"/>
                </a:solidFill>
                <a:latin typeface="Arial"/>
              </a:defRPr>
            </a:lvl2pPr>
            <a:lvl3pPr marL="1143000" indent="-228600">
              <a:spcBef>
                <a:spcPts val="0"/>
              </a:spcBef>
              <a:buClr>
                <a:schemeClr val="accent1"/>
              </a:buClr>
              <a:buSzPct val="65000"/>
              <a:buFont typeface="Wingdings"/>
              <a:buChar char="n"/>
              <a:defRPr sz="2200">
                <a:solidFill>
                  <a:schemeClr val="tx1"/>
                </a:solidFill>
                <a:latin typeface="Arial"/>
              </a:defRPr>
            </a:lvl3pPr>
            <a:lvl4pPr marL="1600200" indent="-228600">
              <a:spcBef>
                <a:spcPts val="0"/>
              </a:spcBef>
              <a:buClr>
                <a:schemeClr val="accent2"/>
              </a:buClr>
              <a:buSzPct val="70000"/>
              <a:buFont typeface="Wingdings"/>
              <a:buChar char="q"/>
              <a:defRPr sz="2000">
                <a:solidFill>
                  <a:schemeClr val="tx1"/>
                </a:solidFill>
                <a:latin typeface="Arial"/>
              </a:defRPr>
            </a:lvl4pPr>
            <a:lvl5pPr marL="2057400" indent="-228600">
              <a:spcBef>
                <a:spcPts val="0"/>
              </a:spcBef>
              <a:buClr>
                <a:schemeClr val="accent1"/>
              </a:buClr>
              <a:buSzPct val="75000"/>
              <a:buFont typeface="Wingdings"/>
              <a:buChar char="§"/>
              <a:defRPr sz="2000">
                <a:solidFill>
                  <a:schemeClr val="tx1"/>
                </a:solidFill>
                <a:latin typeface="Arial"/>
              </a:defRPr>
            </a:lvl5pPr>
            <a:lvl6pPr marL="2514600" indent="-228600">
              <a:spcBef>
                <a:spcPts val="0"/>
              </a:spcBef>
              <a:spcAft>
                <a:spcPts val="0"/>
              </a:spcAft>
              <a:buClr>
                <a:schemeClr val="accent1"/>
              </a:buClr>
              <a:buSzPct val="75000"/>
              <a:buFont typeface="Wingdings"/>
              <a:buChar char="§"/>
              <a:defRPr sz="2000">
                <a:solidFill>
                  <a:schemeClr val="tx1"/>
                </a:solidFill>
                <a:latin typeface="Arial"/>
              </a:defRPr>
            </a:lvl6pPr>
            <a:lvl7pPr marL="2971800" indent="-228600">
              <a:spcBef>
                <a:spcPts val="0"/>
              </a:spcBef>
              <a:spcAft>
                <a:spcPts val="0"/>
              </a:spcAft>
              <a:buClr>
                <a:schemeClr val="accent1"/>
              </a:buClr>
              <a:buSzPct val="75000"/>
              <a:buFont typeface="Wingdings"/>
              <a:buChar char="§"/>
              <a:defRPr sz="2000">
                <a:solidFill>
                  <a:schemeClr val="tx1"/>
                </a:solidFill>
                <a:latin typeface="Arial"/>
              </a:defRPr>
            </a:lvl7pPr>
            <a:lvl8pPr marL="3429000" indent="-228600">
              <a:spcBef>
                <a:spcPts val="0"/>
              </a:spcBef>
              <a:spcAft>
                <a:spcPts val="0"/>
              </a:spcAft>
              <a:buClr>
                <a:schemeClr val="accent1"/>
              </a:buClr>
              <a:buSzPct val="75000"/>
              <a:buFont typeface="Wingdings"/>
              <a:buChar char="§"/>
              <a:defRPr sz="2000">
                <a:solidFill>
                  <a:schemeClr val="tx1"/>
                </a:solidFill>
                <a:latin typeface="Arial"/>
              </a:defRPr>
            </a:lvl8pPr>
            <a:lvl9pPr marL="3886200" indent="-228600">
              <a:spcBef>
                <a:spcPts val="0"/>
              </a:spcBef>
              <a:spcAft>
                <a:spcPts val="0"/>
              </a:spcAft>
              <a:buClr>
                <a:schemeClr val="accent1"/>
              </a:buClr>
              <a:buSzPct val="75000"/>
              <a:buFont typeface="Wingdings"/>
              <a:buChar char="§"/>
              <a:defRPr sz="2000">
                <a:solidFill>
                  <a:schemeClr val="tx1"/>
                </a:solidFill>
                <a:latin typeface="Arial"/>
              </a:defRPr>
            </a:lvl9pPr>
          </a:lstStyle>
          <a:p>
            <a:pPr algn="ctr">
              <a:spcBef>
                <a:spcPts val="0"/>
              </a:spcBef>
              <a:buClrTx/>
              <a:buSzTx/>
              <a:buFontTx/>
              <a:buNone/>
              <a:defRPr/>
            </a:pPr>
            <a:r>
              <a:rPr lang="en-GB" sz="2400" b="1">
                <a:latin typeface="Trebuchet MS"/>
              </a:rPr>
              <a:t>Program  (symbol) level</a:t>
            </a:r>
            <a:endParaRPr/>
          </a:p>
          <a:p>
            <a:pPr algn="ctr">
              <a:spcBef>
                <a:spcPts val="0"/>
              </a:spcBef>
              <a:buClrTx/>
              <a:buSzTx/>
              <a:buFontTx/>
              <a:buNone/>
              <a:defRPr/>
            </a:pPr>
            <a:r>
              <a:rPr lang="en-GB" sz="2400" b="1">
                <a:solidFill>
                  <a:srgbClr val="00B050"/>
                </a:solidFill>
                <a:latin typeface="Trebuchet MS"/>
              </a:rPr>
              <a:t>Programming level</a:t>
            </a:r>
            <a:endParaRPr lang="en-GB" sz="2400">
              <a:solidFill>
                <a:srgbClr val="00B050"/>
              </a:solidFill>
            </a:endParaRPr>
          </a:p>
        </p:txBody>
      </p:sp>
      <p:sp>
        <p:nvSpPr>
          <p:cNvPr id="538967593" name="Text Box 6"/>
          <p:cNvSpPr txBox="1">
            <a:spLocks noChangeArrowheads="1"/>
          </p:cNvSpPr>
          <p:nvPr/>
        </p:nvSpPr>
        <p:spPr bwMode="auto">
          <a:xfrm>
            <a:off x="3505199" y="4724399"/>
            <a:ext cx="3657600" cy="685800"/>
          </a:xfrm>
          <a:prstGeom prst="rect">
            <a:avLst/>
          </a:prstGeom>
          <a:solidFill>
            <a:srgbClr val="FFCCFF"/>
          </a:solidFill>
          <a:ln w="9525">
            <a:solidFill>
              <a:srgbClr val="000000"/>
            </a:solidFill>
            <a:miter lim="800000"/>
            <a:headEnd/>
            <a:tailEnd/>
          </a:ln>
        </p:spPr>
        <p:txBody>
          <a:bodyPr/>
          <a:lstStyle>
            <a:lvl1pPr>
              <a:spcBef>
                <a:spcPts val="0"/>
              </a:spcBef>
              <a:buClr>
                <a:schemeClr val="accent1"/>
              </a:buClr>
              <a:buSzPct val="65000"/>
              <a:buFont typeface="Wingdings"/>
              <a:buChar char="n"/>
              <a:defRPr sz="3000">
                <a:solidFill>
                  <a:schemeClr val="tx1"/>
                </a:solidFill>
                <a:latin typeface="Arial"/>
              </a:defRPr>
            </a:lvl1pPr>
            <a:lvl2pPr marL="742950" indent="-285750">
              <a:spcBef>
                <a:spcPts val="0"/>
              </a:spcBef>
              <a:buClr>
                <a:schemeClr val="accent2"/>
              </a:buClr>
              <a:buSzPct val="60000"/>
              <a:buFont typeface="Wingdings"/>
              <a:buChar char="q"/>
              <a:defRPr sz="2600">
                <a:solidFill>
                  <a:schemeClr val="tx1"/>
                </a:solidFill>
                <a:latin typeface="Arial"/>
              </a:defRPr>
            </a:lvl2pPr>
            <a:lvl3pPr marL="1143000" indent="-228600">
              <a:spcBef>
                <a:spcPts val="0"/>
              </a:spcBef>
              <a:buClr>
                <a:schemeClr val="accent1"/>
              </a:buClr>
              <a:buSzPct val="65000"/>
              <a:buFont typeface="Wingdings"/>
              <a:buChar char="n"/>
              <a:defRPr sz="2200">
                <a:solidFill>
                  <a:schemeClr val="tx1"/>
                </a:solidFill>
                <a:latin typeface="Arial"/>
              </a:defRPr>
            </a:lvl3pPr>
            <a:lvl4pPr marL="1600200" indent="-228600">
              <a:spcBef>
                <a:spcPts val="0"/>
              </a:spcBef>
              <a:buClr>
                <a:schemeClr val="accent2"/>
              </a:buClr>
              <a:buSzPct val="70000"/>
              <a:buFont typeface="Wingdings"/>
              <a:buChar char="q"/>
              <a:defRPr sz="2000">
                <a:solidFill>
                  <a:schemeClr val="tx1"/>
                </a:solidFill>
                <a:latin typeface="Arial"/>
              </a:defRPr>
            </a:lvl4pPr>
            <a:lvl5pPr marL="2057400" indent="-228600">
              <a:spcBef>
                <a:spcPts val="0"/>
              </a:spcBef>
              <a:buClr>
                <a:schemeClr val="accent1"/>
              </a:buClr>
              <a:buSzPct val="75000"/>
              <a:buFont typeface="Wingdings"/>
              <a:buChar char="§"/>
              <a:defRPr sz="2000">
                <a:solidFill>
                  <a:schemeClr val="tx1"/>
                </a:solidFill>
                <a:latin typeface="Arial"/>
              </a:defRPr>
            </a:lvl5pPr>
            <a:lvl6pPr marL="2514600" indent="-228600">
              <a:spcBef>
                <a:spcPts val="0"/>
              </a:spcBef>
              <a:spcAft>
                <a:spcPts val="0"/>
              </a:spcAft>
              <a:buClr>
                <a:schemeClr val="accent1"/>
              </a:buClr>
              <a:buSzPct val="75000"/>
              <a:buFont typeface="Wingdings"/>
              <a:buChar char="§"/>
              <a:defRPr sz="2000">
                <a:solidFill>
                  <a:schemeClr val="tx1"/>
                </a:solidFill>
                <a:latin typeface="Arial"/>
              </a:defRPr>
            </a:lvl6pPr>
            <a:lvl7pPr marL="2971800" indent="-228600">
              <a:spcBef>
                <a:spcPts val="0"/>
              </a:spcBef>
              <a:spcAft>
                <a:spcPts val="0"/>
              </a:spcAft>
              <a:buClr>
                <a:schemeClr val="accent1"/>
              </a:buClr>
              <a:buSzPct val="75000"/>
              <a:buFont typeface="Wingdings"/>
              <a:buChar char="§"/>
              <a:defRPr sz="2000">
                <a:solidFill>
                  <a:schemeClr val="tx1"/>
                </a:solidFill>
                <a:latin typeface="Arial"/>
              </a:defRPr>
            </a:lvl7pPr>
            <a:lvl8pPr marL="3429000" indent="-228600">
              <a:spcBef>
                <a:spcPts val="0"/>
              </a:spcBef>
              <a:spcAft>
                <a:spcPts val="0"/>
              </a:spcAft>
              <a:buClr>
                <a:schemeClr val="accent1"/>
              </a:buClr>
              <a:buSzPct val="75000"/>
              <a:buFont typeface="Wingdings"/>
              <a:buChar char="§"/>
              <a:defRPr sz="2000">
                <a:solidFill>
                  <a:schemeClr val="tx1"/>
                </a:solidFill>
                <a:latin typeface="Arial"/>
              </a:defRPr>
            </a:lvl8pPr>
            <a:lvl9pPr marL="3886200" indent="-228600">
              <a:spcBef>
                <a:spcPts val="0"/>
              </a:spcBef>
              <a:spcAft>
                <a:spcPts val="0"/>
              </a:spcAft>
              <a:buClr>
                <a:schemeClr val="accent1"/>
              </a:buClr>
              <a:buSzPct val="75000"/>
              <a:buFont typeface="Wingdings"/>
              <a:buChar char="§"/>
              <a:defRPr sz="2000">
                <a:solidFill>
                  <a:schemeClr val="tx1"/>
                </a:solidFill>
                <a:latin typeface="Arial"/>
              </a:defRPr>
            </a:lvl9pPr>
          </a:lstStyle>
          <a:p>
            <a:pPr algn="ctr">
              <a:spcBef>
                <a:spcPts val="0"/>
              </a:spcBef>
              <a:buClrTx/>
              <a:buSzTx/>
              <a:buFontTx/>
              <a:buNone/>
              <a:defRPr/>
            </a:pPr>
            <a:r>
              <a:rPr lang="en-GB" sz="2400" b="1">
                <a:latin typeface="Trebuchet MS"/>
              </a:rPr>
              <a:t>Circuit  level</a:t>
            </a:r>
            <a:endParaRPr lang="en-GB" sz="2400"/>
          </a:p>
        </p:txBody>
      </p:sp>
      <p:sp>
        <p:nvSpPr>
          <p:cNvPr id="1427344792" name="Text Box 7"/>
          <p:cNvSpPr txBox="1">
            <a:spLocks noChangeArrowheads="1"/>
          </p:cNvSpPr>
          <p:nvPr/>
        </p:nvSpPr>
        <p:spPr bwMode="auto">
          <a:xfrm>
            <a:off x="3505199" y="5486400"/>
            <a:ext cx="3657600" cy="685800"/>
          </a:xfrm>
          <a:prstGeom prst="rect">
            <a:avLst/>
          </a:prstGeom>
          <a:solidFill>
            <a:srgbClr val="FFCCFF"/>
          </a:solidFill>
          <a:ln w="9525">
            <a:solidFill>
              <a:srgbClr val="000000"/>
            </a:solidFill>
            <a:miter lim="800000"/>
            <a:headEnd/>
            <a:tailEnd/>
          </a:ln>
        </p:spPr>
        <p:txBody>
          <a:bodyPr/>
          <a:lstStyle>
            <a:lvl1pPr>
              <a:spcBef>
                <a:spcPts val="0"/>
              </a:spcBef>
              <a:buClr>
                <a:schemeClr val="accent1"/>
              </a:buClr>
              <a:buSzPct val="65000"/>
              <a:buFont typeface="Wingdings"/>
              <a:buChar char="n"/>
              <a:defRPr sz="3000">
                <a:solidFill>
                  <a:schemeClr val="tx1"/>
                </a:solidFill>
                <a:latin typeface="Arial"/>
              </a:defRPr>
            </a:lvl1pPr>
            <a:lvl2pPr marL="742950" indent="-285750">
              <a:spcBef>
                <a:spcPts val="0"/>
              </a:spcBef>
              <a:buClr>
                <a:schemeClr val="accent2"/>
              </a:buClr>
              <a:buSzPct val="60000"/>
              <a:buFont typeface="Wingdings"/>
              <a:buChar char="q"/>
              <a:defRPr sz="2600">
                <a:solidFill>
                  <a:schemeClr val="tx1"/>
                </a:solidFill>
                <a:latin typeface="Arial"/>
              </a:defRPr>
            </a:lvl2pPr>
            <a:lvl3pPr marL="1143000" indent="-228600">
              <a:spcBef>
                <a:spcPts val="0"/>
              </a:spcBef>
              <a:buClr>
                <a:schemeClr val="accent1"/>
              </a:buClr>
              <a:buSzPct val="65000"/>
              <a:buFont typeface="Wingdings"/>
              <a:buChar char="n"/>
              <a:defRPr sz="2200">
                <a:solidFill>
                  <a:schemeClr val="tx1"/>
                </a:solidFill>
                <a:latin typeface="Arial"/>
              </a:defRPr>
            </a:lvl3pPr>
            <a:lvl4pPr marL="1600200" indent="-228600">
              <a:spcBef>
                <a:spcPts val="0"/>
              </a:spcBef>
              <a:buClr>
                <a:schemeClr val="accent2"/>
              </a:buClr>
              <a:buSzPct val="70000"/>
              <a:buFont typeface="Wingdings"/>
              <a:buChar char="q"/>
              <a:defRPr sz="2000">
                <a:solidFill>
                  <a:schemeClr val="tx1"/>
                </a:solidFill>
                <a:latin typeface="Arial"/>
              </a:defRPr>
            </a:lvl4pPr>
            <a:lvl5pPr marL="2057400" indent="-228600">
              <a:spcBef>
                <a:spcPts val="0"/>
              </a:spcBef>
              <a:buClr>
                <a:schemeClr val="accent1"/>
              </a:buClr>
              <a:buSzPct val="75000"/>
              <a:buFont typeface="Wingdings"/>
              <a:buChar char="§"/>
              <a:defRPr sz="2000">
                <a:solidFill>
                  <a:schemeClr val="tx1"/>
                </a:solidFill>
                <a:latin typeface="Arial"/>
              </a:defRPr>
            </a:lvl5pPr>
            <a:lvl6pPr marL="2514600" indent="-228600">
              <a:spcBef>
                <a:spcPts val="0"/>
              </a:spcBef>
              <a:spcAft>
                <a:spcPts val="0"/>
              </a:spcAft>
              <a:buClr>
                <a:schemeClr val="accent1"/>
              </a:buClr>
              <a:buSzPct val="75000"/>
              <a:buFont typeface="Wingdings"/>
              <a:buChar char="§"/>
              <a:defRPr sz="2000">
                <a:solidFill>
                  <a:schemeClr val="tx1"/>
                </a:solidFill>
                <a:latin typeface="Arial"/>
              </a:defRPr>
            </a:lvl6pPr>
            <a:lvl7pPr marL="2971800" indent="-228600">
              <a:spcBef>
                <a:spcPts val="0"/>
              </a:spcBef>
              <a:spcAft>
                <a:spcPts val="0"/>
              </a:spcAft>
              <a:buClr>
                <a:schemeClr val="accent1"/>
              </a:buClr>
              <a:buSzPct val="75000"/>
              <a:buFont typeface="Wingdings"/>
              <a:buChar char="§"/>
              <a:defRPr sz="2000">
                <a:solidFill>
                  <a:schemeClr val="tx1"/>
                </a:solidFill>
                <a:latin typeface="Arial"/>
              </a:defRPr>
            </a:lvl7pPr>
            <a:lvl8pPr marL="3429000" indent="-228600">
              <a:spcBef>
                <a:spcPts val="0"/>
              </a:spcBef>
              <a:spcAft>
                <a:spcPts val="0"/>
              </a:spcAft>
              <a:buClr>
                <a:schemeClr val="accent1"/>
              </a:buClr>
              <a:buSzPct val="75000"/>
              <a:buFont typeface="Wingdings"/>
              <a:buChar char="§"/>
              <a:defRPr sz="2000">
                <a:solidFill>
                  <a:schemeClr val="tx1"/>
                </a:solidFill>
                <a:latin typeface="Arial"/>
              </a:defRPr>
            </a:lvl8pPr>
            <a:lvl9pPr marL="3886200" indent="-228600">
              <a:spcBef>
                <a:spcPts val="0"/>
              </a:spcBef>
              <a:spcAft>
                <a:spcPts val="0"/>
              </a:spcAft>
              <a:buClr>
                <a:schemeClr val="accent1"/>
              </a:buClr>
              <a:buSzPct val="75000"/>
              <a:buFont typeface="Wingdings"/>
              <a:buChar char="§"/>
              <a:defRPr sz="2000">
                <a:solidFill>
                  <a:schemeClr val="tx1"/>
                </a:solidFill>
                <a:latin typeface="Arial"/>
              </a:defRPr>
            </a:lvl9pPr>
          </a:lstStyle>
          <a:p>
            <a:pPr algn="ctr">
              <a:spcBef>
                <a:spcPts val="0"/>
              </a:spcBef>
              <a:buClrTx/>
              <a:buSzTx/>
              <a:buFontTx/>
              <a:buNone/>
              <a:defRPr/>
            </a:pPr>
            <a:r>
              <a:rPr lang="en-GB" sz="2400" b="1">
                <a:latin typeface="Trebuchet MS"/>
              </a:rPr>
              <a:t>Device level</a:t>
            </a:r>
            <a:endParaRPr lang="en-GB" sz="2400"/>
          </a:p>
        </p:txBody>
      </p:sp>
      <p:sp>
        <p:nvSpPr>
          <p:cNvPr id="1177929809" name="Text Box 8"/>
          <p:cNvSpPr txBox="1">
            <a:spLocks noChangeArrowheads="1"/>
          </p:cNvSpPr>
          <p:nvPr/>
        </p:nvSpPr>
        <p:spPr bwMode="auto">
          <a:xfrm>
            <a:off x="3505199" y="3962400"/>
            <a:ext cx="3657600" cy="685800"/>
          </a:xfrm>
          <a:prstGeom prst="rect">
            <a:avLst/>
          </a:prstGeom>
          <a:solidFill>
            <a:srgbClr val="FFCCFF"/>
          </a:solidFill>
          <a:ln w="9525">
            <a:solidFill>
              <a:srgbClr val="000000"/>
            </a:solidFill>
            <a:miter lim="800000"/>
            <a:headEnd/>
            <a:tailEnd/>
          </a:ln>
        </p:spPr>
        <p:txBody>
          <a:bodyPr/>
          <a:lstStyle>
            <a:lvl1pPr>
              <a:spcBef>
                <a:spcPts val="0"/>
              </a:spcBef>
              <a:buClr>
                <a:schemeClr val="accent1"/>
              </a:buClr>
              <a:buSzPct val="65000"/>
              <a:buFont typeface="Wingdings"/>
              <a:buChar char="n"/>
              <a:defRPr sz="3000">
                <a:solidFill>
                  <a:schemeClr val="tx1"/>
                </a:solidFill>
                <a:latin typeface="Arial"/>
              </a:defRPr>
            </a:lvl1pPr>
            <a:lvl2pPr marL="742950" indent="-285750">
              <a:spcBef>
                <a:spcPts val="0"/>
              </a:spcBef>
              <a:buClr>
                <a:schemeClr val="accent2"/>
              </a:buClr>
              <a:buSzPct val="60000"/>
              <a:buFont typeface="Wingdings"/>
              <a:buChar char="q"/>
              <a:defRPr sz="2600">
                <a:solidFill>
                  <a:schemeClr val="tx1"/>
                </a:solidFill>
                <a:latin typeface="Arial"/>
              </a:defRPr>
            </a:lvl2pPr>
            <a:lvl3pPr marL="1143000" indent="-228600">
              <a:spcBef>
                <a:spcPts val="0"/>
              </a:spcBef>
              <a:buClr>
                <a:schemeClr val="accent1"/>
              </a:buClr>
              <a:buSzPct val="65000"/>
              <a:buFont typeface="Wingdings"/>
              <a:buChar char="n"/>
              <a:defRPr sz="2200">
                <a:solidFill>
                  <a:schemeClr val="tx1"/>
                </a:solidFill>
                <a:latin typeface="Arial"/>
              </a:defRPr>
            </a:lvl3pPr>
            <a:lvl4pPr marL="1600200" indent="-228600">
              <a:spcBef>
                <a:spcPts val="0"/>
              </a:spcBef>
              <a:buClr>
                <a:schemeClr val="accent2"/>
              </a:buClr>
              <a:buSzPct val="70000"/>
              <a:buFont typeface="Wingdings"/>
              <a:buChar char="q"/>
              <a:defRPr sz="2000">
                <a:solidFill>
                  <a:schemeClr val="tx1"/>
                </a:solidFill>
                <a:latin typeface="Arial"/>
              </a:defRPr>
            </a:lvl4pPr>
            <a:lvl5pPr marL="2057400" indent="-228600">
              <a:spcBef>
                <a:spcPts val="0"/>
              </a:spcBef>
              <a:buClr>
                <a:schemeClr val="accent1"/>
              </a:buClr>
              <a:buSzPct val="75000"/>
              <a:buFont typeface="Wingdings"/>
              <a:buChar char="§"/>
              <a:defRPr sz="2000">
                <a:solidFill>
                  <a:schemeClr val="tx1"/>
                </a:solidFill>
                <a:latin typeface="Arial"/>
              </a:defRPr>
            </a:lvl5pPr>
            <a:lvl6pPr marL="2514600" indent="-228600">
              <a:spcBef>
                <a:spcPts val="0"/>
              </a:spcBef>
              <a:spcAft>
                <a:spcPts val="0"/>
              </a:spcAft>
              <a:buClr>
                <a:schemeClr val="accent1"/>
              </a:buClr>
              <a:buSzPct val="75000"/>
              <a:buFont typeface="Wingdings"/>
              <a:buChar char="§"/>
              <a:defRPr sz="2000">
                <a:solidFill>
                  <a:schemeClr val="tx1"/>
                </a:solidFill>
                <a:latin typeface="Arial"/>
              </a:defRPr>
            </a:lvl6pPr>
            <a:lvl7pPr marL="2971800" indent="-228600">
              <a:spcBef>
                <a:spcPts val="0"/>
              </a:spcBef>
              <a:spcAft>
                <a:spcPts val="0"/>
              </a:spcAft>
              <a:buClr>
                <a:schemeClr val="accent1"/>
              </a:buClr>
              <a:buSzPct val="75000"/>
              <a:buFont typeface="Wingdings"/>
              <a:buChar char="§"/>
              <a:defRPr sz="2000">
                <a:solidFill>
                  <a:schemeClr val="tx1"/>
                </a:solidFill>
                <a:latin typeface="Arial"/>
              </a:defRPr>
            </a:lvl7pPr>
            <a:lvl8pPr marL="3429000" indent="-228600">
              <a:spcBef>
                <a:spcPts val="0"/>
              </a:spcBef>
              <a:spcAft>
                <a:spcPts val="0"/>
              </a:spcAft>
              <a:buClr>
                <a:schemeClr val="accent1"/>
              </a:buClr>
              <a:buSzPct val="75000"/>
              <a:buFont typeface="Wingdings"/>
              <a:buChar char="§"/>
              <a:defRPr sz="2000">
                <a:solidFill>
                  <a:schemeClr val="tx1"/>
                </a:solidFill>
                <a:latin typeface="Arial"/>
              </a:defRPr>
            </a:lvl8pPr>
            <a:lvl9pPr marL="3886200" indent="-228600">
              <a:spcBef>
                <a:spcPts val="0"/>
              </a:spcBef>
              <a:spcAft>
                <a:spcPts val="0"/>
              </a:spcAft>
              <a:buClr>
                <a:schemeClr val="accent1"/>
              </a:buClr>
              <a:buSzPct val="75000"/>
              <a:buFont typeface="Wingdings"/>
              <a:buChar char="§"/>
              <a:defRPr sz="2000">
                <a:solidFill>
                  <a:schemeClr val="tx1"/>
                </a:solidFill>
                <a:latin typeface="Arial"/>
              </a:defRPr>
            </a:lvl9pPr>
          </a:lstStyle>
          <a:p>
            <a:pPr algn="ctr">
              <a:spcBef>
                <a:spcPts val="0"/>
              </a:spcBef>
              <a:buClrTx/>
              <a:buSzTx/>
              <a:buFontTx/>
              <a:buNone/>
              <a:defRPr/>
            </a:pPr>
            <a:r>
              <a:rPr lang="en-GB" sz="2400" b="1">
                <a:latin typeface="Trebuchet MS"/>
              </a:rPr>
              <a:t>Logic Circuit  sublevel</a:t>
            </a:r>
            <a:endParaRPr lang="en-GB" sz="2400"/>
          </a:p>
        </p:txBody>
      </p:sp>
      <p:sp>
        <p:nvSpPr>
          <p:cNvPr id="1486864629" name="Text Box 9"/>
          <p:cNvSpPr txBox="1">
            <a:spLocks noChangeArrowheads="1"/>
          </p:cNvSpPr>
          <p:nvPr/>
        </p:nvSpPr>
        <p:spPr bwMode="auto">
          <a:xfrm>
            <a:off x="3505199" y="3048000"/>
            <a:ext cx="3657600" cy="838200"/>
          </a:xfrm>
          <a:prstGeom prst="rect">
            <a:avLst/>
          </a:prstGeom>
          <a:solidFill>
            <a:srgbClr val="FFCCFF"/>
          </a:solidFill>
          <a:ln w="9525">
            <a:solidFill>
              <a:srgbClr val="000000"/>
            </a:solidFill>
            <a:miter lim="800000"/>
            <a:headEnd/>
            <a:tailEnd/>
          </a:ln>
        </p:spPr>
        <p:txBody>
          <a:bodyPr lIns="0" tIns="0" rIns="0" bIns="0"/>
          <a:lstStyle>
            <a:lvl1pPr>
              <a:spcBef>
                <a:spcPts val="0"/>
              </a:spcBef>
              <a:buClr>
                <a:schemeClr val="accent1"/>
              </a:buClr>
              <a:buSzPct val="65000"/>
              <a:buFont typeface="Wingdings"/>
              <a:buChar char="n"/>
              <a:defRPr sz="3000">
                <a:solidFill>
                  <a:schemeClr val="tx1"/>
                </a:solidFill>
                <a:latin typeface="Arial"/>
              </a:defRPr>
            </a:lvl1pPr>
            <a:lvl2pPr marL="742950" indent="-285750">
              <a:spcBef>
                <a:spcPts val="0"/>
              </a:spcBef>
              <a:buClr>
                <a:schemeClr val="accent2"/>
              </a:buClr>
              <a:buSzPct val="60000"/>
              <a:buFont typeface="Wingdings"/>
              <a:buChar char="q"/>
              <a:defRPr sz="2600">
                <a:solidFill>
                  <a:schemeClr val="tx1"/>
                </a:solidFill>
                <a:latin typeface="Arial"/>
              </a:defRPr>
            </a:lvl2pPr>
            <a:lvl3pPr marL="1143000" indent="-228600">
              <a:spcBef>
                <a:spcPts val="0"/>
              </a:spcBef>
              <a:buClr>
                <a:schemeClr val="accent1"/>
              </a:buClr>
              <a:buSzPct val="65000"/>
              <a:buFont typeface="Wingdings"/>
              <a:buChar char="n"/>
              <a:defRPr sz="2200">
                <a:solidFill>
                  <a:schemeClr val="tx1"/>
                </a:solidFill>
                <a:latin typeface="Arial"/>
              </a:defRPr>
            </a:lvl3pPr>
            <a:lvl4pPr marL="1600200" indent="-228600">
              <a:spcBef>
                <a:spcPts val="0"/>
              </a:spcBef>
              <a:buClr>
                <a:schemeClr val="accent2"/>
              </a:buClr>
              <a:buSzPct val="70000"/>
              <a:buFont typeface="Wingdings"/>
              <a:buChar char="q"/>
              <a:defRPr sz="2000">
                <a:solidFill>
                  <a:schemeClr val="tx1"/>
                </a:solidFill>
                <a:latin typeface="Arial"/>
              </a:defRPr>
            </a:lvl4pPr>
            <a:lvl5pPr marL="2057400" indent="-228600">
              <a:spcBef>
                <a:spcPts val="0"/>
              </a:spcBef>
              <a:buClr>
                <a:schemeClr val="accent1"/>
              </a:buClr>
              <a:buSzPct val="75000"/>
              <a:buFont typeface="Wingdings"/>
              <a:buChar char="§"/>
              <a:defRPr sz="2000">
                <a:solidFill>
                  <a:schemeClr val="tx1"/>
                </a:solidFill>
                <a:latin typeface="Arial"/>
              </a:defRPr>
            </a:lvl5pPr>
            <a:lvl6pPr marL="2514600" indent="-228600">
              <a:spcBef>
                <a:spcPts val="0"/>
              </a:spcBef>
              <a:spcAft>
                <a:spcPts val="0"/>
              </a:spcAft>
              <a:buClr>
                <a:schemeClr val="accent1"/>
              </a:buClr>
              <a:buSzPct val="75000"/>
              <a:buFont typeface="Wingdings"/>
              <a:buChar char="§"/>
              <a:defRPr sz="2000">
                <a:solidFill>
                  <a:schemeClr val="tx1"/>
                </a:solidFill>
                <a:latin typeface="Arial"/>
              </a:defRPr>
            </a:lvl6pPr>
            <a:lvl7pPr marL="2971800" indent="-228600">
              <a:spcBef>
                <a:spcPts val="0"/>
              </a:spcBef>
              <a:spcAft>
                <a:spcPts val="0"/>
              </a:spcAft>
              <a:buClr>
                <a:schemeClr val="accent1"/>
              </a:buClr>
              <a:buSzPct val="75000"/>
              <a:buFont typeface="Wingdings"/>
              <a:buChar char="§"/>
              <a:defRPr sz="2000">
                <a:solidFill>
                  <a:schemeClr val="tx1"/>
                </a:solidFill>
                <a:latin typeface="Arial"/>
              </a:defRPr>
            </a:lvl7pPr>
            <a:lvl8pPr marL="3429000" indent="-228600">
              <a:spcBef>
                <a:spcPts val="0"/>
              </a:spcBef>
              <a:spcAft>
                <a:spcPts val="0"/>
              </a:spcAft>
              <a:buClr>
                <a:schemeClr val="accent1"/>
              </a:buClr>
              <a:buSzPct val="75000"/>
              <a:buFont typeface="Wingdings"/>
              <a:buChar char="§"/>
              <a:defRPr sz="2000">
                <a:solidFill>
                  <a:schemeClr val="tx1"/>
                </a:solidFill>
                <a:latin typeface="Arial"/>
              </a:defRPr>
            </a:lvl8pPr>
            <a:lvl9pPr marL="3886200" indent="-228600">
              <a:spcBef>
                <a:spcPts val="0"/>
              </a:spcBef>
              <a:spcAft>
                <a:spcPts val="0"/>
              </a:spcAft>
              <a:buClr>
                <a:schemeClr val="accent1"/>
              </a:buClr>
              <a:buSzPct val="75000"/>
              <a:buFont typeface="Wingdings"/>
              <a:buChar char="§"/>
              <a:defRPr sz="2000">
                <a:solidFill>
                  <a:schemeClr val="tx1"/>
                </a:solidFill>
                <a:latin typeface="Arial"/>
              </a:defRPr>
            </a:lvl9pPr>
          </a:lstStyle>
          <a:p>
            <a:pPr algn="ctr">
              <a:spcBef>
                <a:spcPts val="0"/>
              </a:spcBef>
              <a:buClrTx/>
              <a:buSzTx/>
              <a:buFontTx/>
              <a:buNone/>
              <a:defRPr/>
            </a:pPr>
            <a:r>
              <a:rPr lang="en-GB" sz="2400" b="1">
                <a:latin typeface="Trebuchet MS"/>
              </a:rPr>
              <a:t>Register transfer sub circuit  level</a:t>
            </a:r>
            <a:endParaRPr lang="en-GB" sz="24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1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798204208" name="Rectangle 2"/>
          <p:cNvSpPr>
            <a:spLocks noChangeArrowheads="1" noGrp="1"/>
          </p:cNvSpPr>
          <p:nvPr>
            <p:ph type="title"/>
          </p:nvPr>
        </p:nvSpPr>
        <p:spPr bwMode="auto"/>
        <p:txBody>
          <a:bodyPr/>
          <a:lstStyle/>
          <a:p>
            <a:pPr>
              <a:defRPr/>
            </a:pPr>
            <a:r>
              <a:rPr lang="en-US" b="1">
                <a:solidFill>
                  <a:srgbClr val="00B050"/>
                </a:solidFill>
              </a:rPr>
              <a:t>Exercise</a:t>
            </a:r>
            <a:endParaRPr lang="en-GB" b="1">
              <a:solidFill>
                <a:srgbClr val="00B050"/>
              </a:solidFill>
            </a:endParaRPr>
          </a:p>
        </p:txBody>
      </p:sp>
      <p:sp>
        <p:nvSpPr>
          <p:cNvPr id="497547310" name="Rectangle 3"/>
          <p:cNvSpPr>
            <a:spLocks noChangeArrowheads="1" noGrp="1"/>
          </p:cNvSpPr>
          <p:nvPr>
            <p:ph type="body" idx="1"/>
          </p:nvPr>
        </p:nvSpPr>
        <p:spPr bwMode="auto">
          <a:xfrm>
            <a:off x="-38100" y="1163638"/>
            <a:ext cx="9220200" cy="5416550"/>
          </a:xfrm>
        </p:spPr>
        <p:txBody>
          <a:bodyPr/>
          <a:lstStyle/>
          <a:p>
            <a:pPr>
              <a:defRPr/>
            </a:pPr>
            <a:r>
              <a:rPr lang="en-US">
                <a:solidFill>
                  <a:srgbClr val="3333FF"/>
                </a:solidFill>
              </a:rPr>
              <a:t>Who is the most influential person to promote ES?</a:t>
            </a:r>
            <a:endParaRPr/>
          </a:p>
          <a:p>
            <a:pPr lvl="1">
              <a:defRPr/>
            </a:pPr>
            <a:r>
              <a:rPr lang="en-US">
                <a:solidFill>
                  <a:srgbClr val="FF0000"/>
                </a:solidFill>
              </a:rPr>
              <a:t>John McCarthy promoted ES (Artificial Intelligence, LISP, Intelligence is logic-based)</a:t>
            </a:r>
            <a:endParaRPr/>
          </a:p>
          <a:p>
            <a:pPr>
              <a:defRPr/>
            </a:pPr>
            <a:r>
              <a:rPr lang="en-US">
                <a:solidFill>
                  <a:srgbClr val="3333FF"/>
                </a:solidFill>
              </a:rPr>
              <a:t>What is the ingredient of intelligence used in ES?</a:t>
            </a:r>
            <a:endParaRPr/>
          </a:p>
          <a:p>
            <a:pPr lvl="1">
              <a:defRPr/>
            </a:pPr>
            <a:r>
              <a:rPr lang="en-US">
                <a:solidFill>
                  <a:srgbClr val="FF0000"/>
                </a:solidFill>
              </a:rPr>
              <a:t>Knowledge</a:t>
            </a:r>
            <a:endParaRPr/>
          </a:p>
          <a:p>
            <a:pPr>
              <a:defRPr/>
            </a:pPr>
            <a:r>
              <a:rPr lang="en-US">
                <a:solidFill>
                  <a:srgbClr val="3333FF"/>
                </a:solidFill>
              </a:rPr>
              <a:t>Expertise of different experts could be training-based and/or logic-based? Justify your answer</a:t>
            </a:r>
            <a:endParaRPr/>
          </a:p>
          <a:p>
            <a:pPr lvl="1">
              <a:defRPr/>
            </a:pPr>
            <a:r>
              <a:rPr lang="en-US">
                <a:solidFill>
                  <a:srgbClr val="FF0000"/>
                </a:solidFill>
              </a:rPr>
              <a:t>Carpenter/driver (training)</a:t>
            </a:r>
            <a:endParaRPr/>
          </a:p>
          <a:p>
            <a:pPr lvl="1">
              <a:defRPr/>
            </a:pPr>
            <a:r>
              <a:rPr lang="en-US">
                <a:solidFill>
                  <a:srgbClr val="FF0000"/>
                </a:solidFill>
              </a:rPr>
              <a:t>Doctor/Mathematician (theory + training)</a:t>
            </a:r>
            <a:endParaRPr/>
          </a:p>
          <a:p>
            <a:pPr lvl="1">
              <a:defRPr/>
            </a:pPr>
            <a:r>
              <a:rPr lang="en-US">
                <a:solidFill>
                  <a:srgbClr val="FF0000"/>
                </a:solidFill>
              </a:rPr>
              <a:t>Laws, Procedures, pure mathematics (knowledge rules)</a:t>
            </a:r>
            <a:endParaRPr/>
          </a:p>
          <a:p>
            <a:pPr marL="0" indent="0">
              <a:buFont typeface="Wingdings"/>
              <a:buNone/>
              <a:defRPr/>
            </a:pPr>
            <a:endParaRPr lang="en-US">
              <a:solidFill>
                <a:srgbClr val="3333FF"/>
              </a:solidFill>
            </a:endParaRPr>
          </a:p>
          <a:p>
            <a:pPr>
              <a:buFont typeface="Wingdings"/>
              <a:buNone/>
              <a:defRPr/>
            </a:pPr>
            <a:endParaRPr lang="en-GB">
              <a:solidFill>
                <a:srgbClr val="CC0000"/>
              </a:solidFil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1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538581629" name="Rectangle 2"/>
          <p:cNvSpPr>
            <a:spLocks noChangeArrowheads="1" noGrp="1"/>
          </p:cNvSpPr>
          <p:nvPr>
            <p:ph type="title"/>
          </p:nvPr>
        </p:nvSpPr>
        <p:spPr bwMode="auto"/>
        <p:txBody>
          <a:bodyPr/>
          <a:lstStyle/>
          <a:p>
            <a:pPr>
              <a:defRPr/>
            </a:pPr>
            <a:r>
              <a:rPr lang="en-US" b="1">
                <a:solidFill>
                  <a:srgbClr val="00B050"/>
                </a:solidFill>
              </a:rPr>
              <a:t>Approaches to develop ES</a:t>
            </a:r>
            <a:endParaRPr lang="en-GB" b="1">
              <a:solidFill>
                <a:srgbClr val="00B050"/>
              </a:solidFill>
            </a:endParaRPr>
          </a:p>
        </p:txBody>
      </p:sp>
      <p:sp>
        <p:nvSpPr>
          <p:cNvPr id="493553780" name="Rectangle 3"/>
          <p:cNvSpPr>
            <a:spLocks noChangeArrowheads="1" noGrp="1"/>
          </p:cNvSpPr>
          <p:nvPr>
            <p:ph type="body" idx="1"/>
          </p:nvPr>
        </p:nvSpPr>
        <p:spPr bwMode="auto">
          <a:xfrm>
            <a:off x="304800" y="1600200"/>
            <a:ext cx="8839200" cy="4530725"/>
          </a:xfrm>
        </p:spPr>
        <p:txBody>
          <a:bodyPr/>
          <a:lstStyle/>
          <a:p>
            <a:pPr>
              <a:defRPr/>
            </a:pPr>
            <a:r>
              <a:rPr lang="en-US">
                <a:solidFill>
                  <a:srgbClr val="3333FF"/>
                </a:solidFill>
                <a:highlight>
                  <a:srgbClr val="FFFF00"/>
                </a:highlight>
              </a:rPr>
              <a:t>Programming</a:t>
            </a:r>
            <a:r>
              <a:rPr lang="en-US">
                <a:solidFill>
                  <a:srgbClr val="3333FF"/>
                </a:solidFill>
              </a:rPr>
              <a:t> from scratch</a:t>
            </a:r>
            <a:endParaRPr/>
          </a:p>
          <a:p>
            <a:pPr>
              <a:defRPr/>
            </a:pPr>
            <a:r>
              <a:rPr lang="en-US">
                <a:solidFill>
                  <a:srgbClr val="FF0000"/>
                </a:solidFill>
                <a:highlight>
                  <a:srgbClr val="FFFF00"/>
                </a:highlight>
              </a:rPr>
              <a:t>Tools</a:t>
            </a:r>
            <a:r>
              <a:rPr lang="en-US">
                <a:solidFill>
                  <a:srgbClr val="FF0000"/>
                </a:solidFill>
              </a:rPr>
              <a:t> for </a:t>
            </a:r>
            <a:r>
              <a:rPr lang="en-US">
                <a:solidFill>
                  <a:srgbClr val="FF0000"/>
                </a:solidFill>
                <a:highlight>
                  <a:srgbClr val="FFFF00"/>
                </a:highlight>
              </a:rPr>
              <a:t>specific tasks </a:t>
            </a:r>
            <a:r>
              <a:rPr lang="en-US">
                <a:solidFill>
                  <a:srgbClr val="FF0000"/>
                </a:solidFill>
              </a:rPr>
              <a:t>like Diagnose and Design</a:t>
            </a:r>
            <a:endParaRPr/>
          </a:p>
          <a:p>
            <a:pPr>
              <a:defRPr/>
            </a:pPr>
            <a:r>
              <a:rPr lang="en-US">
                <a:solidFill>
                  <a:srgbClr val="3333FF"/>
                </a:solidFill>
                <a:highlight>
                  <a:srgbClr val="FFFF00"/>
                </a:highlight>
              </a:rPr>
              <a:t>Expert System Shells</a:t>
            </a:r>
            <a:endParaRPr/>
          </a:p>
          <a:p>
            <a:pPr>
              <a:defRPr/>
            </a:pPr>
            <a:r>
              <a:rPr lang="en-US">
                <a:solidFill>
                  <a:srgbClr val="FF0000"/>
                </a:solidFill>
                <a:highlight>
                  <a:srgbClr val="FFFF00"/>
                </a:highlight>
              </a:rPr>
              <a:t>Generic Approaches</a:t>
            </a:r>
            <a:endParaRPr/>
          </a:p>
          <a:p>
            <a:pPr marL="0" indent="0">
              <a:buFont typeface="Wingdings"/>
              <a:buNone/>
              <a:defRPr/>
            </a:pPr>
            <a:endParaRPr lang="en-US">
              <a:solidFill>
                <a:srgbClr val="FF0000"/>
              </a:solidFill>
            </a:endParaRPr>
          </a:p>
          <a:p>
            <a:pPr>
              <a:defRPr/>
            </a:pPr>
            <a:r>
              <a:rPr lang="en-US">
                <a:solidFill>
                  <a:srgbClr val="FF0000"/>
                </a:solidFill>
              </a:rPr>
              <a:t>Any problem-solving in this world can be seen as</a:t>
            </a:r>
            <a:endParaRPr/>
          </a:p>
          <a:p>
            <a:pPr lvl="1">
              <a:defRPr/>
            </a:pPr>
            <a:r>
              <a:rPr lang="en-US">
                <a:solidFill>
                  <a:srgbClr val="FF0000"/>
                </a:solidFill>
              </a:rPr>
              <a:t>Diagnose (Analysis)</a:t>
            </a:r>
            <a:endParaRPr/>
          </a:p>
          <a:p>
            <a:pPr lvl="1">
              <a:defRPr/>
            </a:pPr>
            <a:r>
              <a:rPr lang="en-US">
                <a:solidFill>
                  <a:srgbClr val="FF0000"/>
                </a:solidFill>
              </a:rPr>
              <a:t>Design (Synthesis)</a:t>
            </a:r>
            <a:endParaRPr/>
          </a:p>
          <a:p>
            <a:pPr>
              <a:defRPr/>
            </a:pPr>
            <a:endParaRPr lang="en-US">
              <a:solidFill>
                <a:srgbClr val="00B050"/>
              </a:solidFill>
            </a:endParaRPr>
          </a:p>
          <a:p>
            <a:pPr>
              <a:buFont typeface="Wingdings"/>
              <a:buNone/>
              <a:defRPr/>
            </a:pPr>
            <a:endParaRPr lang="en-GB">
              <a:solidFill>
                <a:srgbClr val="CC0000"/>
              </a:solidFill>
            </a:endParaRPr>
          </a:p>
        </p:txBody>
      </p:sp>
      <p:sp>
        <p:nvSpPr>
          <p:cNvPr id="762442768" name="Oval 1"/>
          <p:cNvSpPr/>
          <p:nvPr/>
        </p:nvSpPr>
        <p:spPr bwMode="auto">
          <a:xfrm>
            <a:off x="7224713" y="5580062"/>
            <a:ext cx="1919287" cy="1000125"/>
          </a:xfrm>
          <a:prstGeom prst="ellipse">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1800"/>
              <a:t>8</a:t>
            </a:r>
            <a:endParaRPr/>
          </a:p>
          <a:p>
            <a:pPr algn="ctr">
              <a:defRPr/>
            </a:pPr>
            <a:r>
              <a:rPr lang="en-US" sz="1800"/>
              <a:t>26/04/2026</a:t>
            </a:r>
            <a:endParaRPr/>
          </a:p>
        </p:txBody>
      </p:sp>
      <p:sp>
        <p:nvSpPr>
          <p:cNvPr id="886328587" name="TextBox 2"/>
          <p:cNvSpPr txBox="1">
            <a:spLocks noChangeArrowheads="1"/>
          </p:cNvSpPr>
          <p:nvPr/>
        </p:nvSpPr>
        <p:spPr bwMode="auto">
          <a:xfrm>
            <a:off x="9601200" y="1828800"/>
            <a:ext cx="2236788" cy="1200150"/>
          </a:xfrm>
          <a:prstGeom prst="rect">
            <a:avLst/>
          </a:prstGeom>
          <a:noFill/>
          <a:ln>
            <a:noFill/>
          </a:ln>
        </p:spPr>
        <p:txBody>
          <a:bodyPr wrap="none">
            <a:spAutoFit/>
          </a:bodyPr>
          <a:lstStyle>
            <a:lvl1pPr>
              <a:defRPr sz="2400">
                <a:solidFill>
                  <a:schemeClr val="tx1"/>
                </a:solidFill>
                <a:latin typeface="Arial"/>
              </a:defRPr>
            </a:lvl1pPr>
            <a:lvl2pPr marL="742950" indent="-285750">
              <a:defRPr sz="2400">
                <a:solidFill>
                  <a:schemeClr val="tx1"/>
                </a:solidFill>
                <a:latin typeface="Arial"/>
              </a:defRPr>
            </a:lvl2pPr>
            <a:lvl3pPr marL="1143000" indent="-228600">
              <a:defRPr sz="2400">
                <a:solidFill>
                  <a:schemeClr val="tx1"/>
                </a:solidFill>
                <a:latin typeface="Arial"/>
              </a:defRPr>
            </a:lvl3pPr>
            <a:lvl4pPr marL="1600200" indent="-228600">
              <a:defRPr sz="2400">
                <a:solidFill>
                  <a:schemeClr val="tx1"/>
                </a:solidFill>
                <a:latin typeface="Arial"/>
              </a:defRPr>
            </a:lvl4pPr>
            <a:lvl5pPr marL="2057400" indent="-228600">
              <a:defRPr sz="2400">
                <a:solidFill>
                  <a:schemeClr val="tx1"/>
                </a:solidFill>
                <a:latin typeface="Arial"/>
              </a:defRPr>
            </a:lvl5pPr>
            <a:lvl6pPr marL="2514600" indent="-228600">
              <a:spcBef>
                <a:spcPts val="0"/>
              </a:spcBef>
              <a:spcAft>
                <a:spcPts val="0"/>
              </a:spcAft>
              <a:defRPr sz="2400">
                <a:solidFill>
                  <a:schemeClr val="tx1"/>
                </a:solidFill>
                <a:latin typeface="Arial"/>
              </a:defRPr>
            </a:lvl6pPr>
            <a:lvl7pPr marL="2971800" indent="-228600">
              <a:spcBef>
                <a:spcPts val="0"/>
              </a:spcBef>
              <a:spcAft>
                <a:spcPts val="0"/>
              </a:spcAft>
              <a:defRPr sz="2400">
                <a:solidFill>
                  <a:schemeClr val="tx1"/>
                </a:solidFill>
                <a:latin typeface="Arial"/>
              </a:defRPr>
            </a:lvl7pPr>
            <a:lvl8pPr marL="3429000" indent="-228600">
              <a:spcBef>
                <a:spcPts val="0"/>
              </a:spcBef>
              <a:spcAft>
                <a:spcPts val="0"/>
              </a:spcAft>
              <a:defRPr sz="2400">
                <a:solidFill>
                  <a:schemeClr val="tx1"/>
                </a:solidFill>
                <a:latin typeface="Arial"/>
              </a:defRPr>
            </a:lvl8pPr>
            <a:lvl9pPr marL="3886200" indent="-228600">
              <a:spcBef>
                <a:spcPts val="0"/>
              </a:spcBef>
              <a:spcAft>
                <a:spcPts val="0"/>
              </a:spcAft>
              <a:defRPr sz="2400">
                <a:solidFill>
                  <a:schemeClr val="tx1"/>
                </a:solidFill>
                <a:latin typeface="Arial"/>
              </a:defRPr>
            </a:lvl9pPr>
          </a:lstStyle>
          <a:p>
            <a:pPr>
              <a:defRPr/>
            </a:pPr>
            <a:r>
              <a:rPr lang="en-US">
                <a:solidFill>
                  <a:srgbClr val="FFFF00"/>
                </a:solidFill>
              </a:rPr>
              <a:t>MYCIN, DART</a:t>
            </a:r>
            <a:endParaRPr/>
          </a:p>
          <a:p>
            <a:pPr>
              <a:defRPr/>
            </a:pPr>
            <a:r>
              <a:rPr lang="en-US">
                <a:solidFill>
                  <a:srgbClr val="FFFF00"/>
                </a:solidFill>
              </a:rPr>
              <a:t>XCON, written </a:t>
            </a:r>
            <a:endParaRPr/>
          </a:p>
          <a:p>
            <a:pPr>
              <a:defRPr/>
            </a:pPr>
            <a:r>
              <a:rPr lang="en-US">
                <a:solidFill>
                  <a:srgbClr val="FFFF00"/>
                </a:solidFill>
              </a:rPr>
              <a:t>from scratch</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1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271996134" name="Rectangle 2"/>
          <p:cNvSpPr>
            <a:spLocks noChangeArrowheads="1" noGrp="1"/>
          </p:cNvSpPr>
          <p:nvPr>
            <p:ph type="title"/>
          </p:nvPr>
        </p:nvSpPr>
        <p:spPr bwMode="auto">
          <a:xfrm>
            <a:off x="457200" y="277813"/>
            <a:ext cx="8229600" cy="885825"/>
          </a:xfrm>
        </p:spPr>
        <p:txBody>
          <a:bodyPr/>
          <a:lstStyle/>
          <a:p>
            <a:pPr>
              <a:defRPr/>
            </a:pPr>
            <a:r>
              <a:rPr lang="en-US" b="1">
                <a:solidFill>
                  <a:srgbClr val="00B050"/>
                </a:solidFill>
              </a:rPr>
              <a:t>Programming from scratch</a:t>
            </a:r>
            <a:endParaRPr lang="en-GB" b="1">
              <a:solidFill>
                <a:srgbClr val="00B050"/>
              </a:solidFill>
            </a:endParaRPr>
          </a:p>
        </p:txBody>
      </p:sp>
      <p:sp>
        <p:nvSpPr>
          <p:cNvPr id="2031743334" name="Rectangle 3"/>
          <p:cNvSpPr>
            <a:spLocks noChangeArrowheads="1" noGrp="1"/>
          </p:cNvSpPr>
          <p:nvPr>
            <p:ph type="body" idx="1"/>
          </p:nvPr>
        </p:nvSpPr>
        <p:spPr bwMode="auto">
          <a:xfrm>
            <a:off x="0" y="1163638"/>
            <a:ext cx="9067800" cy="5237162"/>
          </a:xfrm>
        </p:spPr>
        <p:txBody>
          <a:bodyPr/>
          <a:lstStyle/>
          <a:p>
            <a:pPr>
              <a:defRPr/>
            </a:pPr>
            <a:r>
              <a:rPr lang="en-GB" sz="2500">
                <a:solidFill>
                  <a:srgbClr val="3333FF"/>
                </a:solidFill>
              </a:rPr>
              <a:t>This approach requires people to code the following from scratch </a:t>
            </a:r>
            <a:endParaRPr/>
          </a:p>
          <a:p>
            <a:pPr lvl="1">
              <a:defRPr/>
            </a:pPr>
            <a:r>
              <a:rPr lang="en-GB" sz="2500">
                <a:solidFill>
                  <a:srgbClr val="FF0000"/>
                </a:solidFill>
              </a:rPr>
              <a:t>User interface</a:t>
            </a:r>
            <a:endParaRPr/>
          </a:p>
          <a:p>
            <a:pPr lvl="1">
              <a:defRPr/>
            </a:pPr>
            <a:r>
              <a:rPr lang="en-GB" sz="2500">
                <a:solidFill>
                  <a:srgbClr val="FF0000"/>
                </a:solidFill>
              </a:rPr>
              <a:t>Inference engine</a:t>
            </a:r>
            <a:endParaRPr/>
          </a:p>
          <a:p>
            <a:pPr lvl="1">
              <a:defRPr/>
            </a:pPr>
            <a:r>
              <a:rPr lang="en-GB" sz="2500">
                <a:solidFill>
                  <a:srgbClr val="FF0000"/>
                </a:solidFill>
              </a:rPr>
              <a:t>Knowledge base </a:t>
            </a:r>
            <a:endParaRPr/>
          </a:p>
          <a:p>
            <a:pPr lvl="1">
              <a:defRPr/>
            </a:pPr>
            <a:r>
              <a:rPr lang="en-GB" sz="2500">
                <a:solidFill>
                  <a:srgbClr val="FF0000"/>
                </a:solidFill>
              </a:rPr>
              <a:t>Database connectivity</a:t>
            </a:r>
            <a:endParaRPr/>
          </a:p>
          <a:p>
            <a:pPr lvl="1">
              <a:defRPr/>
            </a:pPr>
            <a:r>
              <a:rPr lang="en-GB" sz="2500">
                <a:solidFill>
                  <a:srgbClr val="FF0000"/>
                </a:solidFill>
              </a:rPr>
              <a:t>Web connectivity</a:t>
            </a:r>
            <a:endParaRPr/>
          </a:p>
          <a:p>
            <a:pPr>
              <a:defRPr/>
            </a:pPr>
            <a:r>
              <a:rPr lang="en-GB" sz="2500">
                <a:solidFill>
                  <a:srgbClr val="3333FF"/>
                </a:solidFill>
              </a:rPr>
              <a:t>Although intelligent reasoning is the key to ES, this requires other things to be in place.</a:t>
            </a:r>
            <a:endParaRPr/>
          </a:p>
          <a:p>
            <a:pPr>
              <a:defRPr/>
            </a:pPr>
            <a:r>
              <a:rPr lang="en-GB" sz="2500">
                <a:solidFill>
                  <a:srgbClr val="3333FF"/>
                </a:solidFill>
              </a:rPr>
              <a:t>To make ES more practical, we need other technologies </a:t>
            </a:r>
            <a:endParaRPr/>
          </a:p>
          <a:p>
            <a:pPr lvl="1">
              <a:defRPr/>
            </a:pPr>
            <a:r>
              <a:rPr lang="en-GB" sz="2100">
                <a:solidFill>
                  <a:srgbClr val="3333FF"/>
                </a:solidFill>
              </a:rPr>
              <a:t>Storage (databases/Ontology/Websites), Cloud, Networking, LLM,  </a:t>
            </a:r>
            <a:endParaRPr/>
          </a:p>
          <a:p>
            <a:pPr>
              <a:defRPr/>
            </a:pPr>
            <a:r>
              <a:rPr lang="en-GB" sz="2500">
                <a:solidFill>
                  <a:srgbClr val="FF0000"/>
                </a:solidFill>
              </a:rPr>
              <a:t>If one’s </a:t>
            </a:r>
            <a:r>
              <a:rPr lang="en-GB" sz="2500">
                <a:solidFill>
                  <a:srgbClr val="FF0000"/>
                </a:solidFill>
                <a:highlight>
                  <a:srgbClr val="FFFF00"/>
                </a:highlight>
              </a:rPr>
              <a:t>own programming </a:t>
            </a:r>
            <a:r>
              <a:rPr lang="en-GB" sz="2500">
                <a:solidFill>
                  <a:srgbClr val="FF0000"/>
                </a:solidFill>
              </a:rPr>
              <a:t>language/environment is used,  it reduces security threats for the system</a:t>
            </a:r>
            <a:endParaRPr/>
          </a:p>
          <a:p>
            <a:pPr lvl="1">
              <a:defRPr/>
            </a:pPr>
            <a:endParaRPr lang="en-GB"/>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1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330486074" name="Rectangle 2"/>
          <p:cNvSpPr>
            <a:spLocks noChangeArrowheads="1" noGrp="1"/>
          </p:cNvSpPr>
          <p:nvPr>
            <p:ph type="title"/>
          </p:nvPr>
        </p:nvSpPr>
        <p:spPr bwMode="auto"/>
        <p:txBody>
          <a:bodyPr/>
          <a:lstStyle/>
          <a:p>
            <a:pPr>
              <a:defRPr/>
            </a:pPr>
            <a:r>
              <a:rPr lang="en-US" b="1">
                <a:solidFill>
                  <a:srgbClr val="00B050"/>
                </a:solidFill>
              </a:rPr>
              <a:t>Programming from scratch..</a:t>
            </a:r>
            <a:endParaRPr/>
          </a:p>
        </p:txBody>
      </p:sp>
      <p:sp>
        <p:nvSpPr>
          <p:cNvPr id="1084004710" name="Rectangle 3"/>
          <p:cNvSpPr>
            <a:spLocks noChangeArrowheads="1" noGrp="1"/>
          </p:cNvSpPr>
          <p:nvPr>
            <p:ph type="body" idx="1"/>
          </p:nvPr>
        </p:nvSpPr>
        <p:spPr bwMode="auto">
          <a:xfrm>
            <a:off x="228600" y="1524000"/>
            <a:ext cx="8686800" cy="4530725"/>
          </a:xfrm>
        </p:spPr>
        <p:txBody>
          <a:bodyPr/>
          <a:lstStyle/>
          <a:p>
            <a:pPr>
              <a:defRPr/>
            </a:pPr>
            <a:r>
              <a:rPr lang="en-US">
                <a:solidFill>
                  <a:srgbClr val="3333FF"/>
                </a:solidFill>
              </a:rPr>
              <a:t>Exercise</a:t>
            </a:r>
            <a:endParaRPr/>
          </a:p>
          <a:p>
            <a:pPr lvl="1">
              <a:defRPr/>
            </a:pPr>
            <a:r>
              <a:rPr lang="en-US">
                <a:solidFill>
                  <a:srgbClr val="0070C0"/>
                </a:solidFill>
              </a:rPr>
              <a:t>Identify technology that can implement each of the modules stated in the previous slide. Also, name the kind of persons required for such a development project. </a:t>
            </a:r>
            <a:endParaRPr/>
          </a:p>
          <a:p>
            <a:pPr lvl="2">
              <a:defRPr/>
            </a:pPr>
            <a:r>
              <a:rPr lang="en-US">
                <a:solidFill>
                  <a:srgbClr val="FF0000"/>
                </a:solidFill>
              </a:rPr>
              <a:t>Required technologies for UI (</a:t>
            </a:r>
            <a:r>
              <a:rPr lang="en-US">
                <a:solidFill>
                  <a:srgbClr val="FF0000"/>
                </a:solidFill>
              </a:rPr>
              <a:t>jave</a:t>
            </a:r>
            <a:r>
              <a:rPr lang="en-US">
                <a:solidFill>
                  <a:srgbClr val="FF0000"/>
                </a:solidFill>
              </a:rPr>
              <a:t>), IE (search, FC/BC,   ), KB (rule, logic</a:t>
            </a:r>
            <a:endParaRPr/>
          </a:p>
          <a:p>
            <a:pPr lvl="2">
              <a:defRPr/>
            </a:pPr>
            <a:r>
              <a:rPr lang="en-US">
                <a:solidFill>
                  <a:srgbClr val="FF0000"/>
                </a:solidFill>
              </a:rPr>
              <a:t>Programmers are not limited to AI-qualified people</a:t>
            </a:r>
            <a:endParaRPr/>
          </a:p>
          <a:p>
            <a:pPr lvl="3">
              <a:defRPr/>
            </a:pPr>
            <a:r>
              <a:rPr lang="en-US">
                <a:solidFill>
                  <a:srgbClr val="FF0000"/>
                </a:solidFill>
              </a:rPr>
              <a:t>CS/IT/SE/CE</a:t>
            </a:r>
            <a:endParaRPr/>
          </a:p>
          <a:p>
            <a:pPr lvl="3">
              <a:defRPr/>
            </a:pPr>
            <a:r>
              <a:rPr lang="en-US">
                <a:solidFill>
                  <a:srgbClr val="FF0000"/>
                </a:solidFill>
              </a:rPr>
              <a:t>KB/IE - you need AI people with Expert Systems, Search/Knowledge Rep, ML</a:t>
            </a:r>
            <a:endParaRPr/>
          </a:p>
          <a:p>
            <a:pPr marL="344487" lvl="1" indent="0">
              <a:buFont typeface="Wingdings"/>
              <a:buNone/>
              <a:defRPr/>
            </a:pPr>
            <a:endParaRPr lang="en-US">
              <a:solidFill>
                <a:srgbClr val="0070C0"/>
              </a:solidFill>
            </a:endParaRPr>
          </a:p>
          <a:p>
            <a:pPr lvl="3">
              <a:defRPr/>
            </a:pPr>
            <a:endParaRPr lang="en-US">
              <a:solidFill>
                <a:srgbClr val="FF0000"/>
              </a:solidFill>
            </a:endParaRPr>
          </a:p>
          <a:p>
            <a:pPr marL="1023937" lvl="3" indent="0">
              <a:buFont typeface="Wingdings"/>
              <a:buNone/>
              <a:defRPr/>
            </a:pPr>
            <a:endParaRPr lang="en-US">
              <a:solidFill>
                <a:srgbClr val="FF0000"/>
              </a:solidFill>
            </a:endParaRPr>
          </a:p>
          <a:p>
            <a:pPr marL="344487" lvl="1" indent="0">
              <a:buFont typeface="Wingdings"/>
              <a:buNone/>
              <a:defRPr/>
            </a:pPr>
            <a:endParaRPr lang="en-US">
              <a:solidFill>
                <a:srgbClr val="FF0000"/>
              </a:solidFill>
            </a:endParaRPr>
          </a:p>
          <a:p>
            <a:pPr marL="344487" lvl="1" indent="0">
              <a:buFont typeface="Wingdings"/>
              <a:buNone/>
              <a:defRPr/>
            </a:pPr>
            <a:endParaRPr lang="en-US">
              <a:solidFill>
                <a:srgbClr val="FF0000"/>
              </a:solidFil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2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711258655" name="Rectangle 2"/>
          <p:cNvSpPr>
            <a:spLocks noChangeArrowheads="1" noGrp="1"/>
          </p:cNvSpPr>
          <p:nvPr>
            <p:ph type="title"/>
          </p:nvPr>
        </p:nvSpPr>
        <p:spPr bwMode="auto"/>
        <p:txBody>
          <a:bodyPr/>
          <a:lstStyle/>
          <a:p>
            <a:pPr>
              <a:defRPr/>
            </a:pPr>
            <a:r>
              <a:rPr lang="en-US" b="1">
                <a:solidFill>
                  <a:srgbClr val="00B050"/>
                </a:solidFill>
              </a:rPr>
              <a:t>Tools for </a:t>
            </a:r>
            <a:r>
              <a:rPr lang="en-US" b="1">
                <a:solidFill>
                  <a:srgbClr val="00B050"/>
                </a:solidFill>
                <a:highlight>
                  <a:srgbClr val="FFFF00"/>
                </a:highlight>
              </a:rPr>
              <a:t>specific tasks </a:t>
            </a:r>
            <a:endParaRPr lang="en-GB" b="1">
              <a:solidFill>
                <a:srgbClr val="00B050"/>
              </a:solidFill>
              <a:highlight>
                <a:srgbClr val="FFFF00"/>
              </a:highlight>
            </a:endParaRPr>
          </a:p>
        </p:txBody>
      </p:sp>
      <p:sp>
        <p:nvSpPr>
          <p:cNvPr id="1786076047" name="Rectangle 3"/>
          <p:cNvSpPr>
            <a:spLocks noChangeArrowheads="1" noGrp="1"/>
          </p:cNvSpPr>
          <p:nvPr>
            <p:ph type="body" idx="1"/>
          </p:nvPr>
        </p:nvSpPr>
        <p:spPr bwMode="auto">
          <a:xfrm>
            <a:off x="0" y="1600200"/>
            <a:ext cx="9525000" cy="4530725"/>
          </a:xfrm>
        </p:spPr>
        <p:txBody>
          <a:bodyPr/>
          <a:lstStyle/>
          <a:p>
            <a:pPr>
              <a:defRPr/>
            </a:pPr>
            <a:r>
              <a:rPr lang="en-GB" sz="2600">
                <a:solidFill>
                  <a:srgbClr val="3333FF"/>
                </a:solidFill>
                <a:highlight>
                  <a:srgbClr val="FFFF00"/>
                </a:highlight>
              </a:rPr>
              <a:t>General tools </a:t>
            </a:r>
            <a:r>
              <a:rPr lang="en-GB" sz="2600">
                <a:solidFill>
                  <a:srgbClr val="3333FF"/>
                </a:solidFill>
              </a:rPr>
              <a:t> support ES from </a:t>
            </a:r>
            <a:r>
              <a:rPr lang="en-GB" sz="2600">
                <a:solidFill>
                  <a:srgbClr val="3333FF"/>
                </a:solidFill>
                <a:highlight>
                  <a:srgbClr val="FFFF00"/>
                </a:highlight>
              </a:rPr>
              <a:t>acquiring knowledge</a:t>
            </a:r>
            <a:r>
              <a:rPr lang="en-GB" sz="2600">
                <a:solidFill>
                  <a:srgbClr val="3333FF"/>
                </a:solidFill>
              </a:rPr>
              <a:t> to the </a:t>
            </a:r>
            <a:r>
              <a:rPr lang="en-GB" sz="2600">
                <a:solidFill>
                  <a:srgbClr val="3333FF"/>
                </a:solidFill>
                <a:highlight>
                  <a:srgbClr val="FFFF00"/>
                </a:highlight>
              </a:rPr>
              <a:t>executable code</a:t>
            </a:r>
            <a:r>
              <a:rPr lang="en-GB" sz="2600">
                <a:solidFill>
                  <a:srgbClr val="3333FF"/>
                </a:solidFill>
              </a:rPr>
              <a:t> are hard</a:t>
            </a:r>
            <a:endParaRPr/>
          </a:p>
          <a:p>
            <a:pPr>
              <a:defRPr/>
            </a:pPr>
            <a:r>
              <a:rPr lang="en-GB" sz="2600">
                <a:solidFill>
                  <a:srgbClr val="FF0000"/>
                </a:solidFill>
              </a:rPr>
              <a:t>It would be practical to develop toolkits for specific tasks</a:t>
            </a:r>
            <a:endParaRPr/>
          </a:p>
          <a:p>
            <a:pPr>
              <a:defRPr/>
            </a:pPr>
            <a:r>
              <a:rPr lang="en-GB" sz="2600">
                <a:solidFill>
                  <a:srgbClr val="3333FF"/>
                </a:solidFill>
              </a:rPr>
              <a:t>For instance, toolkits for developing ES for tasks like  </a:t>
            </a:r>
            <a:r>
              <a:rPr lang="en-GB" sz="2600">
                <a:solidFill>
                  <a:srgbClr val="3333FF"/>
                </a:solidFill>
                <a:highlight>
                  <a:srgbClr val="FFFF00"/>
                </a:highlight>
              </a:rPr>
              <a:t>diagnosis</a:t>
            </a:r>
            <a:r>
              <a:rPr lang="en-GB" sz="2600">
                <a:solidFill>
                  <a:srgbClr val="3333FF"/>
                </a:solidFill>
              </a:rPr>
              <a:t> and </a:t>
            </a:r>
            <a:r>
              <a:rPr lang="en-GB" sz="2600">
                <a:solidFill>
                  <a:srgbClr val="3333FF"/>
                </a:solidFill>
                <a:highlight>
                  <a:srgbClr val="FFFF00"/>
                </a:highlight>
              </a:rPr>
              <a:t>design</a:t>
            </a:r>
            <a:r>
              <a:rPr lang="en-GB" sz="2600">
                <a:solidFill>
                  <a:srgbClr val="3333FF"/>
                </a:solidFill>
              </a:rPr>
              <a:t> are possible</a:t>
            </a:r>
            <a:endParaRPr/>
          </a:p>
          <a:p>
            <a:pPr>
              <a:defRPr/>
            </a:pPr>
            <a:r>
              <a:rPr lang="en-GB" sz="2600">
                <a:solidFill>
                  <a:srgbClr val="FF0000"/>
                </a:solidFill>
              </a:rPr>
              <a:t>Such toolkits generally support the following tasks</a:t>
            </a:r>
            <a:endParaRPr/>
          </a:p>
          <a:p>
            <a:pPr marL="742950" lvl="1" indent="-285750">
              <a:defRPr/>
            </a:pPr>
            <a:r>
              <a:rPr lang="en-GB" sz="2200">
                <a:solidFill>
                  <a:srgbClr val="3333FF"/>
                </a:solidFill>
              </a:rPr>
              <a:t>Entering knowledge</a:t>
            </a:r>
            <a:endParaRPr/>
          </a:p>
          <a:p>
            <a:pPr marL="742950" lvl="1" indent="-285750">
              <a:defRPr/>
            </a:pPr>
            <a:r>
              <a:rPr lang="en-GB" sz="2200">
                <a:solidFill>
                  <a:srgbClr val="3333FF"/>
                </a:solidFill>
              </a:rPr>
              <a:t>Maintaining knowledge base consistency</a:t>
            </a:r>
            <a:endParaRPr/>
          </a:p>
          <a:p>
            <a:pPr marL="742950" lvl="1" indent="-285750">
              <a:defRPr/>
            </a:pPr>
            <a:r>
              <a:rPr lang="en-GB" sz="2200">
                <a:solidFill>
                  <a:srgbClr val="3333FF"/>
                </a:solidFill>
              </a:rPr>
              <a:t>Ensuring completeness of the knowledge base </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2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2085785932" name="Title 1"/>
          <p:cNvSpPr>
            <a:spLocks noChangeArrowheads="1" noGrp="1"/>
          </p:cNvSpPr>
          <p:nvPr>
            <p:ph type="title"/>
          </p:nvPr>
        </p:nvSpPr>
        <p:spPr bwMode="auto"/>
        <p:txBody>
          <a:bodyPr/>
          <a:lstStyle/>
          <a:p>
            <a:pPr>
              <a:defRPr/>
            </a:pPr>
            <a:r>
              <a:rPr lang="en-US" b="1">
                <a:solidFill>
                  <a:srgbClr val="00B050"/>
                </a:solidFill>
              </a:rPr>
              <a:t>Analysis/Synthesis</a:t>
            </a:r>
            <a:endParaRPr/>
          </a:p>
        </p:txBody>
      </p:sp>
      <p:graphicFrame>
        <p:nvGraphicFramePr>
          <p:cNvPr id="652877102" name="Table 4"/>
          <p:cNvGraphicFramePr>
            <a:graphicFrameLocks xmlns:a="http://schemas.openxmlformats.org/drawingml/2006/main" noGrp="1"/>
          </p:cNvGraphicFramePr>
          <p:nvPr>
            <p:ph idx="1"/>
          </p:nvPr>
        </p:nvGraphicFramePr>
        <p:xfrm>
          <a:off x="381000" y="1143000"/>
          <a:ext cx="8229600" cy="5263474"/>
        </p:xfrm>
        <a:graphic>
          <a:graphicData uri="http://schemas.openxmlformats.org/drawingml/2006/table">
            <a:tbl>
              <a:tblPr firstRow="1" firstCol="0" lastRow="0" lastCol="0" bandRow="1" bandCol="0">
                <a:tableStyleId>{5C22544A-7EE6-4342-B048-85BDC9FD1C3A}</a:tableStyleId>
              </a:tblPr>
              <a:tblGrid>
                <a:gridCol w="3810000"/>
                <a:gridCol w="4419600"/>
              </a:tblGrid>
              <a:tr h="914472">
                <a:tc>
                  <a:txBody>
                    <a:bodyPr/>
                    <a:p>
                      <a:pPr>
                        <a:defRPr/>
                      </a:pPr>
                      <a:r>
                        <a:rPr lang="en-US" sz="1800">
                          <a:solidFill>
                            <a:schemeClr val="tx1"/>
                          </a:solidFill>
                        </a:rPr>
                        <a:t>Analysis</a:t>
                      </a:r>
                      <a:r>
                        <a:rPr lang="en-US" sz="1800"/>
                        <a:t> (Diagnose)</a:t>
                      </a:r>
                      <a:endParaRPr/>
                    </a:p>
                    <a:p>
                      <a:pPr marL="0" marR="0" lvl="0" indent="0" algn="l" defTabSz="914400">
                        <a:lnSpc>
                          <a:spcPct val="100000"/>
                        </a:lnSpc>
                        <a:spcBef>
                          <a:spcPts val="0"/>
                        </a:spcBef>
                        <a:spcAft>
                          <a:spcPts val="0"/>
                        </a:spcAft>
                        <a:buClrTx/>
                        <a:buSzTx/>
                        <a:buFontTx/>
                        <a:buNone/>
                        <a:defRPr/>
                      </a:pPr>
                      <a:endParaRPr lang="en-US" sz="1800"/>
                    </a:p>
                    <a:p>
                      <a:pPr>
                        <a:defRPr/>
                      </a:pPr>
                      <a:endParaRPr lang="en-US" sz="1800"/>
                    </a:p>
                  </a:txBody>
                  <a:tcPr marT="45726" marB="45726"/>
                </a:tc>
                <a:tc>
                  <a:txBody>
                    <a:bodyPr/>
                    <a:p>
                      <a:pPr>
                        <a:defRPr/>
                      </a:pPr>
                      <a:r>
                        <a:rPr lang="en-US" sz="1800">
                          <a:solidFill>
                            <a:srgbClr val="002060"/>
                          </a:solidFill>
                        </a:rPr>
                        <a:t>Synthesis</a:t>
                      </a:r>
                      <a:r>
                        <a:rPr lang="en-US" sz="1800"/>
                        <a:t> (Design) </a:t>
                      </a:r>
                      <a:endParaRPr/>
                    </a:p>
                    <a:p>
                      <a:pPr>
                        <a:defRPr/>
                      </a:pPr>
                      <a:endParaRPr lang="en-US" sz="1800"/>
                    </a:p>
                  </a:txBody>
                  <a:tcPr marT="45726" marB="45726"/>
                </a:tc>
              </a:tr>
              <a:tr h="370891">
                <a:tc>
                  <a:txBody>
                    <a:bodyPr/>
                    <a:p>
                      <a:pPr>
                        <a:defRPr/>
                      </a:pPr>
                      <a:r>
                        <a:rPr lang="en-US" sz="1800"/>
                        <a:t>Fault in a car</a:t>
                      </a:r>
                      <a:endParaRPr/>
                    </a:p>
                  </a:txBody>
                  <a:tcPr marT="45726" marB="45726"/>
                </a:tc>
                <a:tc>
                  <a:txBody>
                    <a:bodyPr/>
                    <a:p>
                      <a:pPr>
                        <a:defRPr/>
                      </a:pPr>
                      <a:r>
                        <a:rPr lang="en-US" sz="1800"/>
                        <a:t>Assembling a computer </a:t>
                      </a:r>
                      <a:endParaRPr/>
                    </a:p>
                  </a:txBody>
                  <a:tcPr marT="45726" marB="45726"/>
                </a:tc>
              </a:tr>
              <a:tr h="370891">
                <a:tc>
                  <a:txBody>
                    <a:bodyPr/>
                    <a:p>
                      <a:pPr>
                        <a:defRPr/>
                      </a:pPr>
                      <a:r>
                        <a:rPr lang="en-US" sz="1800"/>
                        <a:t>Look mango in a fruit stall</a:t>
                      </a:r>
                      <a:endParaRPr/>
                    </a:p>
                  </a:txBody>
                  <a:tcPr marT="45726" marB="45726"/>
                </a:tc>
                <a:tc>
                  <a:txBody>
                    <a:bodyPr/>
                    <a:p>
                      <a:pPr>
                        <a:defRPr/>
                      </a:pPr>
                      <a:r>
                        <a:rPr lang="en-US" sz="1800"/>
                        <a:t>Schedule a trip</a:t>
                      </a:r>
                      <a:endParaRPr/>
                    </a:p>
                  </a:txBody>
                  <a:tcPr marT="45726" marB="45726"/>
                </a:tc>
              </a:tr>
              <a:tr h="370891">
                <a:tc>
                  <a:txBody>
                    <a:bodyPr/>
                    <a:p>
                      <a:pPr>
                        <a:defRPr/>
                      </a:pPr>
                      <a:r>
                        <a:rPr lang="en-US" sz="1800"/>
                        <a:t>Debugging a software</a:t>
                      </a:r>
                      <a:endParaRPr/>
                    </a:p>
                  </a:txBody>
                  <a:tcPr marT="45726" marB="45726"/>
                </a:tc>
                <a:tc>
                  <a:txBody>
                    <a:bodyPr/>
                    <a:p>
                      <a:pPr>
                        <a:defRPr/>
                      </a:pPr>
                      <a:r>
                        <a:rPr lang="en-US" sz="1800"/>
                        <a:t>Cooking of potatoes</a:t>
                      </a:r>
                      <a:endParaRPr/>
                    </a:p>
                  </a:txBody>
                  <a:tcPr marT="45726" marB="45726"/>
                </a:tc>
              </a:tr>
              <a:tr h="370891">
                <a:tc>
                  <a:txBody>
                    <a:bodyPr/>
                    <a:p>
                      <a:pPr>
                        <a:defRPr/>
                      </a:pPr>
                      <a:r>
                        <a:rPr lang="en-US" sz="1800"/>
                        <a:t>Search for loss key</a:t>
                      </a:r>
                      <a:endParaRPr/>
                    </a:p>
                  </a:txBody>
                  <a:tcPr marT="45726" marB="45726"/>
                </a:tc>
                <a:tc>
                  <a:txBody>
                    <a:bodyPr/>
                    <a:p>
                      <a:pPr>
                        <a:defRPr/>
                      </a:pPr>
                      <a:r>
                        <a:rPr lang="en-US" sz="1800"/>
                        <a:t>Design an online legal advisory system</a:t>
                      </a:r>
                      <a:endParaRPr/>
                    </a:p>
                  </a:txBody>
                  <a:tcPr marT="45726" marB="45726"/>
                </a:tc>
              </a:tr>
              <a:tr h="370891">
                <a:tc>
                  <a:txBody>
                    <a:bodyPr/>
                    <a:p>
                      <a:pPr>
                        <a:defRPr/>
                      </a:pPr>
                      <a:r>
                        <a:rPr lang="en-US" sz="1800"/>
                        <a:t>Syntax error</a:t>
                      </a:r>
                      <a:endParaRPr/>
                    </a:p>
                  </a:txBody>
                  <a:tcPr marT="45726" marB="45726"/>
                </a:tc>
                <a:tc>
                  <a:txBody>
                    <a:bodyPr/>
                    <a:p>
                      <a:pPr>
                        <a:defRPr/>
                      </a:pPr>
                      <a:r>
                        <a:rPr lang="en-US" sz="1800"/>
                        <a:t>Buying a laptop</a:t>
                      </a:r>
                      <a:endParaRPr/>
                    </a:p>
                  </a:txBody>
                  <a:tcPr marT="45726" marB="45726"/>
                </a:tc>
              </a:tr>
              <a:tr h="370891">
                <a:tc>
                  <a:txBody>
                    <a:bodyPr/>
                    <a:p>
                      <a:pPr>
                        <a:defRPr/>
                      </a:pPr>
                      <a:endParaRPr lang="en-US" sz="1800"/>
                    </a:p>
                  </a:txBody>
                  <a:tcPr marT="45726" marB="45726"/>
                </a:tc>
                <a:tc>
                  <a:txBody>
                    <a:bodyPr/>
                    <a:p>
                      <a:pPr>
                        <a:defRPr/>
                      </a:pPr>
                      <a:r>
                        <a:rPr lang="en-US" sz="1800"/>
                        <a:t>Look for partner for marriage</a:t>
                      </a:r>
                      <a:endParaRPr/>
                    </a:p>
                  </a:txBody>
                  <a:tcPr marT="45726" marB="45726"/>
                </a:tc>
              </a:tr>
              <a:tr h="370891">
                <a:tc>
                  <a:txBody>
                    <a:bodyPr/>
                    <a:p>
                      <a:pPr>
                        <a:defRPr/>
                      </a:pPr>
                      <a:endParaRPr lang="en-US" sz="1800"/>
                    </a:p>
                  </a:txBody>
                  <a:tcPr marT="45726" marB="45726"/>
                </a:tc>
                <a:tc>
                  <a:txBody>
                    <a:bodyPr/>
                    <a:p>
                      <a:pPr>
                        <a:defRPr/>
                      </a:pPr>
                      <a:r>
                        <a:rPr lang="en-US" sz="1800"/>
                        <a:t>Explaining reasons</a:t>
                      </a:r>
                      <a:endParaRPr/>
                    </a:p>
                  </a:txBody>
                  <a:tcPr marT="45726" marB="45726"/>
                </a:tc>
              </a:tr>
              <a:tr h="370891">
                <a:tc>
                  <a:txBody>
                    <a:bodyPr/>
                    <a:p>
                      <a:pPr>
                        <a:defRPr/>
                      </a:pPr>
                      <a:endParaRPr lang="en-US" sz="1800"/>
                    </a:p>
                  </a:txBody>
                  <a:tcPr marT="45726" marB="45726"/>
                </a:tc>
                <a:tc>
                  <a:txBody>
                    <a:bodyPr/>
                    <a:p>
                      <a:pPr>
                        <a:defRPr/>
                      </a:pPr>
                      <a:endParaRPr lang="en-US" sz="1800"/>
                    </a:p>
                  </a:txBody>
                  <a:tcPr marT="45726" marB="45726"/>
                </a:tc>
              </a:tr>
              <a:tr h="370891">
                <a:tc>
                  <a:txBody>
                    <a:bodyPr/>
                    <a:p>
                      <a:pPr>
                        <a:defRPr/>
                      </a:pPr>
                      <a:endParaRPr lang="en-US" sz="1800"/>
                    </a:p>
                  </a:txBody>
                  <a:tcPr marT="45726" marB="45726"/>
                </a:tc>
                <a:tc>
                  <a:txBody>
                    <a:bodyPr/>
                    <a:p>
                      <a:pPr>
                        <a:defRPr/>
                      </a:pPr>
                      <a:r>
                        <a:rPr lang="en-US" sz="1800"/>
                        <a:t>Research</a:t>
                      </a:r>
                      <a:endParaRPr/>
                    </a:p>
                  </a:txBody>
                  <a:tcPr marT="45726" marB="45726"/>
                </a:tc>
              </a:tr>
              <a:tr h="370891">
                <a:tc>
                  <a:txBody>
                    <a:bodyPr/>
                    <a:p>
                      <a:pPr>
                        <a:defRPr/>
                      </a:pPr>
                      <a:endParaRPr lang="en-US" sz="1800"/>
                    </a:p>
                  </a:txBody>
                  <a:tcPr marT="45726" marB="45726"/>
                </a:tc>
                <a:tc>
                  <a:txBody>
                    <a:bodyPr/>
                    <a:p>
                      <a:pPr>
                        <a:defRPr/>
                      </a:pPr>
                      <a:endParaRPr lang="en-US" sz="1800"/>
                    </a:p>
                  </a:txBody>
                  <a:tcPr marT="45726" marB="45726"/>
                </a:tc>
              </a:tr>
              <a:tr h="370891">
                <a:tc>
                  <a:txBody>
                    <a:bodyPr/>
                    <a:p>
                      <a:pPr>
                        <a:defRPr/>
                      </a:pPr>
                      <a:r>
                        <a:rPr lang="en-US" sz="1800"/>
                        <a:t>SE life cycle brings analysis and synthesis together </a:t>
                      </a:r>
                      <a:endParaRPr/>
                    </a:p>
                  </a:txBody>
                  <a:tcPr marT="45726" marB="45726"/>
                </a:tc>
                <a:tc>
                  <a:txBody>
                    <a:bodyPr/>
                    <a:p>
                      <a:pPr>
                        <a:defRPr/>
                      </a:pPr>
                      <a:endParaRPr lang="en-US" sz="1800"/>
                    </a:p>
                  </a:txBody>
                  <a:tcPr marT="45726" marB="45726"/>
                </a:tc>
              </a:tr>
            </a:tbl>
          </a:graphicData>
        </a:graphic>
      </p:graphicFrame>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2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810637143" name="Rectangle 2"/>
          <p:cNvSpPr>
            <a:spLocks noChangeArrowheads="1" noGrp="1"/>
          </p:cNvSpPr>
          <p:nvPr>
            <p:ph type="title"/>
          </p:nvPr>
        </p:nvSpPr>
        <p:spPr bwMode="auto">
          <a:xfrm>
            <a:off x="457200" y="277813"/>
            <a:ext cx="8610600" cy="1139825"/>
          </a:xfrm>
        </p:spPr>
        <p:txBody>
          <a:bodyPr/>
          <a:lstStyle/>
          <a:p>
            <a:pPr>
              <a:defRPr/>
            </a:pPr>
            <a:r>
              <a:rPr lang="en-US" b="1">
                <a:solidFill>
                  <a:srgbClr val="00B050"/>
                </a:solidFill>
              </a:rPr>
              <a:t>Tools for specific domains - </a:t>
            </a:r>
            <a:r>
              <a:rPr lang="en-US" b="1">
                <a:solidFill>
                  <a:srgbClr val="00B050"/>
                </a:solidFill>
                <a:highlight>
                  <a:srgbClr val="FFFF00"/>
                </a:highlight>
              </a:rPr>
              <a:t>MOLE</a:t>
            </a:r>
            <a:endParaRPr/>
          </a:p>
        </p:txBody>
      </p:sp>
      <p:sp>
        <p:nvSpPr>
          <p:cNvPr id="297732023" name="Rectangle 3"/>
          <p:cNvSpPr>
            <a:spLocks noChangeArrowheads="1" noGrp="1"/>
          </p:cNvSpPr>
          <p:nvPr>
            <p:ph type="body" idx="1"/>
          </p:nvPr>
        </p:nvSpPr>
        <p:spPr bwMode="auto">
          <a:xfrm>
            <a:off x="228600" y="1600200"/>
            <a:ext cx="8915400" cy="4530725"/>
          </a:xfrm>
        </p:spPr>
        <p:txBody>
          <a:bodyPr/>
          <a:lstStyle/>
          <a:p>
            <a:pPr>
              <a:defRPr/>
            </a:pPr>
            <a:r>
              <a:rPr lang="en-GB" sz="2500">
                <a:solidFill>
                  <a:srgbClr val="3333FF"/>
                </a:solidFill>
                <a:highlight>
                  <a:srgbClr val="FFFF00"/>
                </a:highlight>
              </a:rPr>
              <a:t>MOLE</a:t>
            </a:r>
            <a:r>
              <a:rPr lang="en-GB" sz="2500">
                <a:solidFill>
                  <a:srgbClr val="3333FF"/>
                </a:solidFill>
              </a:rPr>
              <a:t> by Eshelman (CMU, 1988) supports developing ES that can do the </a:t>
            </a:r>
            <a:r>
              <a:rPr lang="en-GB" sz="2500">
                <a:solidFill>
                  <a:srgbClr val="3333FF"/>
                </a:solidFill>
                <a:highlight>
                  <a:srgbClr val="FFFF00"/>
                </a:highlight>
              </a:rPr>
              <a:t>task </a:t>
            </a:r>
            <a:r>
              <a:rPr lang="en-GB" sz="2500">
                <a:solidFill>
                  <a:srgbClr val="3333FF"/>
                </a:solidFill>
              </a:rPr>
              <a:t>of </a:t>
            </a:r>
            <a:r>
              <a:rPr lang="en-GB" sz="2500">
                <a:solidFill>
                  <a:srgbClr val="3333FF"/>
                </a:solidFill>
                <a:highlight>
                  <a:srgbClr val="FFFF00"/>
                </a:highlight>
              </a:rPr>
              <a:t>diagnosing</a:t>
            </a:r>
            <a:r>
              <a:rPr lang="en-GB" sz="2500">
                <a:solidFill>
                  <a:srgbClr val="3333FF"/>
                </a:solidFill>
              </a:rPr>
              <a:t> (breaking into parts)</a:t>
            </a:r>
            <a:endParaRPr/>
          </a:p>
          <a:p>
            <a:pPr lvl="1">
              <a:defRPr/>
            </a:pPr>
            <a:r>
              <a:rPr lang="en-GB" sz="2500">
                <a:solidFill>
                  <a:srgbClr val="3333FF"/>
                </a:solidFill>
              </a:rPr>
              <a:t>Fault in a circuit, disease, errors, …….</a:t>
            </a:r>
            <a:endParaRPr/>
          </a:p>
          <a:p>
            <a:pPr>
              <a:defRPr/>
            </a:pPr>
            <a:r>
              <a:rPr lang="en-GB" sz="2500">
                <a:solidFill>
                  <a:srgbClr val="FF0000"/>
                </a:solidFill>
              </a:rPr>
              <a:t>It uses  </a:t>
            </a:r>
            <a:r>
              <a:rPr lang="en-GB" sz="2500" i="1" u="sng">
                <a:solidFill>
                  <a:srgbClr val="FF0000"/>
                </a:solidFill>
                <a:highlight>
                  <a:srgbClr val="FFFF00"/>
                </a:highlight>
              </a:rPr>
              <a:t>cover-and-differentiate</a:t>
            </a:r>
            <a:r>
              <a:rPr lang="en-GB" sz="2500" i="1">
                <a:solidFill>
                  <a:srgbClr val="FF0000"/>
                </a:solidFill>
              </a:rPr>
              <a:t>  </a:t>
            </a:r>
            <a:r>
              <a:rPr lang="en-GB" sz="2500">
                <a:solidFill>
                  <a:srgbClr val="FF0000"/>
                </a:solidFill>
                <a:highlight>
                  <a:srgbClr val="FFFF00"/>
                </a:highlight>
              </a:rPr>
              <a:t>method</a:t>
            </a:r>
            <a:r>
              <a:rPr lang="en-GB" sz="2500">
                <a:solidFill>
                  <a:srgbClr val="FF0000"/>
                </a:solidFill>
              </a:rPr>
              <a:t> </a:t>
            </a:r>
            <a:r>
              <a:rPr lang="en-GB" sz="2500" i="1">
                <a:solidFill>
                  <a:srgbClr val="FF0000"/>
                </a:solidFill>
              </a:rPr>
              <a:t>of </a:t>
            </a:r>
            <a:r>
              <a:rPr lang="en-GB" sz="2500">
                <a:solidFill>
                  <a:srgbClr val="FF0000"/>
                </a:solidFill>
              </a:rPr>
              <a:t>problem-solving</a:t>
            </a:r>
            <a:endParaRPr/>
          </a:p>
          <a:p>
            <a:pPr>
              <a:defRPr/>
            </a:pPr>
            <a:r>
              <a:rPr lang="en-GB" sz="2500">
                <a:solidFill>
                  <a:srgbClr val="0070C0"/>
                </a:solidFill>
              </a:rPr>
              <a:t>MOLE acquires knowledge to differentiate various categories of problems (if the car does not start, he needs </a:t>
            </a:r>
            <a:r>
              <a:rPr lang="en-GB" sz="2500">
                <a:solidFill>
                  <a:srgbClr val="0070C0"/>
                </a:solidFill>
                <a:highlight>
                  <a:srgbClr val="FFFF00"/>
                </a:highlight>
              </a:rPr>
              <a:t>differentiation knowledge </a:t>
            </a:r>
            <a:r>
              <a:rPr lang="en-GB" sz="2500">
                <a:solidFill>
                  <a:srgbClr val="0070C0"/>
                </a:solidFill>
              </a:rPr>
              <a:t>for motor, battery, fuel, and AC)  </a:t>
            </a:r>
            <a:endParaRPr/>
          </a:p>
          <a:p>
            <a:pPr>
              <a:defRPr/>
            </a:pPr>
            <a:r>
              <a:rPr lang="en-GB" sz="2500">
                <a:solidFill>
                  <a:srgbClr val="FF0000"/>
                </a:solidFill>
              </a:rPr>
              <a:t>If an expert is clever, he should have strong differentiation knowledge. (if a person reports a stomach problem, Dr eventually recommends a CT </a:t>
            </a:r>
            <a:r>
              <a:rPr lang="en-GB" sz="2500">
                <a:solidFill>
                  <a:srgbClr val="FF0000"/>
                </a:solidFill>
              </a:rPr>
              <a:t>scane</a:t>
            </a:r>
            <a:r>
              <a:rPr lang="en-GB" sz="2500">
                <a:solidFill>
                  <a:srgbClr val="FF0000"/>
                </a:solidFill>
              </a:rPr>
              <a:t> of the brain)?</a:t>
            </a:r>
            <a:endParaRPr lang="en-US" sz="2500">
              <a:solidFill>
                <a:srgbClr val="FF0000"/>
              </a:solidFill>
            </a:endParaRPr>
          </a:p>
        </p:txBody>
      </p:sp>
      <p:sp>
        <p:nvSpPr>
          <p:cNvPr id="1145513732" name="TextBox 1"/>
          <p:cNvSpPr txBox="1">
            <a:spLocks noChangeArrowheads="1"/>
          </p:cNvSpPr>
          <p:nvPr/>
        </p:nvSpPr>
        <p:spPr bwMode="auto">
          <a:xfrm>
            <a:off x="9829800" y="3124200"/>
            <a:ext cx="3295650" cy="1570038"/>
          </a:xfrm>
          <a:prstGeom prst="rect">
            <a:avLst/>
          </a:prstGeom>
          <a:noFill/>
          <a:ln>
            <a:noFill/>
          </a:ln>
        </p:spPr>
        <p:txBody>
          <a:bodyPr wrap="none">
            <a:spAutoFit/>
          </a:bodyPr>
          <a:lstStyle>
            <a:lvl1pPr>
              <a:defRPr sz="2400">
                <a:solidFill>
                  <a:schemeClr val="tx1"/>
                </a:solidFill>
                <a:latin typeface="Arial"/>
              </a:defRPr>
            </a:lvl1pPr>
            <a:lvl2pPr marL="742950" indent="-285750">
              <a:defRPr sz="2400">
                <a:solidFill>
                  <a:schemeClr val="tx1"/>
                </a:solidFill>
                <a:latin typeface="Arial"/>
              </a:defRPr>
            </a:lvl2pPr>
            <a:lvl3pPr marL="1143000" indent="-228600">
              <a:defRPr sz="2400">
                <a:solidFill>
                  <a:schemeClr val="tx1"/>
                </a:solidFill>
                <a:latin typeface="Arial"/>
              </a:defRPr>
            </a:lvl3pPr>
            <a:lvl4pPr marL="1600200" indent="-228600">
              <a:defRPr sz="2400">
                <a:solidFill>
                  <a:schemeClr val="tx1"/>
                </a:solidFill>
                <a:latin typeface="Arial"/>
              </a:defRPr>
            </a:lvl4pPr>
            <a:lvl5pPr marL="2057400" indent="-228600">
              <a:defRPr sz="2400">
                <a:solidFill>
                  <a:schemeClr val="tx1"/>
                </a:solidFill>
                <a:latin typeface="Arial"/>
              </a:defRPr>
            </a:lvl5pPr>
            <a:lvl6pPr marL="2514600" indent="-228600">
              <a:spcBef>
                <a:spcPts val="0"/>
              </a:spcBef>
              <a:spcAft>
                <a:spcPts val="0"/>
              </a:spcAft>
              <a:defRPr sz="2400">
                <a:solidFill>
                  <a:schemeClr val="tx1"/>
                </a:solidFill>
                <a:latin typeface="Arial"/>
              </a:defRPr>
            </a:lvl6pPr>
            <a:lvl7pPr marL="2971800" indent="-228600">
              <a:spcBef>
                <a:spcPts val="0"/>
              </a:spcBef>
              <a:spcAft>
                <a:spcPts val="0"/>
              </a:spcAft>
              <a:defRPr sz="2400">
                <a:solidFill>
                  <a:schemeClr val="tx1"/>
                </a:solidFill>
                <a:latin typeface="Arial"/>
              </a:defRPr>
            </a:lvl7pPr>
            <a:lvl8pPr marL="3429000" indent="-228600">
              <a:spcBef>
                <a:spcPts val="0"/>
              </a:spcBef>
              <a:spcAft>
                <a:spcPts val="0"/>
              </a:spcAft>
              <a:defRPr sz="2400">
                <a:solidFill>
                  <a:schemeClr val="tx1"/>
                </a:solidFill>
                <a:latin typeface="Arial"/>
              </a:defRPr>
            </a:lvl8pPr>
            <a:lvl9pPr marL="3886200" indent="-228600">
              <a:spcBef>
                <a:spcPts val="0"/>
              </a:spcBef>
              <a:spcAft>
                <a:spcPts val="0"/>
              </a:spcAft>
              <a:defRPr sz="2400">
                <a:solidFill>
                  <a:schemeClr val="tx1"/>
                </a:solidFill>
                <a:latin typeface="Arial"/>
              </a:defRPr>
            </a:lvl9pPr>
          </a:lstStyle>
          <a:p>
            <a:pPr>
              <a:defRPr/>
            </a:pPr>
            <a:r>
              <a:rPr lang="en-US">
                <a:solidFill>
                  <a:srgbClr val="FFFF00"/>
                </a:solidFill>
              </a:rPr>
              <a:t>Doctor</a:t>
            </a:r>
            <a:endParaRPr/>
          </a:p>
          <a:p>
            <a:pPr>
              <a:defRPr/>
            </a:pPr>
            <a:r>
              <a:rPr lang="en-US">
                <a:solidFill>
                  <a:srgbClr val="FFFF00"/>
                </a:solidFill>
              </a:rPr>
              <a:t>Diagnose</a:t>
            </a:r>
            <a:endParaRPr/>
          </a:p>
          <a:p>
            <a:pPr>
              <a:defRPr/>
            </a:pPr>
            <a:r>
              <a:rPr lang="en-US">
                <a:solidFill>
                  <a:srgbClr val="FFFF00"/>
                </a:solidFill>
              </a:rPr>
              <a:t>MOLE</a:t>
            </a:r>
            <a:endParaRPr/>
          </a:p>
          <a:p>
            <a:pPr>
              <a:defRPr/>
            </a:pPr>
            <a:r>
              <a:rPr lang="en-US">
                <a:solidFill>
                  <a:srgbClr val="FFFF00"/>
                </a:solidFill>
              </a:rPr>
              <a:t>Cover and differentiate</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2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307761231" name="Rectangle 2"/>
          <p:cNvSpPr>
            <a:spLocks noChangeArrowheads="1" noGrp="1"/>
          </p:cNvSpPr>
          <p:nvPr>
            <p:ph type="title"/>
          </p:nvPr>
        </p:nvSpPr>
        <p:spPr bwMode="auto">
          <a:xfrm>
            <a:off x="457200" y="277813"/>
            <a:ext cx="8686800" cy="1139825"/>
          </a:xfrm>
        </p:spPr>
        <p:txBody>
          <a:bodyPr/>
          <a:lstStyle/>
          <a:p>
            <a:pPr>
              <a:defRPr/>
            </a:pPr>
            <a:r>
              <a:rPr lang="en-US" b="1">
                <a:solidFill>
                  <a:srgbClr val="00B050"/>
                </a:solidFill>
              </a:rPr>
              <a:t>Tools for specific task - MOLE</a:t>
            </a:r>
            <a:endParaRPr/>
          </a:p>
        </p:txBody>
      </p:sp>
      <p:sp>
        <p:nvSpPr>
          <p:cNvPr id="1082179128" name="Rectangle 3"/>
          <p:cNvSpPr>
            <a:spLocks noChangeArrowheads="1" noGrp="1"/>
          </p:cNvSpPr>
          <p:nvPr>
            <p:ph type="body" idx="1"/>
          </p:nvPr>
        </p:nvSpPr>
        <p:spPr bwMode="auto">
          <a:xfrm>
            <a:off x="0" y="1600200"/>
            <a:ext cx="9144000" cy="4530725"/>
          </a:xfrm>
        </p:spPr>
        <p:txBody>
          <a:bodyPr/>
          <a:lstStyle/>
          <a:p>
            <a:pPr>
              <a:lnSpc>
                <a:spcPct val="90000"/>
              </a:lnSpc>
              <a:defRPr/>
            </a:pPr>
            <a:r>
              <a:rPr lang="en-US">
                <a:solidFill>
                  <a:srgbClr val="3333FF"/>
                </a:solidFill>
              </a:rPr>
              <a:t>Steps by MOLE to construct knowledge base </a:t>
            </a:r>
            <a:endParaRPr/>
          </a:p>
          <a:p>
            <a:pPr lvl="1">
              <a:lnSpc>
                <a:spcPct val="90000"/>
              </a:lnSpc>
              <a:defRPr/>
            </a:pPr>
            <a:r>
              <a:rPr lang="en-US">
                <a:solidFill>
                  <a:srgbClr val="FF0000"/>
                </a:solidFill>
              </a:rPr>
              <a:t>Step1  </a:t>
            </a:r>
            <a:endParaRPr/>
          </a:p>
          <a:p>
            <a:pPr lvl="2">
              <a:lnSpc>
                <a:spcPct val="90000"/>
              </a:lnSpc>
              <a:defRPr/>
            </a:pPr>
            <a:r>
              <a:rPr lang="en-GB">
                <a:solidFill>
                  <a:srgbClr val="3333FF"/>
                </a:solidFill>
              </a:rPr>
              <a:t>MOLE asks the expert to list common complaints or diseases that would require a diagnosis</a:t>
            </a:r>
            <a:r>
              <a:rPr lang="en-US">
                <a:solidFill>
                  <a:srgbClr val="3333FF"/>
                </a:solidFill>
              </a:rPr>
              <a:t> </a:t>
            </a:r>
            <a:endParaRPr/>
          </a:p>
          <a:p>
            <a:pPr lvl="2">
              <a:lnSpc>
                <a:spcPct val="90000"/>
              </a:lnSpc>
              <a:defRPr/>
            </a:pPr>
            <a:r>
              <a:rPr lang="en-GB">
                <a:solidFill>
                  <a:srgbClr val="3333FF"/>
                </a:solidFill>
              </a:rPr>
              <a:t>Then for each symptom, MOLE acquires a list of possible </a:t>
            </a:r>
            <a:r>
              <a:rPr lang="en-GB">
                <a:solidFill>
                  <a:srgbClr val="3333FF"/>
                </a:solidFill>
                <a:highlight>
                  <a:srgbClr val="FFFF00"/>
                </a:highlight>
              </a:rPr>
              <a:t>explanations</a:t>
            </a:r>
            <a:r>
              <a:rPr lang="en-US">
                <a:solidFill>
                  <a:srgbClr val="3333FF"/>
                </a:solidFill>
              </a:rPr>
              <a:t> </a:t>
            </a:r>
            <a:endParaRPr/>
          </a:p>
          <a:p>
            <a:pPr lvl="2">
              <a:lnSpc>
                <a:spcPct val="90000"/>
              </a:lnSpc>
              <a:defRPr/>
            </a:pPr>
            <a:r>
              <a:rPr lang="en-GB">
                <a:solidFill>
                  <a:srgbClr val="3333FF"/>
                </a:solidFill>
              </a:rPr>
              <a:t>If a symptom has more than one explanation, MOLE tries to acquire differentiate knowledge from the expert to determine the conditions under which that explanation is correct</a:t>
            </a:r>
            <a:r>
              <a:rPr lang="en-US">
                <a:solidFill>
                  <a:srgbClr val="3333FF"/>
                </a:solidFill>
              </a:rPr>
              <a:t> </a:t>
            </a:r>
            <a:endParaRPr/>
          </a:p>
          <a:p>
            <a:pPr lvl="1">
              <a:lnSpc>
                <a:spcPct val="90000"/>
              </a:lnSpc>
              <a:defRPr/>
            </a:pPr>
            <a:r>
              <a:rPr lang="en-US">
                <a:solidFill>
                  <a:srgbClr val="FF0000"/>
                </a:solidFill>
              </a:rPr>
              <a:t>Step 2</a:t>
            </a:r>
            <a:endParaRPr/>
          </a:p>
          <a:p>
            <a:pPr lvl="2">
              <a:lnSpc>
                <a:spcPct val="90000"/>
              </a:lnSpc>
              <a:defRPr/>
            </a:pPr>
            <a:r>
              <a:rPr lang="en-US">
                <a:solidFill>
                  <a:srgbClr val="3333FF"/>
                </a:solidFill>
              </a:rPr>
              <a:t>Refine the developed expert system in consultation with human expert</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2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759317271" name="Rectangle 2"/>
          <p:cNvSpPr>
            <a:spLocks noChangeArrowheads="1" noGrp="1"/>
          </p:cNvSpPr>
          <p:nvPr>
            <p:ph type="title"/>
          </p:nvPr>
        </p:nvSpPr>
        <p:spPr bwMode="auto">
          <a:xfrm>
            <a:off x="457200" y="277813"/>
            <a:ext cx="8686800" cy="1139825"/>
          </a:xfrm>
        </p:spPr>
        <p:txBody>
          <a:bodyPr/>
          <a:lstStyle/>
          <a:p>
            <a:pPr>
              <a:defRPr/>
            </a:pPr>
            <a:r>
              <a:rPr lang="en-US" b="1">
                <a:solidFill>
                  <a:srgbClr val="00B050"/>
                </a:solidFill>
              </a:rPr>
              <a:t>Tools for specific domains - MOLE</a:t>
            </a:r>
            <a:endParaRPr/>
          </a:p>
        </p:txBody>
      </p:sp>
      <p:sp>
        <p:nvSpPr>
          <p:cNvPr id="1589259933" name="Rectangle 3"/>
          <p:cNvSpPr>
            <a:spLocks noChangeArrowheads="1" noGrp="1"/>
          </p:cNvSpPr>
          <p:nvPr>
            <p:ph type="body" idx="1"/>
          </p:nvPr>
        </p:nvSpPr>
        <p:spPr bwMode="auto">
          <a:xfrm>
            <a:off x="304800" y="1163637"/>
            <a:ext cx="8229600" cy="4530725"/>
          </a:xfrm>
        </p:spPr>
        <p:txBody>
          <a:bodyPr/>
          <a:lstStyle/>
          <a:p>
            <a:pPr>
              <a:defRPr/>
            </a:pPr>
            <a:r>
              <a:rPr lang="en-US" sz="2600">
                <a:solidFill>
                  <a:srgbClr val="3333FF"/>
                </a:solidFill>
              </a:rPr>
              <a:t>Applications of MOLE</a:t>
            </a:r>
            <a:endParaRPr/>
          </a:p>
          <a:p>
            <a:pPr lvl="1">
              <a:defRPr/>
            </a:pPr>
            <a:r>
              <a:rPr lang="en-GB">
                <a:solidFill>
                  <a:srgbClr val="FF0000"/>
                </a:solidFill>
              </a:rPr>
              <a:t>diagnose problems with car engines</a:t>
            </a:r>
            <a:endParaRPr/>
          </a:p>
          <a:p>
            <a:pPr lvl="1">
              <a:defRPr/>
            </a:pPr>
            <a:r>
              <a:rPr lang="en-GB">
                <a:solidFill>
                  <a:srgbClr val="FF0000"/>
                </a:solidFill>
              </a:rPr>
              <a:t>steel-rolling mills</a:t>
            </a:r>
            <a:endParaRPr/>
          </a:p>
          <a:p>
            <a:pPr lvl="1">
              <a:defRPr/>
            </a:pPr>
            <a:r>
              <a:rPr lang="en-GB">
                <a:solidFill>
                  <a:srgbClr val="FF0000"/>
                </a:solidFill>
              </a:rPr>
              <a:t>coal-burning power plants</a:t>
            </a:r>
            <a:endParaRPr/>
          </a:p>
          <a:p>
            <a:pPr lvl="1">
              <a:defRPr/>
            </a:pPr>
            <a:r>
              <a:rPr lang="en-GB">
                <a:solidFill>
                  <a:srgbClr val="FF0000"/>
                </a:solidFill>
              </a:rPr>
              <a:t>Disease diagnosis in medicine</a:t>
            </a:r>
            <a:endParaRPr/>
          </a:p>
          <a:p>
            <a:pPr>
              <a:defRPr/>
            </a:pPr>
            <a:r>
              <a:rPr lang="en-GB" sz="2600">
                <a:solidFill>
                  <a:srgbClr val="3333FF"/>
                </a:solidFill>
              </a:rPr>
              <a:t>However, MOLE is not suitable for tasks such as designing </a:t>
            </a:r>
            <a:endParaRPr/>
          </a:p>
          <a:p>
            <a:pPr>
              <a:defRPr/>
            </a:pPr>
            <a:r>
              <a:rPr lang="en-GB" sz="2600">
                <a:solidFill>
                  <a:srgbClr val="3333FF"/>
                </a:solidFill>
              </a:rPr>
              <a:t>Think of a doctor diagnosing a disease by using differentiation knowledge to isolate a disease for a given symptom – </a:t>
            </a:r>
            <a:r>
              <a:rPr lang="en-GB" sz="2600">
                <a:solidFill>
                  <a:srgbClr val="3333FF"/>
                </a:solidFill>
                <a:highlight>
                  <a:srgbClr val="FFFF00"/>
                </a:highlight>
              </a:rPr>
              <a:t>cover and differentiate</a:t>
            </a:r>
            <a:endParaRPr/>
          </a:p>
          <a:p>
            <a:pPr>
              <a:buFont typeface="Wingdings"/>
              <a:buNone/>
              <a:defRPr/>
            </a:pPr>
            <a:endParaRPr lang="en-US">
              <a:solidFill>
                <a:srgbClr val="3333FF"/>
              </a:solidFil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2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891345812" name="Rectangle 2"/>
          <p:cNvSpPr>
            <a:spLocks noChangeArrowheads="1" noGrp="1"/>
          </p:cNvSpPr>
          <p:nvPr>
            <p:ph type="title"/>
          </p:nvPr>
        </p:nvSpPr>
        <p:spPr bwMode="auto"/>
        <p:txBody>
          <a:bodyPr/>
          <a:lstStyle/>
          <a:p>
            <a:pPr>
              <a:defRPr/>
            </a:pPr>
            <a:r>
              <a:rPr lang="en-US" b="1">
                <a:solidFill>
                  <a:srgbClr val="00B050"/>
                </a:solidFill>
              </a:rPr>
              <a:t>Tools for specific tasks - SALT</a:t>
            </a:r>
            <a:endParaRPr lang="en-GB" b="1">
              <a:solidFill>
                <a:srgbClr val="00B050"/>
              </a:solidFill>
            </a:endParaRPr>
          </a:p>
        </p:txBody>
      </p:sp>
      <p:sp>
        <p:nvSpPr>
          <p:cNvPr id="1996951969" name="Rectangle 3"/>
          <p:cNvSpPr>
            <a:spLocks noChangeArrowheads="1" noGrp="1"/>
          </p:cNvSpPr>
          <p:nvPr>
            <p:ph type="body" idx="1"/>
          </p:nvPr>
        </p:nvSpPr>
        <p:spPr bwMode="auto">
          <a:xfrm>
            <a:off x="457200" y="1600200"/>
            <a:ext cx="8610600" cy="4530725"/>
          </a:xfrm>
        </p:spPr>
        <p:txBody>
          <a:bodyPr/>
          <a:lstStyle/>
          <a:p>
            <a:pPr>
              <a:defRPr/>
            </a:pPr>
            <a:r>
              <a:rPr lang="en-GB" sz="2600">
                <a:solidFill>
                  <a:srgbClr val="FF0000"/>
                </a:solidFill>
                <a:highlight>
                  <a:srgbClr val="FFFF00"/>
                </a:highlight>
              </a:rPr>
              <a:t>SALT</a:t>
            </a:r>
            <a:r>
              <a:rPr lang="en-GB" sz="2600">
                <a:solidFill>
                  <a:srgbClr val="FF0000"/>
                </a:solidFill>
              </a:rPr>
              <a:t> by Marcus and McDermott (CMU, 1989) implements </a:t>
            </a:r>
            <a:r>
              <a:rPr lang="en-GB" sz="2600">
                <a:solidFill>
                  <a:srgbClr val="FF0000"/>
                </a:solidFill>
              </a:rPr>
              <a:t>modeling</a:t>
            </a:r>
            <a:r>
              <a:rPr lang="en-GB" sz="2600">
                <a:solidFill>
                  <a:srgbClr val="FF0000"/>
                </a:solidFill>
              </a:rPr>
              <a:t> of </a:t>
            </a:r>
            <a:r>
              <a:rPr lang="en-GB" sz="2600" u="sng">
                <a:solidFill>
                  <a:srgbClr val="FF0000"/>
                </a:solidFill>
                <a:highlight>
                  <a:srgbClr val="FFFF00"/>
                </a:highlight>
              </a:rPr>
              <a:t>design</a:t>
            </a:r>
            <a:r>
              <a:rPr lang="en-GB" sz="2600">
                <a:solidFill>
                  <a:srgbClr val="FF0000"/>
                </a:solidFill>
              </a:rPr>
              <a:t> (planning, scheduling, configuring, discovering) problems</a:t>
            </a:r>
            <a:r>
              <a:rPr lang="en-US" sz="2600">
                <a:solidFill>
                  <a:srgbClr val="FF0000"/>
                </a:solidFill>
              </a:rPr>
              <a:t> (putting together)</a:t>
            </a:r>
            <a:endParaRPr lang="en-GB" sz="2600">
              <a:solidFill>
                <a:srgbClr val="FF0000"/>
              </a:solidFill>
            </a:endParaRPr>
          </a:p>
          <a:p>
            <a:pPr>
              <a:defRPr/>
            </a:pPr>
            <a:r>
              <a:rPr lang="en-GB" sz="2600">
                <a:solidFill>
                  <a:srgbClr val="3333FF"/>
                </a:solidFill>
              </a:rPr>
              <a:t>It uses the problem-solving </a:t>
            </a:r>
            <a:r>
              <a:rPr lang="en-GB" sz="2600">
                <a:solidFill>
                  <a:srgbClr val="3333FF"/>
                </a:solidFill>
                <a:highlight>
                  <a:srgbClr val="FFFF00"/>
                </a:highlight>
              </a:rPr>
              <a:t>method</a:t>
            </a:r>
            <a:r>
              <a:rPr lang="en-GB" sz="2600">
                <a:solidFill>
                  <a:srgbClr val="3333FF"/>
                </a:solidFill>
              </a:rPr>
              <a:t> called </a:t>
            </a:r>
            <a:r>
              <a:rPr lang="en-GB" sz="2600" i="1" u="sng">
                <a:solidFill>
                  <a:srgbClr val="3333FF"/>
                </a:solidFill>
                <a:highlight>
                  <a:srgbClr val="FFFF00"/>
                </a:highlight>
              </a:rPr>
              <a:t>propose-and-revise</a:t>
            </a:r>
            <a:r>
              <a:rPr lang="en-GB" sz="2600" u="sng">
                <a:solidFill>
                  <a:srgbClr val="3333FF"/>
                </a:solidFill>
                <a:highlight>
                  <a:srgbClr val="FFFF00"/>
                </a:highlight>
              </a:rPr>
              <a:t> </a:t>
            </a:r>
            <a:endParaRPr/>
          </a:p>
          <a:p>
            <a:pPr>
              <a:defRPr/>
            </a:pPr>
            <a:r>
              <a:rPr lang="en-GB" sz="2600" i="1">
                <a:solidFill>
                  <a:srgbClr val="FF0000"/>
                </a:solidFill>
              </a:rPr>
              <a:t>Propose-and-revise </a:t>
            </a:r>
            <a:r>
              <a:rPr lang="en-GB" sz="2600">
                <a:solidFill>
                  <a:srgbClr val="FF0000"/>
                </a:solidFill>
              </a:rPr>
              <a:t>method builds the solution incrementally</a:t>
            </a:r>
            <a:r>
              <a:rPr lang="en-US" sz="2600">
                <a:solidFill>
                  <a:srgbClr val="FF0000"/>
                </a:solidFill>
              </a:rPr>
              <a:t> </a:t>
            </a:r>
            <a:endParaRPr/>
          </a:p>
          <a:p>
            <a:pPr>
              <a:defRPr/>
            </a:pPr>
            <a:r>
              <a:rPr lang="en-US" sz="2600">
                <a:solidFill>
                  <a:srgbClr val="0070C0"/>
                </a:solidFill>
              </a:rPr>
              <a:t>Assume an architect designs a house and meets the client. Here, the client proposes that the architect revise the design accordingly. – </a:t>
            </a:r>
            <a:r>
              <a:rPr lang="en-US" sz="2600">
                <a:solidFill>
                  <a:srgbClr val="0070C0"/>
                </a:solidFill>
                <a:highlight>
                  <a:srgbClr val="FFFF00"/>
                </a:highlight>
              </a:rPr>
              <a:t>propose and revise</a:t>
            </a:r>
            <a:endParaRPr/>
          </a:p>
          <a:p>
            <a:pPr>
              <a:buFont typeface="Wingdings"/>
              <a:buNone/>
              <a:defRPr/>
            </a:pPr>
            <a:endParaRPr lang="en-GB">
              <a:solidFill>
                <a:srgbClr val="CC0000"/>
              </a:solidFill>
            </a:endParaRPr>
          </a:p>
        </p:txBody>
      </p:sp>
      <p:sp>
        <p:nvSpPr>
          <p:cNvPr id="518889827" name="TextBox 1"/>
          <p:cNvSpPr txBox="1">
            <a:spLocks noChangeArrowheads="1"/>
          </p:cNvSpPr>
          <p:nvPr/>
        </p:nvSpPr>
        <p:spPr bwMode="auto">
          <a:xfrm>
            <a:off x="9753600" y="1828800"/>
            <a:ext cx="3805081" cy="2677656"/>
          </a:xfrm>
          <a:prstGeom prst="rect">
            <a:avLst/>
          </a:prstGeom>
          <a:noFill/>
          <a:ln>
            <a:noFill/>
          </a:ln>
        </p:spPr>
        <p:txBody>
          <a:bodyPr wrap="none">
            <a:spAutoFit/>
          </a:bodyPr>
          <a:lstStyle>
            <a:lvl1pPr>
              <a:defRPr sz="2400">
                <a:solidFill>
                  <a:schemeClr val="tx1"/>
                </a:solidFill>
                <a:latin typeface="Arial"/>
              </a:defRPr>
            </a:lvl1pPr>
            <a:lvl2pPr marL="742950" indent="-285750">
              <a:defRPr sz="2400">
                <a:solidFill>
                  <a:schemeClr val="tx1"/>
                </a:solidFill>
                <a:latin typeface="Arial"/>
              </a:defRPr>
            </a:lvl2pPr>
            <a:lvl3pPr marL="1143000" indent="-228600">
              <a:defRPr sz="2400">
                <a:solidFill>
                  <a:schemeClr val="tx1"/>
                </a:solidFill>
                <a:latin typeface="Arial"/>
              </a:defRPr>
            </a:lvl3pPr>
            <a:lvl4pPr marL="1600200" indent="-228600">
              <a:defRPr sz="2400">
                <a:solidFill>
                  <a:schemeClr val="tx1"/>
                </a:solidFill>
                <a:latin typeface="Arial"/>
              </a:defRPr>
            </a:lvl4pPr>
            <a:lvl5pPr marL="2057400" indent="-228600">
              <a:defRPr sz="2400">
                <a:solidFill>
                  <a:schemeClr val="tx1"/>
                </a:solidFill>
                <a:latin typeface="Arial"/>
              </a:defRPr>
            </a:lvl5pPr>
            <a:lvl6pPr marL="2514600" indent="-228600">
              <a:spcBef>
                <a:spcPts val="0"/>
              </a:spcBef>
              <a:spcAft>
                <a:spcPts val="0"/>
              </a:spcAft>
              <a:defRPr sz="2400">
                <a:solidFill>
                  <a:schemeClr val="tx1"/>
                </a:solidFill>
                <a:latin typeface="Arial"/>
              </a:defRPr>
            </a:lvl6pPr>
            <a:lvl7pPr marL="2971800" indent="-228600">
              <a:spcBef>
                <a:spcPts val="0"/>
              </a:spcBef>
              <a:spcAft>
                <a:spcPts val="0"/>
              </a:spcAft>
              <a:defRPr sz="2400">
                <a:solidFill>
                  <a:schemeClr val="tx1"/>
                </a:solidFill>
                <a:latin typeface="Arial"/>
              </a:defRPr>
            </a:lvl7pPr>
            <a:lvl8pPr marL="3429000" indent="-228600">
              <a:spcBef>
                <a:spcPts val="0"/>
              </a:spcBef>
              <a:spcAft>
                <a:spcPts val="0"/>
              </a:spcAft>
              <a:defRPr sz="2400">
                <a:solidFill>
                  <a:schemeClr val="tx1"/>
                </a:solidFill>
                <a:latin typeface="Arial"/>
              </a:defRPr>
            </a:lvl8pPr>
            <a:lvl9pPr marL="3886200" indent="-228600">
              <a:spcBef>
                <a:spcPts val="0"/>
              </a:spcBef>
              <a:spcAft>
                <a:spcPts val="0"/>
              </a:spcAft>
              <a:defRPr sz="2400">
                <a:solidFill>
                  <a:schemeClr val="tx1"/>
                </a:solidFill>
                <a:latin typeface="Arial"/>
              </a:defRPr>
            </a:lvl9pPr>
          </a:lstStyle>
          <a:p>
            <a:pPr>
              <a:defRPr/>
            </a:pPr>
            <a:r>
              <a:rPr lang="en-US">
                <a:solidFill>
                  <a:srgbClr val="FFFF00"/>
                </a:solidFill>
              </a:rPr>
              <a:t>Analysis           Synthesis</a:t>
            </a:r>
            <a:endParaRPr/>
          </a:p>
          <a:p>
            <a:pPr>
              <a:defRPr/>
            </a:pPr>
            <a:endParaRPr lang="en-US">
              <a:solidFill>
                <a:srgbClr val="FFFF00"/>
              </a:solidFill>
            </a:endParaRPr>
          </a:p>
          <a:p>
            <a:pPr>
              <a:defRPr/>
            </a:pPr>
            <a:r>
              <a:rPr lang="en-US">
                <a:solidFill>
                  <a:srgbClr val="FFFF00"/>
                </a:solidFill>
              </a:rPr>
              <a:t>Diagnosis         Design</a:t>
            </a:r>
            <a:endParaRPr/>
          </a:p>
          <a:p>
            <a:pPr>
              <a:defRPr/>
            </a:pPr>
            <a:r>
              <a:rPr lang="en-US">
                <a:solidFill>
                  <a:srgbClr val="FFFF00"/>
                </a:solidFill>
              </a:rPr>
              <a:t>MOLE               SALT</a:t>
            </a:r>
            <a:endParaRPr/>
          </a:p>
          <a:p>
            <a:pPr>
              <a:defRPr/>
            </a:pPr>
            <a:r>
              <a:rPr lang="en-US">
                <a:solidFill>
                  <a:srgbClr val="FFFF00"/>
                </a:solidFill>
              </a:rPr>
              <a:t>Cover-and         propose-</a:t>
            </a:r>
            <a:endParaRPr/>
          </a:p>
          <a:p>
            <a:pPr>
              <a:defRPr/>
            </a:pPr>
            <a:r>
              <a:rPr lang="en-US">
                <a:solidFill>
                  <a:srgbClr val="FFFF00"/>
                </a:solidFill>
              </a:rPr>
              <a:t>differentiate       and revise</a:t>
            </a:r>
            <a:endParaRPr/>
          </a:p>
          <a:p>
            <a:pPr>
              <a:defRPr/>
            </a:pPr>
            <a:endParaRPr lang="en-US">
              <a:solidFill>
                <a:srgbClr val="FFFF00"/>
              </a:solidFil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2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2077313498" name="Rectangle 2"/>
          <p:cNvSpPr>
            <a:spLocks noChangeArrowheads="1" noGrp="1"/>
          </p:cNvSpPr>
          <p:nvPr>
            <p:ph type="title"/>
          </p:nvPr>
        </p:nvSpPr>
        <p:spPr bwMode="auto"/>
        <p:txBody>
          <a:bodyPr/>
          <a:lstStyle/>
          <a:p>
            <a:pPr>
              <a:defRPr/>
            </a:pPr>
            <a:r>
              <a:rPr lang="en-US" b="1">
                <a:solidFill>
                  <a:srgbClr val="00B050"/>
                </a:solidFill>
              </a:rPr>
              <a:t>Tools for specific domains - SALT</a:t>
            </a:r>
            <a:endParaRPr/>
          </a:p>
        </p:txBody>
      </p:sp>
      <p:sp>
        <p:nvSpPr>
          <p:cNvPr id="1141186692" name="Rectangle 3"/>
          <p:cNvSpPr>
            <a:spLocks noChangeArrowheads="1" noGrp="1"/>
          </p:cNvSpPr>
          <p:nvPr>
            <p:ph type="body" idx="1"/>
          </p:nvPr>
        </p:nvSpPr>
        <p:spPr bwMode="auto"/>
        <p:txBody>
          <a:bodyPr/>
          <a:lstStyle/>
          <a:p>
            <a:pPr>
              <a:defRPr/>
            </a:pPr>
            <a:r>
              <a:rPr lang="en-GB" sz="2600">
                <a:solidFill>
                  <a:srgbClr val="3333FF"/>
                </a:solidFill>
              </a:rPr>
              <a:t>Steps in execution of SALT</a:t>
            </a:r>
            <a:endParaRPr/>
          </a:p>
          <a:p>
            <a:pPr lvl="1">
              <a:defRPr/>
            </a:pPr>
            <a:r>
              <a:rPr lang="en-GB" sz="2200">
                <a:solidFill>
                  <a:srgbClr val="FF0000"/>
                </a:solidFill>
              </a:rPr>
              <a:t>As the first step, the system proposes an extension to the current design. </a:t>
            </a:r>
            <a:endParaRPr/>
          </a:p>
          <a:p>
            <a:pPr lvl="1">
              <a:defRPr/>
            </a:pPr>
            <a:r>
              <a:rPr lang="en-GB" sz="2200">
                <a:solidFill>
                  <a:srgbClr val="FF0000"/>
                </a:solidFill>
              </a:rPr>
              <a:t>Then SALT checks whether the extension violates any constraints (local or global). Any constraints violation is fixed, and repeated the process.</a:t>
            </a:r>
            <a:r>
              <a:rPr lang="en-US" sz="2200">
                <a:solidFill>
                  <a:srgbClr val="FF0000"/>
                </a:solidFill>
              </a:rPr>
              <a:t> </a:t>
            </a:r>
            <a:endParaRPr/>
          </a:p>
          <a:p>
            <a:pPr>
              <a:defRPr/>
            </a:pPr>
            <a:r>
              <a:rPr lang="en-GB" sz="2600">
                <a:solidFill>
                  <a:srgbClr val="3333FF"/>
                </a:solidFill>
              </a:rPr>
              <a:t>Note: Domain experts are good at listing whole parameters and design constraints, but not that good at explaining how to arrive at a global solution. This is addressed by proposing solutions and by revising them incrementally</a:t>
            </a:r>
            <a:endParaRPr lang="en-US" sz="2600">
              <a:solidFill>
                <a:srgbClr val="3333FF"/>
              </a:solidFill>
            </a:endParaRPr>
          </a:p>
          <a:p>
            <a:pPr>
              <a:defRPr/>
            </a:pPr>
            <a:endParaRPr lang="en-US" sz="2600">
              <a:solidFill>
                <a:srgbClr val="3333FF"/>
              </a:solidFill>
            </a:endParaRPr>
          </a:p>
          <a:p>
            <a:pPr>
              <a:defRPr/>
            </a:pPr>
            <a:endParaRPr lang="en-US" sz="2600">
              <a:solidFill>
                <a:srgbClr val="3333FF"/>
              </a:solidFill>
            </a:endParaRPr>
          </a:p>
        </p:txBody>
      </p:sp>
      <p:sp>
        <p:nvSpPr>
          <p:cNvPr id="433336170" name="TextBox 1"/>
          <p:cNvSpPr txBox="1">
            <a:spLocks noChangeArrowheads="1"/>
          </p:cNvSpPr>
          <p:nvPr/>
        </p:nvSpPr>
        <p:spPr bwMode="auto">
          <a:xfrm>
            <a:off x="9525000" y="2743200"/>
            <a:ext cx="2874963" cy="1570038"/>
          </a:xfrm>
          <a:prstGeom prst="rect">
            <a:avLst/>
          </a:prstGeom>
          <a:noFill/>
          <a:ln>
            <a:noFill/>
          </a:ln>
        </p:spPr>
        <p:txBody>
          <a:bodyPr wrap="none">
            <a:spAutoFit/>
          </a:bodyPr>
          <a:lstStyle>
            <a:lvl1pPr>
              <a:defRPr sz="2400">
                <a:solidFill>
                  <a:schemeClr val="tx1"/>
                </a:solidFill>
                <a:latin typeface="Arial"/>
              </a:defRPr>
            </a:lvl1pPr>
            <a:lvl2pPr marL="742950" indent="-285750">
              <a:defRPr sz="2400">
                <a:solidFill>
                  <a:schemeClr val="tx1"/>
                </a:solidFill>
                <a:latin typeface="Arial"/>
              </a:defRPr>
            </a:lvl2pPr>
            <a:lvl3pPr marL="1143000" indent="-228600">
              <a:defRPr sz="2400">
                <a:solidFill>
                  <a:schemeClr val="tx1"/>
                </a:solidFill>
                <a:latin typeface="Arial"/>
              </a:defRPr>
            </a:lvl3pPr>
            <a:lvl4pPr marL="1600200" indent="-228600">
              <a:defRPr sz="2400">
                <a:solidFill>
                  <a:schemeClr val="tx1"/>
                </a:solidFill>
                <a:latin typeface="Arial"/>
              </a:defRPr>
            </a:lvl4pPr>
            <a:lvl5pPr marL="2057400" indent="-228600">
              <a:defRPr sz="2400">
                <a:solidFill>
                  <a:schemeClr val="tx1"/>
                </a:solidFill>
                <a:latin typeface="Arial"/>
              </a:defRPr>
            </a:lvl5pPr>
            <a:lvl6pPr marL="2514600" indent="-228600">
              <a:spcBef>
                <a:spcPts val="0"/>
              </a:spcBef>
              <a:spcAft>
                <a:spcPts val="0"/>
              </a:spcAft>
              <a:defRPr sz="2400">
                <a:solidFill>
                  <a:schemeClr val="tx1"/>
                </a:solidFill>
                <a:latin typeface="Arial"/>
              </a:defRPr>
            </a:lvl6pPr>
            <a:lvl7pPr marL="2971800" indent="-228600">
              <a:spcBef>
                <a:spcPts val="0"/>
              </a:spcBef>
              <a:spcAft>
                <a:spcPts val="0"/>
              </a:spcAft>
              <a:defRPr sz="2400">
                <a:solidFill>
                  <a:schemeClr val="tx1"/>
                </a:solidFill>
                <a:latin typeface="Arial"/>
              </a:defRPr>
            </a:lvl7pPr>
            <a:lvl8pPr marL="3429000" indent="-228600">
              <a:spcBef>
                <a:spcPts val="0"/>
              </a:spcBef>
              <a:spcAft>
                <a:spcPts val="0"/>
              </a:spcAft>
              <a:defRPr sz="2400">
                <a:solidFill>
                  <a:schemeClr val="tx1"/>
                </a:solidFill>
                <a:latin typeface="Arial"/>
              </a:defRPr>
            </a:lvl8pPr>
            <a:lvl9pPr marL="3886200" indent="-228600">
              <a:spcBef>
                <a:spcPts val="0"/>
              </a:spcBef>
              <a:spcAft>
                <a:spcPts val="0"/>
              </a:spcAft>
              <a:defRPr sz="2400">
                <a:solidFill>
                  <a:schemeClr val="tx1"/>
                </a:solidFill>
                <a:latin typeface="Arial"/>
              </a:defRPr>
            </a:lvl9pPr>
          </a:lstStyle>
          <a:p>
            <a:pPr>
              <a:defRPr/>
            </a:pPr>
            <a:r>
              <a:rPr lang="en-US">
                <a:solidFill>
                  <a:srgbClr val="FFFF00"/>
                </a:solidFill>
              </a:rPr>
              <a:t>Architect</a:t>
            </a:r>
            <a:endParaRPr/>
          </a:p>
          <a:p>
            <a:pPr>
              <a:defRPr/>
            </a:pPr>
            <a:r>
              <a:rPr lang="en-US">
                <a:solidFill>
                  <a:srgbClr val="FFFF00"/>
                </a:solidFill>
              </a:rPr>
              <a:t>Design</a:t>
            </a:r>
            <a:endParaRPr/>
          </a:p>
          <a:p>
            <a:pPr>
              <a:defRPr/>
            </a:pPr>
            <a:r>
              <a:rPr lang="en-US">
                <a:solidFill>
                  <a:srgbClr val="FFFF00"/>
                </a:solidFill>
              </a:rPr>
              <a:t>SALT</a:t>
            </a:r>
            <a:endParaRPr/>
          </a:p>
          <a:p>
            <a:pPr>
              <a:defRPr/>
            </a:pPr>
            <a:r>
              <a:rPr lang="en-US">
                <a:solidFill>
                  <a:srgbClr val="FFFF00"/>
                </a:solidFill>
              </a:rPr>
              <a:t>Propose-and-revise</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2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855367345" name="Rectangle 2"/>
          <p:cNvSpPr>
            <a:spLocks noChangeArrowheads="1" noGrp="1"/>
          </p:cNvSpPr>
          <p:nvPr>
            <p:ph type="title"/>
          </p:nvPr>
        </p:nvSpPr>
        <p:spPr bwMode="auto">
          <a:xfrm>
            <a:off x="482600" y="169862"/>
            <a:ext cx="8229600" cy="1139825"/>
          </a:xfrm>
        </p:spPr>
        <p:txBody>
          <a:bodyPr/>
          <a:lstStyle/>
          <a:p>
            <a:pPr>
              <a:defRPr/>
            </a:pPr>
            <a:r>
              <a:rPr lang="en-US" sz="3800" b="1">
                <a:solidFill>
                  <a:srgbClr val="00B050"/>
                </a:solidFill>
              </a:rPr>
              <a:t>Expert system Shells</a:t>
            </a:r>
            <a:br>
              <a:rPr lang="en-US" sz="3800"/>
            </a:br>
            <a:endParaRPr lang="en-GB" sz="3800"/>
          </a:p>
        </p:txBody>
      </p:sp>
      <p:sp>
        <p:nvSpPr>
          <p:cNvPr id="346109181" name="Rectangle 3"/>
          <p:cNvSpPr>
            <a:spLocks noChangeArrowheads="1" noGrp="1"/>
          </p:cNvSpPr>
          <p:nvPr>
            <p:ph type="body" idx="1"/>
          </p:nvPr>
        </p:nvSpPr>
        <p:spPr bwMode="auto">
          <a:xfrm>
            <a:off x="228600" y="914400"/>
            <a:ext cx="9067800" cy="4530725"/>
          </a:xfrm>
        </p:spPr>
        <p:txBody>
          <a:bodyPr/>
          <a:lstStyle/>
          <a:p>
            <a:pPr>
              <a:defRPr/>
            </a:pPr>
            <a:r>
              <a:rPr lang="en-GB" sz="2800">
                <a:solidFill>
                  <a:srgbClr val="FF0000"/>
                </a:solidFill>
              </a:rPr>
              <a:t>It is a toolkit with the following key components</a:t>
            </a:r>
            <a:endParaRPr/>
          </a:p>
          <a:p>
            <a:pPr marL="742950" lvl="1" indent="-285750">
              <a:defRPr/>
            </a:pPr>
            <a:r>
              <a:rPr lang="en-GB">
                <a:solidFill>
                  <a:srgbClr val="3333FF"/>
                </a:solidFill>
              </a:rPr>
              <a:t>User interface (built in)</a:t>
            </a:r>
            <a:endParaRPr/>
          </a:p>
          <a:p>
            <a:pPr marL="742950" lvl="1" indent="-285750">
              <a:defRPr/>
            </a:pPr>
            <a:r>
              <a:rPr lang="en-GB">
                <a:solidFill>
                  <a:srgbClr val="3333FF"/>
                </a:solidFill>
              </a:rPr>
              <a:t>Inference Engine (built in)</a:t>
            </a:r>
            <a:endParaRPr/>
          </a:p>
          <a:p>
            <a:pPr marL="742950" lvl="1" indent="-285750">
              <a:defRPr/>
            </a:pPr>
            <a:r>
              <a:rPr lang="en-GB">
                <a:solidFill>
                  <a:srgbClr val="3333FF"/>
                </a:solidFill>
              </a:rPr>
              <a:t>Empty Knowledge Base (</a:t>
            </a:r>
            <a:r>
              <a:rPr lang="en-GB">
                <a:solidFill>
                  <a:srgbClr val="3333FF"/>
                </a:solidFill>
                <a:highlight>
                  <a:srgbClr val="FFFF00"/>
                </a:highlight>
              </a:rPr>
              <a:t>to be filled</a:t>
            </a:r>
            <a:r>
              <a:rPr lang="en-GB">
                <a:solidFill>
                  <a:srgbClr val="3333FF"/>
                </a:solidFill>
              </a:rPr>
              <a:t>)</a:t>
            </a:r>
            <a:endParaRPr/>
          </a:p>
          <a:p>
            <a:pPr>
              <a:defRPr/>
            </a:pPr>
            <a:r>
              <a:rPr lang="en-GB" sz="2800">
                <a:solidFill>
                  <a:srgbClr val="FF0000"/>
                </a:solidFill>
              </a:rPr>
              <a:t>ES Shells also give facilities for</a:t>
            </a:r>
            <a:endParaRPr/>
          </a:p>
          <a:p>
            <a:pPr marL="742950" lvl="1" indent="-285750">
              <a:defRPr/>
            </a:pPr>
            <a:r>
              <a:rPr lang="en-GB">
                <a:solidFill>
                  <a:srgbClr val="3333FF"/>
                </a:solidFill>
              </a:rPr>
              <a:t>Database connectivity (KB)</a:t>
            </a:r>
            <a:endParaRPr/>
          </a:p>
          <a:p>
            <a:pPr marL="742950" lvl="1" indent="-285750">
              <a:defRPr/>
            </a:pPr>
            <a:r>
              <a:rPr lang="en-GB">
                <a:solidFill>
                  <a:srgbClr val="3333FF"/>
                </a:solidFill>
              </a:rPr>
              <a:t>Web integration (KB)</a:t>
            </a:r>
            <a:endParaRPr/>
          </a:p>
          <a:p>
            <a:pPr marL="742950" lvl="1" indent="-285750">
              <a:defRPr/>
            </a:pPr>
            <a:r>
              <a:rPr lang="en-GB">
                <a:solidFill>
                  <a:srgbClr val="3333FF"/>
                </a:solidFill>
              </a:rPr>
              <a:t>NLP features (UI, IE, KB)</a:t>
            </a:r>
            <a:endParaRPr/>
          </a:p>
          <a:p>
            <a:pPr marL="742950" lvl="1" indent="-285750">
              <a:defRPr/>
            </a:pPr>
            <a:r>
              <a:rPr lang="en-GB">
                <a:solidFill>
                  <a:srgbClr val="3333FF"/>
                </a:solidFill>
              </a:rPr>
              <a:t>Integration with different interfaces (Web, </a:t>
            </a:r>
            <a:r>
              <a:rPr lang="en-GB">
                <a:solidFill>
                  <a:srgbClr val="3333FF"/>
                </a:solidFill>
              </a:rPr>
              <a:t>DTop</a:t>
            </a:r>
            <a:r>
              <a:rPr lang="en-GB">
                <a:solidFill>
                  <a:srgbClr val="3333FF"/>
                </a:solidFill>
              </a:rPr>
              <a:t>, Mobile</a:t>
            </a:r>
            <a:endParaRPr/>
          </a:p>
          <a:p>
            <a:pPr marL="742950" lvl="1" indent="-285750">
              <a:defRPr/>
            </a:pPr>
            <a:r>
              <a:rPr lang="en-GB">
                <a:solidFill>
                  <a:srgbClr val="3333FF"/>
                </a:solidFill>
              </a:rPr>
              <a:t>ML integration (KB, IE)</a:t>
            </a:r>
            <a:endParaRPr/>
          </a:p>
          <a:p>
            <a:pPr marL="742950" lvl="1" indent="-285750">
              <a:defRPr/>
            </a:pPr>
            <a:r>
              <a:rPr lang="en-GB">
                <a:solidFill>
                  <a:srgbClr val="3333FF"/>
                </a:solidFill>
              </a:rPr>
              <a:t>Mobile interface</a:t>
            </a:r>
            <a:endParaRPr/>
          </a:p>
          <a:p>
            <a:pPr marL="742950" lvl="1" indent="-285750">
              <a:defRPr/>
            </a:pPr>
            <a:r>
              <a:rPr lang="en-GB">
                <a:solidFill>
                  <a:srgbClr val="3333FF"/>
                </a:solidFill>
              </a:rPr>
              <a:t>LLM integration  </a:t>
            </a:r>
            <a:endParaRPr/>
          </a:p>
          <a:p>
            <a:pPr>
              <a:defRPr/>
            </a:pPr>
            <a:endParaRPr lang="en-GB">
              <a:solidFill>
                <a:srgbClr val="3333FF"/>
              </a:solidFil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2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600471083" name="Title 1"/>
          <p:cNvSpPr>
            <a:spLocks noChangeArrowheads="1" noGrp="1"/>
          </p:cNvSpPr>
          <p:nvPr>
            <p:ph type="title"/>
          </p:nvPr>
        </p:nvSpPr>
        <p:spPr bwMode="auto"/>
        <p:txBody>
          <a:bodyPr/>
          <a:lstStyle/>
          <a:p>
            <a:pPr>
              <a:defRPr/>
            </a:pPr>
            <a:r>
              <a:rPr lang="en-US" b="1">
                <a:solidFill>
                  <a:srgbClr val="00B050"/>
                </a:solidFill>
              </a:rPr>
              <a:t>Homework</a:t>
            </a:r>
            <a:endParaRPr/>
          </a:p>
        </p:txBody>
      </p:sp>
      <p:sp>
        <p:nvSpPr>
          <p:cNvPr id="216932199" name="Content Placeholder 2"/>
          <p:cNvSpPr>
            <a:spLocks noChangeArrowheads="1" noGrp="1"/>
          </p:cNvSpPr>
          <p:nvPr>
            <p:ph idx="1"/>
          </p:nvPr>
        </p:nvSpPr>
        <p:spPr bwMode="auto">
          <a:xfrm>
            <a:off x="431799" y="1163637"/>
            <a:ext cx="8229600" cy="4856163"/>
          </a:xfrm>
        </p:spPr>
        <p:txBody>
          <a:bodyPr/>
          <a:lstStyle/>
          <a:p>
            <a:pPr>
              <a:defRPr/>
            </a:pPr>
            <a:r>
              <a:rPr lang="en-US"/>
              <a:t>Identify 10 areas where ES technology has been used. Justify the need for ES for such a domain.</a:t>
            </a:r>
            <a:endParaRPr/>
          </a:p>
          <a:p>
            <a:pPr lvl="1">
              <a:defRPr/>
            </a:pPr>
            <a:r>
              <a:rPr lang="en-US">
                <a:solidFill>
                  <a:srgbClr val="0070C0"/>
                </a:solidFill>
              </a:rPr>
              <a:t>Agri, Banks, </a:t>
            </a:r>
            <a:endParaRPr/>
          </a:p>
          <a:p>
            <a:pPr lvl="1">
              <a:defRPr/>
            </a:pPr>
            <a:r>
              <a:rPr lang="en-US">
                <a:solidFill>
                  <a:srgbClr val="0070C0"/>
                </a:solidFill>
              </a:rPr>
              <a:t>Crime data analysis and alerts</a:t>
            </a:r>
            <a:endParaRPr/>
          </a:p>
          <a:p>
            <a:pPr lvl="1">
              <a:defRPr/>
            </a:pPr>
            <a:r>
              <a:rPr lang="en-US">
                <a:solidFill>
                  <a:srgbClr val="0070C0"/>
                </a:solidFill>
              </a:rPr>
              <a:t> Small business planning ES</a:t>
            </a:r>
            <a:endParaRPr/>
          </a:p>
          <a:p>
            <a:pPr lvl="1">
              <a:defRPr/>
            </a:pPr>
            <a:endParaRPr lang="en-US">
              <a:solidFill>
                <a:srgbClr val="0070C0"/>
              </a:solidFill>
            </a:endParaRPr>
          </a:p>
          <a:p>
            <a:pPr lvl="1">
              <a:defRPr/>
            </a:pPr>
            <a:r>
              <a:rPr lang="en-US">
                <a:solidFill>
                  <a:srgbClr val="0070C0"/>
                </a:solidFill>
              </a:rPr>
              <a:t>These areas involve incomplete information, alternative solutions, explanation, uncertainty,  DART/XCON ……….. </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2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977636651" name="Title 1"/>
          <p:cNvSpPr>
            <a:spLocks noChangeArrowheads="1" noGrp="1"/>
          </p:cNvSpPr>
          <p:nvPr>
            <p:ph type="title"/>
          </p:nvPr>
        </p:nvSpPr>
        <p:spPr bwMode="auto"/>
        <p:txBody>
          <a:bodyPr/>
          <a:lstStyle/>
          <a:p>
            <a:pPr>
              <a:defRPr/>
            </a:pPr>
            <a:r>
              <a:rPr lang="en-US" b="1">
                <a:solidFill>
                  <a:srgbClr val="00B050"/>
                </a:solidFill>
              </a:rPr>
              <a:t>Exercise</a:t>
            </a:r>
            <a:endParaRPr/>
          </a:p>
        </p:txBody>
      </p:sp>
      <p:sp>
        <p:nvSpPr>
          <p:cNvPr id="245349640" name="Content Placeholder 2"/>
          <p:cNvSpPr>
            <a:spLocks noChangeArrowheads="1" noGrp="1"/>
          </p:cNvSpPr>
          <p:nvPr>
            <p:ph idx="1"/>
          </p:nvPr>
        </p:nvSpPr>
        <p:spPr bwMode="auto">
          <a:xfrm>
            <a:off x="452120" y="1295400"/>
            <a:ext cx="8229600" cy="4530725"/>
          </a:xfrm>
        </p:spPr>
        <p:txBody>
          <a:bodyPr/>
          <a:lstStyle/>
          <a:p>
            <a:pPr>
              <a:defRPr/>
            </a:pPr>
            <a:r>
              <a:rPr lang="en-US">
                <a:solidFill>
                  <a:srgbClr val="0070C0"/>
                </a:solidFill>
              </a:rPr>
              <a:t>Can you simply delete the KB of an Expert system to construct an </a:t>
            </a:r>
            <a:r>
              <a:rPr lang="en-US">
                <a:solidFill>
                  <a:srgbClr val="0070C0"/>
                </a:solidFill>
                <a:highlight>
                  <a:srgbClr val="FFFF00"/>
                </a:highlight>
              </a:rPr>
              <a:t>Expert System Shell</a:t>
            </a:r>
            <a:r>
              <a:rPr lang="en-US">
                <a:solidFill>
                  <a:srgbClr val="0070C0"/>
                </a:solidFill>
              </a:rPr>
              <a:t>? </a:t>
            </a:r>
            <a:endParaRPr/>
          </a:p>
          <a:p>
            <a:pPr>
              <a:defRPr/>
            </a:pPr>
            <a:endParaRPr lang="en-US">
              <a:solidFill>
                <a:srgbClr val="0070C0"/>
              </a:solidFill>
            </a:endParaRPr>
          </a:p>
          <a:p>
            <a:pPr>
              <a:defRPr/>
            </a:pPr>
            <a:r>
              <a:rPr lang="en-US">
                <a:solidFill>
                  <a:srgbClr val="0070C0"/>
                </a:solidFill>
              </a:rPr>
              <a:t>What does it really mean when you say, I’m using an ES shell to develop an ES?</a:t>
            </a:r>
            <a:endParaRPr/>
          </a:p>
          <a:p>
            <a:pPr>
              <a:defRPr/>
            </a:pPr>
            <a:endParaRPr lang="en-US">
              <a:solidFill>
                <a:srgbClr val="0070C0"/>
              </a:solidFill>
            </a:endParaRPr>
          </a:p>
          <a:p>
            <a:pPr>
              <a:defRPr/>
            </a:pPr>
            <a:r>
              <a:rPr lang="en-US">
                <a:solidFill>
                  <a:srgbClr val="0070C0"/>
                </a:solidFill>
              </a:rPr>
              <a:t>If ML did not develop with recent advancements, what could have happened to AI?</a:t>
            </a:r>
            <a:endParaRPr/>
          </a:p>
          <a:p>
            <a:pPr>
              <a:defRPr/>
            </a:pPr>
            <a:endParaRPr lang="en-US">
              <a:solidFill>
                <a:srgbClr val="0070C0"/>
              </a:solidFil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3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2142235211" name="Rectangle 2"/>
          <p:cNvSpPr>
            <a:spLocks noChangeArrowheads="1" noGrp="1"/>
          </p:cNvSpPr>
          <p:nvPr>
            <p:ph type="title"/>
          </p:nvPr>
        </p:nvSpPr>
        <p:spPr bwMode="auto"/>
        <p:txBody>
          <a:bodyPr/>
          <a:lstStyle/>
          <a:p>
            <a:pPr>
              <a:defRPr/>
            </a:pPr>
            <a:r>
              <a:rPr lang="en-US" sz="3800" b="1">
                <a:solidFill>
                  <a:srgbClr val="00B050"/>
                </a:solidFill>
              </a:rPr>
              <a:t>Expert system Shells….</a:t>
            </a:r>
            <a:br>
              <a:rPr lang="en-US" sz="3800"/>
            </a:br>
            <a:endParaRPr lang="en-US" sz="3800"/>
          </a:p>
        </p:txBody>
      </p:sp>
      <p:sp>
        <p:nvSpPr>
          <p:cNvPr id="1650889598" name="Rectangle 3"/>
          <p:cNvSpPr>
            <a:spLocks noChangeArrowheads="1" noGrp="1"/>
          </p:cNvSpPr>
          <p:nvPr>
            <p:ph type="body" idx="1"/>
          </p:nvPr>
        </p:nvSpPr>
        <p:spPr bwMode="auto">
          <a:xfrm>
            <a:off x="266700" y="1163638"/>
            <a:ext cx="8610600" cy="5416550"/>
          </a:xfrm>
        </p:spPr>
        <p:txBody>
          <a:bodyPr/>
          <a:lstStyle/>
          <a:p>
            <a:pPr algn="just">
              <a:defRPr/>
            </a:pPr>
            <a:r>
              <a:rPr lang="en-GB" sz="2600">
                <a:solidFill>
                  <a:srgbClr val="3333FF"/>
                </a:solidFill>
              </a:rPr>
              <a:t>ES Shells are ideal for the rapid development of ES</a:t>
            </a:r>
            <a:endParaRPr/>
          </a:p>
          <a:p>
            <a:pPr algn="just">
              <a:defRPr/>
            </a:pPr>
            <a:r>
              <a:rPr lang="en-GB" sz="2600">
                <a:solidFill>
                  <a:srgbClr val="FF0000"/>
                </a:solidFill>
              </a:rPr>
              <a:t>ES Shells is the most commercially viable approach to develop ES</a:t>
            </a:r>
            <a:endParaRPr/>
          </a:p>
          <a:p>
            <a:pPr algn="just">
              <a:defRPr/>
            </a:pPr>
            <a:r>
              <a:rPr lang="en-GB" sz="2600">
                <a:solidFill>
                  <a:srgbClr val="3333FF"/>
                </a:solidFill>
              </a:rPr>
              <a:t>Some Shells</a:t>
            </a:r>
            <a:endParaRPr/>
          </a:p>
          <a:p>
            <a:pPr lvl="1" algn="just">
              <a:defRPr/>
            </a:pPr>
            <a:r>
              <a:rPr lang="en-GB" sz="2500">
                <a:solidFill>
                  <a:srgbClr val="FF0000"/>
                </a:solidFill>
              </a:rPr>
              <a:t>CLIPS</a:t>
            </a:r>
            <a:endParaRPr/>
          </a:p>
          <a:p>
            <a:pPr lvl="1" algn="just">
              <a:defRPr/>
            </a:pPr>
            <a:r>
              <a:rPr lang="en-GB" sz="2500">
                <a:solidFill>
                  <a:srgbClr val="FF0000"/>
                </a:solidFill>
              </a:rPr>
              <a:t>ExpertA</a:t>
            </a:r>
            <a:endParaRPr lang="en-GB" sz="2500">
              <a:solidFill>
                <a:srgbClr val="FF0000"/>
              </a:solidFill>
            </a:endParaRPr>
          </a:p>
          <a:p>
            <a:pPr lvl="1" algn="just">
              <a:defRPr/>
            </a:pPr>
            <a:r>
              <a:rPr lang="en-GB" sz="2500">
                <a:solidFill>
                  <a:srgbClr val="FF0000"/>
                </a:solidFill>
              </a:rPr>
              <a:t>Drools</a:t>
            </a:r>
            <a:endParaRPr/>
          </a:p>
          <a:p>
            <a:pPr lvl="1" algn="just">
              <a:defRPr/>
            </a:pPr>
            <a:r>
              <a:rPr lang="en-GB" sz="2500">
                <a:solidFill>
                  <a:srgbClr val="FF0000"/>
                </a:solidFill>
              </a:rPr>
              <a:t>Flex</a:t>
            </a:r>
            <a:endParaRPr/>
          </a:p>
          <a:p>
            <a:pPr lvl="1" algn="just">
              <a:defRPr/>
            </a:pPr>
            <a:r>
              <a:rPr lang="en-GB" sz="2500">
                <a:solidFill>
                  <a:srgbClr val="FF0000"/>
                </a:solidFill>
              </a:rPr>
              <a:t>…</a:t>
            </a:r>
            <a:endParaRPr/>
          </a:p>
          <a:p>
            <a:pPr marL="0" indent="0" algn="just">
              <a:buFont typeface="Wingdings"/>
              <a:buNone/>
              <a:defRPr/>
            </a:pPr>
            <a:endParaRPr lang="en-GB" sz="2600">
              <a:solidFill>
                <a:srgbClr val="3333FF"/>
              </a:solidFill>
            </a:endParaRPr>
          </a:p>
          <a:p>
            <a:pPr algn="just">
              <a:defRPr/>
            </a:pPr>
            <a:endParaRPr lang="en-GB" sz="2600"/>
          </a:p>
          <a:p>
            <a:pPr algn="just">
              <a:defRPr/>
            </a:pPr>
            <a:endParaRPr lang="en-GB"/>
          </a:p>
          <a:p>
            <a:pPr algn="just">
              <a:defRPr/>
            </a:pPr>
            <a:endParaRPr lang="en-GB"/>
          </a:p>
          <a:p>
            <a:pPr algn="just">
              <a:defRPr/>
            </a:pPr>
            <a:endParaRPr lang="en-GB"/>
          </a:p>
          <a:p>
            <a:pPr algn="just">
              <a:buFont typeface="Wingdings"/>
              <a:buNone/>
              <a:defRPr/>
            </a:pPr>
            <a:endParaRPr lang="en-GB"/>
          </a:p>
          <a:p>
            <a:pPr algn="just">
              <a:defRPr/>
            </a:pPr>
            <a:endParaRPr lang="en-US"/>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3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402598203" name="Rectangle 2"/>
          <p:cNvSpPr>
            <a:spLocks noChangeArrowheads="1" noGrp="1"/>
          </p:cNvSpPr>
          <p:nvPr>
            <p:ph type="title"/>
          </p:nvPr>
        </p:nvSpPr>
        <p:spPr bwMode="auto"/>
        <p:txBody>
          <a:bodyPr/>
          <a:lstStyle/>
          <a:p>
            <a:pPr>
              <a:defRPr/>
            </a:pPr>
            <a:r>
              <a:rPr lang="en-US" sz="3800" b="1">
                <a:solidFill>
                  <a:srgbClr val="00B050"/>
                </a:solidFill>
              </a:rPr>
              <a:t>Expert system Shells….</a:t>
            </a:r>
            <a:br>
              <a:rPr lang="en-US" sz="3800"/>
            </a:br>
            <a:endParaRPr lang="en-US" sz="3800"/>
          </a:p>
        </p:txBody>
      </p:sp>
      <p:sp>
        <p:nvSpPr>
          <p:cNvPr id="1620616144" name="Rectangle 3"/>
          <p:cNvSpPr>
            <a:spLocks noChangeArrowheads="1" noGrp="1"/>
          </p:cNvSpPr>
          <p:nvPr>
            <p:ph type="body" idx="1"/>
          </p:nvPr>
        </p:nvSpPr>
        <p:spPr bwMode="auto"/>
        <p:txBody>
          <a:bodyPr/>
          <a:lstStyle/>
          <a:p>
            <a:pPr>
              <a:defRPr/>
            </a:pPr>
            <a:r>
              <a:rPr lang="en-US">
                <a:solidFill>
                  <a:srgbClr val="3333FF"/>
                </a:solidFill>
              </a:rPr>
              <a:t>Exercise</a:t>
            </a:r>
            <a:endParaRPr/>
          </a:p>
          <a:p>
            <a:pPr lvl="1">
              <a:defRPr/>
            </a:pPr>
            <a:r>
              <a:rPr lang="en-US">
                <a:solidFill>
                  <a:srgbClr val="FF0000"/>
                </a:solidFill>
              </a:rPr>
              <a:t>Study an ES Shell and identify features offered by the Shell and the HW and SW requirement to develop and run an ES</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3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2984127" name="Rectangle 2"/>
          <p:cNvSpPr>
            <a:spLocks noChangeArrowheads="1" noGrp="1"/>
          </p:cNvSpPr>
          <p:nvPr>
            <p:ph type="title"/>
          </p:nvPr>
        </p:nvSpPr>
        <p:spPr bwMode="auto"/>
        <p:txBody>
          <a:bodyPr/>
          <a:lstStyle/>
          <a:p>
            <a:pPr>
              <a:defRPr/>
            </a:pPr>
            <a:r>
              <a:rPr lang="en-GB" b="1">
                <a:solidFill>
                  <a:srgbClr val="00B050"/>
                </a:solidFill>
              </a:rPr>
              <a:t>Generic Approaches</a:t>
            </a:r>
            <a:endParaRPr/>
          </a:p>
        </p:txBody>
      </p:sp>
      <p:sp>
        <p:nvSpPr>
          <p:cNvPr id="1939747176" name="Rectangle 3"/>
          <p:cNvSpPr>
            <a:spLocks noChangeArrowheads="1" noGrp="1"/>
          </p:cNvSpPr>
          <p:nvPr>
            <p:ph type="body" idx="1"/>
          </p:nvPr>
        </p:nvSpPr>
        <p:spPr bwMode="auto">
          <a:xfrm>
            <a:off x="0" y="1600200"/>
            <a:ext cx="9144000" cy="4530725"/>
          </a:xfrm>
        </p:spPr>
        <p:txBody>
          <a:bodyPr/>
          <a:lstStyle/>
          <a:p>
            <a:pPr>
              <a:defRPr/>
            </a:pPr>
            <a:r>
              <a:rPr lang="en-GB" sz="2600">
                <a:solidFill>
                  <a:srgbClr val="FF0000"/>
                </a:solidFill>
              </a:rPr>
              <a:t>People would like to have ES development toolkits that support the </a:t>
            </a:r>
            <a:r>
              <a:rPr lang="en-GB" sz="2600">
                <a:solidFill>
                  <a:srgbClr val="FF0000"/>
                </a:solidFill>
                <a:highlight>
                  <a:srgbClr val="FFFF00"/>
                </a:highlight>
              </a:rPr>
              <a:t>entire life cycle from requirement analysis to maintenance of ES, like in</a:t>
            </a:r>
            <a:r>
              <a:rPr lang="en-GB" sz="2600">
                <a:solidFill>
                  <a:srgbClr val="FF0000"/>
                </a:solidFill>
              </a:rPr>
              <a:t> UML design</a:t>
            </a:r>
            <a:endParaRPr/>
          </a:p>
          <a:p>
            <a:pPr>
              <a:defRPr/>
            </a:pPr>
            <a:r>
              <a:rPr lang="en-GB" sz="2600">
                <a:solidFill>
                  <a:srgbClr val="3333FF"/>
                </a:solidFill>
              </a:rPr>
              <a:t>Specific tools and </a:t>
            </a:r>
            <a:r>
              <a:rPr lang="en-GB" sz="2600">
                <a:solidFill>
                  <a:srgbClr val="3333FF"/>
                </a:solidFill>
                <a:highlight>
                  <a:srgbClr val="FFFF00"/>
                </a:highlight>
              </a:rPr>
              <a:t>ES Shells </a:t>
            </a:r>
            <a:r>
              <a:rPr lang="en-GB" sz="2600">
                <a:solidFill>
                  <a:srgbClr val="3333FF"/>
                </a:solidFill>
              </a:rPr>
              <a:t>do not </a:t>
            </a:r>
            <a:r>
              <a:rPr lang="en-US" sz="2600">
                <a:solidFill>
                  <a:srgbClr val="3333FF"/>
                </a:solidFill>
              </a:rPr>
              <a:t>support a full life cycle, but coding </a:t>
            </a:r>
            <a:r>
              <a:rPr lang="en-US" sz="2600">
                <a:solidFill>
                  <a:srgbClr val="3333FF"/>
                </a:solidFill>
                <a:highlight>
                  <a:srgbClr val="FFFF00"/>
                </a:highlight>
              </a:rPr>
              <a:t>without much knowledge of modeling</a:t>
            </a:r>
            <a:endParaRPr lang="en-GB" sz="2200">
              <a:solidFill>
                <a:srgbClr val="3333FF"/>
              </a:solidFill>
              <a:highlight>
                <a:srgbClr val="FFFF00"/>
              </a:highlight>
            </a:endParaRPr>
          </a:p>
          <a:p>
            <a:pPr>
              <a:defRPr/>
            </a:pPr>
            <a:r>
              <a:rPr lang="en-GB" sz="2600">
                <a:solidFill>
                  <a:srgbClr val="FF0000"/>
                </a:solidFill>
              </a:rPr>
              <a:t>There are generic approaches to meet this requirement</a:t>
            </a:r>
            <a:endParaRPr/>
          </a:p>
          <a:p>
            <a:pPr marL="742950" lvl="1" indent="-285750">
              <a:defRPr/>
            </a:pPr>
            <a:r>
              <a:rPr lang="en-GB" sz="2200">
                <a:solidFill>
                  <a:srgbClr val="3333FF"/>
                </a:solidFill>
              </a:rPr>
              <a:t>Generic Tasks (US)</a:t>
            </a:r>
            <a:endParaRPr/>
          </a:p>
          <a:p>
            <a:pPr marL="742950" lvl="1" indent="-285750">
              <a:defRPr/>
            </a:pPr>
            <a:r>
              <a:rPr lang="en-GB" sz="2200">
                <a:solidFill>
                  <a:srgbClr val="3333FF"/>
                </a:solidFill>
              </a:rPr>
              <a:t>Role Limiting Methods (US)</a:t>
            </a:r>
            <a:endParaRPr/>
          </a:p>
          <a:p>
            <a:pPr marL="742950" lvl="1" indent="-285750">
              <a:defRPr/>
            </a:pPr>
            <a:r>
              <a:rPr lang="en-GB" sz="2200">
                <a:solidFill>
                  <a:srgbClr val="3333FF"/>
                </a:solidFill>
              </a:rPr>
              <a:t>Component of Expertise  (Belgium)</a:t>
            </a:r>
            <a:endParaRPr/>
          </a:p>
          <a:p>
            <a:pPr marL="742950" lvl="1" indent="-285750">
              <a:defRPr/>
            </a:pPr>
            <a:r>
              <a:rPr lang="en-GB" sz="2200">
                <a:solidFill>
                  <a:srgbClr val="3333FF"/>
                </a:solidFill>
              </a:rPr>
              <a:t>KADS (EU)</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3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551751344" name="Rectangle 2"/>
          <p:cNvSpPr>
            <a:spLocks noChangeArrowheads="1" noGrp="1"/>
          </p:cNvSpPr>
          <p:nvPr>
            <p:ph type="title"/>
          </p:nvPr>
        </p:nvSpPr>
        <p:spPr bwMode="auto"/>
        <p:txBody>
          <a:bodyPr/>
          <a:lstStyle/>
          <a:p>
            <a:pPr>
              <a:defRPr/>
            </a:pPr>
            <a:r>
              <a:rPr lang="en-US" b="1">
                <a:solidFill>
                  <a:srgbClr val="00B050"/>
                </a:solidFill>
              </a:rPr>
              <a:t>Generic </a:t>
            </a:r>
            <a:r>
              <a:rPr lang="en-US" b="1">
                <a:solidFill>
                  <a:srgbClr val="00B050"/>
                </a:solidFill>
                <a:highlight>
                  <a:srgbClr val="FFFF00"/>
                </a:highlight>
              </a:rPr>
              <a:t>Tasks</a:t>
            </a:r>
            <a:endParaRPr/>
          </a:p>
        </p:txBody>
      </p:sp>
      <p:sp>
        <p:nvSpPr>
          <p:cNvPr id="2062345911" name="Rectangle 3"/>
          <p:cNvSpPr>
            <a:spLocks noChangeArrowheads="1" noGrp="1"/>
          </p:cNvSpPr>
          <p:nvPr>
            <p:ph type="body" idx="1"/>
          </p:nvPr>
        </p:nvSpPr>
        <p:spPr bwMode="auto">
          <a:xfrm>
            <a:off x="0" y="1219200"/>
            <a:ext cx="9144000" cy="4530725"/>
          </a:xfrm>
        </p:spPr>
        <p:txBody>
          <a:bodyPr/>
          <a:lstStyle/>
          <a:p>
            <a:pPr>
              <a:lnSpc>
                <a:spcPct val="90000"/>
              </a:lnSpc>
              <a:defRPr/>
            </a:pPr>
            <a:r>
              <a:rPr lang="en-GB" sz="2800">
                <a:solidFill>
                  <a:srgbClr val="3333FF"/>
                </a:solidFill>
              </a:rPr>
              <a:t>Chandrasekaran (1985) proposes that </a:t>
            </a:r>
            <a:r>
              <a:rPr lang="en-GB" sz="2800">
                <a:solidFill>
                  <a:srgbClr val="3333FF"/>
                </a:solidFill>
                <a:highlight>
                  <a:srgbClr val="FFFF00"/>
                </a:highlight>
              </a:rPr>
              <a:t>reasoning</a:t>
            </a:r>
            <a:r>
              <a:rPr lang="en-GB" sz="2800">
                <a:solidFill>
                  <a:srgbClr val="3333FF"/>
                </a:solidFill>
              </a:rPr>
              <a:t> or inference can be decomposed into several </a:t>
            </a:r>
            <a:r>
              <a:rPr lang="en-GB" sz="2800">
                <a:solidFill>
                  <a:srgbClr val="3333FF"/>
                </a:solidFill>
                <a:highlight>
                  <a:srgbClr val="FFFF00"/>
                </a:highlight>
              </a:rPr>
              <a:t>subtasks,</a:t>
            </a:r>
            <a:r>
              <a:rPr lang="en-GB" sz="2800">
                <a:solidFill>
                  <a:srgbClr val="3333FF"/>
                </a:solidFill>
              </a:rPr>
              <a:t> which are called the Generic Task (GT).</a:t>
            </a:r>
            <a:endParaRPr/>
          </a:p>
          <a:p>
            <a:pPr>
              <a:lnSpc>
                <a:spcPct val="90000"/>
              </a:lnSpc>
              <a:defRPr/>
            </a:pPr>
            <a:r>
              <a:rPr lang="en-GB" sz="2800">
                <a:solidFill>
                  <a:srgbClr val="FF0000"/>
                </a:solidFill>
              </a:rPr>
              <a:t>Generic Tasks identified by Chandrasekaran</a:t>
            </a:r>
            <a:r>
              <a:rPr lang="en-GB" sz="2800"/>
              <a:t> </a:t>
            </a:r>
            <a:endParaRPr/>
          </a:p>
          <a:p>
            <a:pPr lvl="1">
              <a:lnSpc>
                <a:spcPct val="90000"/>
              </a:lnSpc>
              <a:defRPr/>
            </a:pPr>
            <a:r>
              <a:rPr lang="en-GB">
                <a:solidFill>
                  <a:srgbClr val="3333FF"/>
                </a:solidFill>
              </a:rPr>
              <a:t>Classification (analysis)</a:t>
            </a:r>
            <a:endParaRPr/>
          </a:p>
          <a:p>
            <a:pPr lvl="1">
              <a:lnSpc>
                <a:spcPct val="90000"/>
              </a:lnSpc>
              <a:defRPr/>
            </a:pPr>
            <a:r>
              <a:rPr lang="en-GB">
                <a:solidFill>
                  <a:srgbClr val="3333FF"/>
                </a:solidFill>
              </a:rPr>
              <a:t>Abstraction</a:t>
            </a:r>
            <a:endParaRPr/>
          </a:p>
          <a:p>
            <a:pPr lvl="1">
              <a:lnSpc>
                <a:spcPct val="90000"/>
              </a:lnSpc>
              <a:defRPr/>
            </a:pPr>
            <a:r>
              <a:rPr lang="en-GB">
                <a:solidFill>
                  <a:srgbClr val="3333FF"/>
                </a:solidFill>
              </a:rPr>
              <a:t>Synthesis</a:t>
            </a:r>
            <a:endParaRPr/>
          </a:p>
          <a:p>
            <a:pPr lvl="1">
              <a:lnSpc>
                <a:spcPct val="90000"/>
              </a:lnSpc>
              <a:defRPr/>
            </a:pPr>
            <a:r>
              <a:rPr lang="en-GB">
                <a:solidFill>
                  <a:srgbClr val="3333FF"/>
                </a:solidFill>
              </a:rPr>
              <a:t> Hypothesizing (making assumptions)</a:t>
            </a:r>
            <a:endParaRPr/>
          </a:p>
          <a:p>
            <a:pPr lvl="1">
              <a:lnSpc>
                <a:spcPct val="90000"/>
              </a:lnSpc>
              <a:defRPr/>
            </a:pPr>
            <a:r>
              <a:rPr lang="en-GB">
                <a:solidFill>
                  <a:srgbClr val="3333FF"/>
                </a:solidFill>
              </a:rPr>
              <a:t>Abduction   (opposite of deduction)</a:t>
            </a:r>
            <a:endParaRPr lang="en-GB">
              <a:solidFill>
                <a:srgbClr val="3333FF"/>
              </a:solidFill>
            </a:endParaRPr>
          </a:p>
          <a:p>
            <a:pPr lvl="1">
              <a:lnSpc>
                <a:spcPct val="90000"/>
              </a:lnSpc>
              <a:defRPr/>
            </a:pPr>
            <a:r>
              <a:rPr lang="en-GB">
                <a:solidFill>
                  <a:srgbClr val="FF0000"/>
                </a:solidFill>
              </a:rPr>
              <a:t>Note: GT’s Chandrasekaran has not provided any theoretical basis</a:t>
            </a:r>
            <a:endParaRPr lang="en-GB">
              <a:solidFill>
                <a:srgbClr val="FF0000"/>
              </a:solidFill>
            </a:endParaRPr>
          </a:p>
          <a:p>
            <a:pPr lvl="2">
              <a:lnSpc>
                <a:spcPct val="90000"/>
              </a:lnSpc>
              <a:defRPr/>
            </a:pPr>
            <a:endParaRPr lang="en-US">
              <a:solidFill>
                <a:srgbClr val="3333FF"/>
              </a:solidFill>
            </a:endParaRPr>
          </a:p>
        </p:txBody>
      </p:sp>
      <p:sp>
        <p:nvSpPr>
          <p:cNvPr id="1971098498" name="TextBox 1"/>
          <p:cNvSpPr txBox="1">
            <a:spLocks noChangeArrowheads="1"/>
          </p:cNvSpPr>
          <p:nvPr/>
        </p:nvSpPr>
        <p:spPr bwMode="auto">
          <a:xfrm>
            <a:off x="9372600" y="2133600"/>
            <a:ext cx="2238375" cy="2308225"/>
          </a:xfrm>
          <a:prstGeom prst="rect">
            <a:avLst/>
          </a:prstGeom>
          <a:noFill/>
          <a:ln>
            <a:noFill/>
          </a:ln>
        </p:spPr>
        <p:txBody>
          <a:bodyPr wrap="none">
            <a:spAutoFit/>
          </a:bodyPr>
          <a:lstStyle>
            <a:lvl1pPr>
              <a:defRPr sz="2400">
                <a:solidFill>
                  <a:schemeClr val="tx1"/>
                </a:solidFill>
                <a:latin typeface="Arial"/>
              </a:defRPr>
            </a:lvl1pPr>
            <a:lvl2pPr marL="742950" indent="-285750">
              <a:defRPr sz="2400">
                <a:solidFill>
                  <a:schemeClr val="tx1"/>
                </a:solidFill>
                <a:latin typeface="Arial"/>
              </a:defRPr>
            </a:lvl2pPr>
            <a:lvl3pPr marL="1143000" indent="-228600">
              <a:defRPr sz="2400">
                <a:solidFill>
                  <a:schemeClr val="tx1"/>
                </a:solidFill>
                <a:latin typeface="Arial"/>
              </a:defRPr>
            </a:lvl3pPr>
            <a:lvl4pPr marL="1600200" indent="-228600">
              <a:defRPr sz="2400">
                <a:solidFill>
                  <a:schemeClr val="tx1"/>
                </a:solidFill>
                <a:latin typeface="Arial"/>
              </a:defRPr>
            </a:lvl4pPr>
            <a:lvl5pPr marL="2057400" indent="-228600">
              <a:defRPr sz="2400">
                <a:solidFill>
                  <a:schemeClr val="tx1"/>
                </a:solidFill>
                <a:latin typeface="Arial"/>
              </a:defRPr>
            </a:lvl5pPr>
            <a:lvl6pPr marL="2514600" indent="-228600">
              <a:spcBef>
                <a:spcPts val="0"/>
              </a:spcBef>
              <a:spcAft>
                <a:spcPts val="0"/>
              </a:spcAft>
              <a:defRPr sz="2400">
                <a:solidFill>
                  <a:schemeClr val="tx1"/>
                </a:solidFill>
                <a:latin typeface="Arial"/>
              </a:defRPr>
            </a:lvl6pPr>
            <a:lvl7pPr marL="2971800" indent="-228600">
              <a:spcBef>
                <a:spcPts val="0"/>
              </a:spcBef>
              <a:spcAft>
                <a:spcPts val="0"/>
              </a:spcAft>
              <a:defRPr sz="2400">
                <a:solidFill>
                  <a:schemeClr val="tx1"/>
                </a:solidFill>
                <a:latin typeface="Arial"/>
              </a:defRPr>
            </a:lvl7pPr>
            <a:lvl8pPr marL="3429000" indent="-228600">
              <a:spcBef>
                <a:spcPts val="0"/>
              </a:spcBef>
              <a:spcAft>
                <a:spcPts val="0"/>
              </a:spcAft>
              <a:defRPr sz="2400">
                <a:solidFill>
                  <a:schemeClr val="tx1"/>
                </a:solidFill>
                <a:latin typeface="Arial"/>
              </a:defRPr>
            </a:lvl8pPr>
            <a:lvl9pPr marL="3886200" indent="-228600">
              <a:spcBef>
                <a:spcPts val="0"/>
              </a:spcBef>
              <a:spcAft>
                <a:spcPts val="0"/>
              </a:spcAft>
              <a:defRPr sz="2400">
                <a:solidFill>
                  <a:schemeClr val="tx1"/>
                </a:solidFill>
                <a:latin typeface="Arial"/>
              </a:defRPr>
            </a:lvl9pPr>
          </a:lstStyle>
          <a:p>
            <a:pPr>
              <a:defRPr/>
            </a:pPr>
            <a:r>
              <a:rPr lang="en-US">
                <a:solidFill>
                  <a:srgbClr val="FFFF00"/>
                </a:solidFill>
              </a:rPr>
              <a:t>Cooking</a:t>
            </a:r>
            <a:endParaRPr/>
          </a:p>
          <a:p>
            <a:pPr>
              <a:defRPr/>
            </a:pPr>
            <a:r>
              <a:rPr lang="en-US">
                <a:solidFill>
                  <a:srgbClr val="FFFF00"/>
                </a:solidFill>
              </a:rPr>
              <a:t>    cleaning</a:t>
            </a:r>
            <a:endParaRPr/>
          </a:p>
          <a:p>
            <a:pPr>
              <a:defRPr/>
            </a:pPr>
            <a:r>
              <a:rPr lang="en-US">
                <a:solidFill>
                  <a:srgbClr val="FFFF00"/>
                </a:solidFill>
              </a:rPr>
              <a:t>    chopping</a:t>
            </a:r>
            <a:endParaRPr/>
          </a:p>
          <a:p>
            <a:pPr>
              <a:defRPr/>
            </a:pPr>
            <a:r>
              <a:rPr lang="en-US">
                <a:solidFill>
                  <a:srgbClr val="FFFF00"/>
                </a:solidFill>
              </a:rPr>
              <a:t>    adding spicy</a:t>
            </a:r>
            <a:endParaRPr/>
          </a:p>
          <a:p>
            <a:pPr>
              <a:defRPr/>
            </a:pPr>
            <a:r>
              <a:rPr lang="en-US">
                <a:solidFill>
                  <a:srgbClr val="FFFF00"/>
                </a:solidFill>
              </a:rPr>
              <a:t>    fry/cock</a:t>
            </a:r>
            <a:endParaRPr/>
          </a:p>
          <a:p>
            <a:pPr>
              <a:defRPr/>
            </a:pPr>
            <a:r>
              <a:rPr lang="en-US">
                <a:solidFill>
                  <a:srgbClr val="FFFF00"/>
                </a:solidFill>
              </a:rPr>
              <a:t>    </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3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731405848" name="Rectangle 2"/>
          <p:cNvSpPr>
            <a:spLocks noChangeArrowheads="1" noGrp="1"/>
          </p:cNvSpPr>
          <p:nvPr>
            <p:ph type="title"/>
          </p:nvPr>
        </p:nvSpPr>
        <p:spPr bwMode="auto"/>
        <p:txBody>
          <a:bodyPr/>
          <a:lstStyle/>
          <a:p>
            <a:pPr>
              <a:defRPr/>
            </a:pPr>
            <a:r>
              <a:rPr lang="en-US" b="1">
                <a:solidFill>
                  <a:srgbClr val="00B050"/>
                </a:solidFill>
              </a:rPr>
              <a:t>Generic </a:t>
            </a:r>
            <a:r>
              <a:rPr lang="en-US" b="1">
                <a:solidFill>
                  <a:srgbClr val="00B050"/>
                </a:solidFill>
                <a:highlight>
                  <a:srgbClr val="FFFF00"/>
                </a:highlight>
              </a:rPr>
              <a:t>Tasks</a:t>
            </a:r>
            <a:endParaRPr/>
          </a:p>
        </p:txBody>
      </p:sp>
      <p:sp>
        <p:nvSpPr>
          <p:cNvPr id="757467941" name="Rectangle 3"/>
          <p:cNvSpPr>
            <a:spLocks noChangeArrowheads="1" noGrp="1"/>
          </p:cNvSpPr>
          <p:nvPr>
            <p:ph type="body" idx="1"/>
          </p:nvPr>
        </p:nvSpPr>
        <p:spPr bwMode="auto">
          <a:xfrm>
            <a:off x="38100" y="1417638"/>
            <a:ext cx="9258300" cy="4530725"/>
          </a:xfrm>
        </p:spPr>
        <p:txBody>
          <a:bodyPr/>
          <a:lstStyle/>
          <a:p>
            <a:pPr>
              <a:lnSpc>
                <a:spcPct val="90000"/>
              </a:lnSpc>
              <a:defRPr/>
            </a:pPr>
            <a:r>
              <a:rPr lang="en-US" sz="2600">
                <a:solidFill>
                  <a:srgbClr val="3333FF"/>
                </a:solidFill>
              </a:rPr>
              <a:t>Using GT approach, ES is modeled in terms of </a:t>
            </a:r>
            <a:r>
              <a:rPr lang="en-US" sz="2600" u="sng">
                <a:solidFill>
                  <a:srgbClr val="3333FF"/>
                </a:solidFill>
                <a:highlight>
                  <a:srgbClr val="FFFF00"/>
                </a:highlight>
              </a:rPr>
              <a:t>Task structures</a:t>
            </a:r>
            <a:r>
              <a:rPr lang="en-US" sz="2600">
                <a:solidFill>
                  <a:srgbClr val="3333FF"/>
                </a:solidFill>
              </a:rPr>
              <a:t> that include</a:t>
            </a:r>
            <a:endParaRPr/>
          </a:p>
          <a:p>
            <a:pPr lvl="1">
              <a:lnSpc>
                <a:spcPct val="90000"/>
              </a:lnSpc>
              <a:defRPr/>
            </a:pPr>
            <a:r>
              <a:rPr lang="en-US" sz="2200" u="sng">
                <a:solidFill>
                  <a:srgbClr val="FF0000"/>
                </a:solidFill>
                <a:highlight>
                  <a:srgbClr val="FFFF00"/>
                </a:highlight>
              </a:rPr>
              <a:t>Tasks</a:t>
            </a:r>
            <a:endParaRPr/>
          </a:p>
          <a:p>
            <a:pPr lvl="1">
              <a:lnSpc>
                <a:spcPct val="90000"/>
              </a:lnSpc>
              <a:defRPr/>
            </a:pPr>
            <a:r>
              <a:rPr lang="en-US" sz="2200">
                <a:solidFill>
                  <a:srgbClr val="FF0000"/>
                </a:solidFill>
              </a:rPr>
              <a:t>Subtasks</a:t>
            </a:r>
            <a:endParaRPr/>
          </a:p>
          <a:p>
            <a:pPr lvl="1">
              <a:lnSpc>
                <a:spcPct val="90000"/>
              </a:lnSpc>
              <a:defRPr/>
            </a:pPr>
            <a:r>
              <a:rPr lang="en-US" sz="2200" u="sng">
                <a:solidFill>
                  <a:srgbClr val="FF0000"/>
                </a:solidFill>
                <a:highlight>
                  <a:srgbClr val="FFFF00"/>
                </a:highlight>
              </a:rPr>
              <a:t>Methods</a:t>
            </a:r>
            <a:r>
              <a:rPr lang="en-US" sz="2200" u="sng">
                <a:solidFill>
                  <a:srgbClr val="FF0000"/>
                </a:solidFill>
              </a:rPr>
              <a:t> related to task/subtasks</a:t>
            </a:r>
            <a:endParaRPr lang="en-US" sz="2200">
              <a:solidFill>
                <a:srgbClr val="FF0000"/>
              </a:solidFill>
            </a:endParaRPr>
          </a:p>
          <a:p>
            <a:pPr>
              <a:lnSpc>
                <a:spcPct val="90000"/>
              </a:lnSpc>
              <a:defRPr/>
            </a:pPr>
            <a:r>
              <a:rPr lang="en-US" sz="2600">
                <a:solidFill>
                  <a:srgbClr val="3333FF"/>
                </a:solidFill>
              </a:rPr>
              <a:t>To acquire </a:t>
            </a:r>
            <a:r>
              <a:rPr lang="en-US" sz="2600">
                <a:solidFill>
                  <a:srgbClr val="3333FF"/>
                </a:solidFill>
                <a:highlight>
                  <a:srgbClr val="FFFF00"/>
                </a:highlight>
              </a:rPr>
              <a:t>tasks</a:t>
            </a:r>
            <a:r>
              <a:rPr lang="en-US" sz="2600">
                <a:solidFill>
                  <a:srgbClr val="3333FF"/>
                </a:solidFill>
              </a:rPr>
              <a:t> and </a:t>
            </a:r>
            <a:r>
              <a:rPr lang="en-US" sz="2600">
                <a:solidFill>
                  <a:srgbClr val="3333FF"/>
                </a:solidFill>
                <a:highlight>
                  <a:srgbClr val="FFFF00"/>
                </a:highlight>
              </a:rPr>
              <a:t>methods</a:t>
            </a:r>
            <a:r>
              <a:rPr lang="en-US" sz="2600">
                <a:solidFill>
                  <a:srgbClr val="3333FF"/>
                </a:solidFill>
              </a:rPr>
              <a:t>, he proposed a method called PVCM</a:t>
            </a:r>
            <a:endParaRPr/>
          </a:p>
          <a:p>
            <a:pPr lvl="1">
              <a:lnSpc>
                <a:spcPct val="90000"/>
              </a:lnSpc>
              <a:defRPr/>
            </a:pPr>
            <a:r>
              <a:rPr lang="en-GB" sz="2200">
                <a:solidFill>
                  <a:srgbClr val="FF0000"/>
                </a:solidFill>
              </a:rPr>
              <a:t>Propose         use an angle </a:t>
            </a:r>
            <a:r>
              <a:rPr lang="en-GB" sz="2200">
                <a:solidFill>
                  <a:srgbClr val="FF0000"/>
                </a:solidFill>
                <a:highlight>
                  <a:srgbClr val="FFFF00"/>
                </a:highlight>
              </a:rPr>
              <a:t>grinder</a:t>
            </a:r>
            <a:r>
              <a:rPr lang="en-GB" sz="2200">
                <a:solidFill>
                  <a:srgbClr val="FF0000"/>
                </a:solidFill>
              </a:rPr>
              <a:t> to repair the body of a car (</a:t>
            </a:r>
            <a:r>
              <a:rPr lang="en-GB" sz="2200">
                <a:solidFill>
                  <a:srgbClr val="FF0000"/>
                </a:solidFill>
                <a:highlight>
                  <a:srgbClr val="FFFF00"/>
                </a:highlight>
              </a:rPr>
              <a:t>task)</a:t>
            </a:r>
            <a:endParaRPr/>
          </a:p>
          <a:p>
            <a:pPr lvl="1">
              <a:lnSpc>
                <a:spcPct val="90000"/>
              </a:lnSpc>
              <a:defRPr/>
            </a:pPr>
            <a:r>
              <a:rPr lang="en-GB" sz="2200">
                <a:solidFill>
                  <a:srgbClr val="FF0000"/>
                </a:solidFill>
              </a:rPr>
              <a:t>Verify             technician says no, and say we do manual  sanding </a:t>
            </a:r>
            <a:endParaRPr/>
          </a:p>
          <a:p>
            <a:pPr lvl="1">
              <a:lnSpc>
                <a:spcPct val="90000"/>
              </a:lnSpc>
              <a:defRPr/>
            </a:pPr>
            <a:r>
              <a:rPr lang="en-GB" sz="2200">
                <a:solidFill>
                  <a:srgbClr val="FF0000"/>
                </a:solidFill>
              </a:rPr>
              <a:t>Critique          grinder destroys the body</a:t>
            </a:r>
            <a:endParaRPr/>
          </a:p>
          <a:p>
            <a:pPr lvl="1">
              <a:lnSpc>
                <a:spcPct val="90000"/>
              </a:lnSpc>
              <a:defRPr/>
            </a:pPr>
            <a:r>
              <a:rPr lang="en-GB" sz="2200">
                <a:solidFill>
                  <a:srgbClr val="FF0000"/>
                </a:solidFill>
              </a:rPr>
              <a:t>Modify            </a:t>
            </a:r>
            <a:r>
              <a:rPr lang="en-GB" sz="2200">
                <a:solidFill>
                  <a:srgbClr val="FF0000"/>
                </a:solidFill>
                <a:highlight>
                  <a:srgbClr val="FFFF00"/>
                </a:highlight>
              </a:rPr>
              <a:t>sanding</a:t>
            </a:r>
            <a:r>
              <a:rPr lang="en-GB" sz="2200">
                <a:solidFill>
                  <a:srgbClr val="FF0000"/>
                </a:solidFill>
              </a:rPr>
              <a:t> </a:t>
            </a:r>
            <a:endParaRPr lang="en-US" sz="2200">
              <a:solidFill>
                <a:srgbClr val="FF0000"/>
              </a:solidFill>
            </a:endParaRPr>
          </a:p>
          <a:p>
            <a:pPr>
              <a:lnSpc>
                <a:spcPct val="90000"/>
              </a:lnSpc>
              <a:defRPr/>
            </a:pPr>
            <a:endParaRPr lang="en-US" sz="2600">
              <a:solidFill>
                <a:srgbClr val="CC0000"/>
              </a:solidFil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3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584114571" name="Rectangle 2"/>
          <p:cNvSpPr>
            <a:spLocks noChangeArrowheads="1" noGrp="1"/>
          </p:cNvSpPr>
          <p:nvPr>
            <p:ph type="title"/>
          </p:nvPr>
        </p:nvSpPr>
        <p:spPr bwMode="auto">
          <a:xfrm>
            <a:off x="457200" y="304800"/>
            <a:ext cx="8229600" cy="1139825"/>
          </a:xfrm>
        </p:spPr>
        <p:txBody>
          <a:bodyPr/>
          <a:lstStyle/>
          <a:p>
            <a:pPr>
              <a:defRPr/>
            </a:pPr>
            <a:r>
              <a:rPr lang="en-US" b="1">
                <a:solidFill>
                  <a:srgbClr val="00B050"/>
                </a:solidFill>
              </a:rPr>
              <a:t>Role Limiting </a:t>
            </a:r>
            <a:r>
              <a:rPr lang="en-US" b="1">
                <a:solidFill>
                  <a:srgbClr val="00B050"/>
                </a:solidFill>
                <a:highlight>
                  <a:srgbClr val="FFFF00"/>
                </a:highlight>
              </a:rPr>
              <a:t>Method</a:t>
            </a:r>
            <a:endParaRPr/>
          </a:p>
        </p:txBody>
      </p:sp>
      <p:sp>
        <p:nvSpPr>
          <p:cNvPr id="1758666707" name="Rectangle 3"/>
          <p:cNvSpPr>
            <a:spLocks noChangeArrowheads="1" noGrp="1"/>
          </p:cNvSpPr>
          <p:nvPr>
            <p:ph type="body" idx="1"/>
          </p:nvPr>
        </p:nvSpPr>
        <p:spPr bwMode="auto">
          <a:xfrm>
            <a:off x="342900" y="1163637"/>
            <a:ext cx="8458200" cy="4530725"/>
          </a:xfrm>
        </p:spPr>
        <p:txBody>
          <a:bodyPr/>
          <a:lstStyle/>
          <a:p>
            <a:pPr>
              <a:lnSpc>
                <a:spcPct val="90000"/>
              </a:lnSpc>
              <a:defRPr/>
            </a:pPr>
            <a:r>
              <a:rPr lang="en-GB" sz="2800">
                <a:solidFill>
                  <a:srgbClr val="FF0000"/>
                </a:solidFill>
              </a:rPr>
              <a:t>McDermott(1988) has proposed a special class of problem-solving </a:t>
            </a:r>
            <a:r>
              <a:rPr lang="en-GB" sz="2800">
                <a:solidFill>
                  <a:srgbClr val="FF0000"/>
                </a:solidFill>
                <a:highlight>
                  <a:srgbClr val="FFFF00"/>
                </a:highlight>
              </a:rPr>
              <a:t>methods</a:t>
            </a:r>
            <a:r>
              <a:rPr lang="en-GB" sz="2800">
                <a:solidFill>
                  <a:srgbClr val="FF0000"/>
                </a:solidFill>
              </a:rPr>
              <a:t> to model ES</a:t>
            </a:r>
            <a:endParaRPr/>
          </a:p>
          <a:p>
            <a:pPr>
              <a:lnSpc>
                <a:spcPct val="90000"/>
              </a:lnSpc>
              <a:defRPr/>
            </a:pPr>
            <a:r>
              <a:rPr lang="en-GB" sz="2800">
                <a:solidFill>
                  <a:srgbClr val="3333FF"/>
                </a:solidFill>
              </a:rPr>
              <a:t>They are called </a:t>
            </a:r>
            <a:r>
              <a:rPr lang="en-GB" sz="2800" i="1">
                <a:solidFill>
                  <a:srgbClr val="3333FF"/>
                </a:solidFill>
                <a:highlight>
                  <a:srgbClr val="FFFF00"/>
                </a:highlight>
              </a:rPr>
              <a:t>role-limiting methods </a:t>
            </a:r>
            <a:r>
              <a:rPr lang="en-GB" sz="2800">
                <a:solidFill>
                  <a:srgbClr val="3333FF"/>
                </a:solidFill>
              </a:rPr>
              <a:t>(RLM)</a:t>
            </a:r>
            <a:r>
              <a:rPr lang="en-GB" sz="2800" i="1">
                <a:solidFill>
                  <a:srgbClr val="3333FF"/>
                </a:solidFill>
              </a:rPr>
              <a:t>.</a:t>
            </a:r>
            <a:endParaRPr lang="en-GB" sz="2800">
              <a:solidFill>
                <a:srgbClr val="3333FF"/>
              </a:solidFill>
            </a:endParaRPr>
          </a:p>
          <a:p>
            <a:pPr>
              <a:lnSpc>
                <a:spcPct val="90000"/>
              </a:lnSpc>
              <a:defRPr/>
            </a:pPr>
            <a:r>
              <a:rPr lang="en-GB" sz="2800">
                <a:solidFill>
                  <a:srgbClr val="FF0000"/>
                </a:solidFill>
              </a:rPr>
              <a:t>This methodology assumes that each </a:t>
            </a:r>
            <a:r>
              <a:rPr lang="en-GB" sz="2800" i="1">
                <a:solidFill>
                  <a:srgbClr val="FF0000"/>
                </a:solidFill>
              </a:rPr>
              <a:t>task (</a:t>
            </a:r>
            <a:r>
              <a:rPr lang="en-GB" sz="2800" i="1">
                <a:solidFill>
                  <a:srgbClr val="FF0000"/>
                </a:solidFill>
                <a:highlight>
                  <a:srgbClr val="FFFF00"/>
                </a:highlight>
              </a:rPr>
              <a:t>role</a:t>
            </a:r>
            <a:r>
              <a:rPr lang="en-GB" sz="2800" i="1">
                <a:solidFill>
                  <a:srgbClr val="FF0000"/>
                </a:solidFill>
              </a:rPr>
              <a:t>)</a:t>
            </a:r>
            <a:r>
              <a:rPr lang="en-GB" sz="2800">
                <a:solidFill>
                  <a:srgbClr val="FF0000"/>
                </a:solidFill>
              </a:rPr>
              <a:t> is associated with a </a:t>
            </a:r>
            <a:r>
              <a:rPr lang="en-GB" sz="2800" i="1">
                <a:solidFill>
                  <a:srgbClr val="FF0000"/>
                </a:solidFill>
                <a:highlight>
                  <a:srgbClr val="FFFF00"/>
                </a:highlight>
              </a:rPr>
              <a:t>method</a:t>
            </a:r>
            <a:r>
              <a:rPr lang="en-GB" sz="2800">
                <a:solidFill>
                  <a:srgbClr val="FF0000"/>
                </a:solidFill>
              </a:rPr>
              <a:t> to perform the task </a:t>
            </a:r>
            <a:endParaRPr/>
          </a:p>
          <a:p>
            <a:pPr>
              <a:lnSpc>
                <a:spcPct val="90000"/>
              </a:lnSpc>
              <a:defRPr/>
            </a:pPr>
            <a:r>
              <a:rPr lang="en-GB" sz="2800">
                <a:solidFill>
                  <a:srgbClr val="3333FF"/>
                </a:solidFill>
              </a:rPr>
              <a:t>Note that MOLE and SALT that we discussed are products of this thinking </a:t>
            </a:r>
            <a:endParaRPr/>
          </a:p>
          <a:p>
            <a:pPr>
              <a:lnSpc>
                <a:spcPct val="90000"/>
              </a:lnSpc>
              <a:defRPr/>
            </a:pPr>
            <a:r>
              <a:rPr lang="en-GB" sz="2800">
                <a:solidFill>
                  <a:srgbClr val="FF0000"/>
                </a:solidFill>
              </a:rPr>
              <a:t>As such </a:t>
            </a:r>
            <a:r>
              <a:rPr lang="en-GB" sz="2800" i="1">
                <a:solidFill>
                  <a:srgbClr val="FF0000"/>
                </a:solidFill>
                <a:highlight>
                  <a:srgbClr val="FFFF00"/>
                </a:highlight>
              </a:rPr>
              <a:t>cover-and-differentiate</a:t>
            </a:r>
            <a:r>
              <a:rPr lang="en-GB" sz="2800" i="1">
                <a:solidFill>
                  <a:srgbClr val="FF0000"/>
                </a:solidFill>
              </a:rPr>
              <a:t> </a:t>
            </a:r>
            <a:r>
              <a:rPr lang="en-GB" sz="2800">
                <a:solidFill>
                  <a:srgbClr val="FF0000"/>
                </a:solidFill>
              </a:rPr>
              <a:t>(diagnose) </a:t>
            </a:r>
            <a:r>
              <a:rPr lang="en-GB" sz="2800" i="1">
                <a:solidFill>
                  <a:srgbClr val="FF0000"/>
                </a:solidFill>
              </a:rPr>
              <a:t>and</a:t>
            </a:r>
            <a:r>
              <a:rPr lang="en-GB" sz="2800">
                <a:solidFill>
                  <a:srgbClr val="FF0000"/>
                </a:solidFill>
              </a:rPr>
              <a:t> </a:t>
            </a:r>
            <a:r>
              <a:rPr lang="en-GB" sz="2800" i="1">
                <a:solidFill>
                  <a:srgbClr val="FF0000"/>
                </a:solidFill>
                <a:highlight>
                  <a:srgbClr val="FFFF00"/>
                </a:highlight>
              </a:rPr>
              <a:t>propose-and-revise</a:t>
            </a:r>
            <a:r>
              <a:rPr lang="en-GB" sz="2800" i="1">
                <a:solidFill>
                  <a:srgbClr val="FF0000"/>
                </a:solidFill>
              </a:rPr>
              <a:t> </a:t>
            </a:r>
            <a:r>
              <a:rPr lang="en-GB" sz="2800">
                <a:solidFill>
                  <a:srgbClr val="FF0000"/>
                </a:solidFill>
              </a:rPr>
              <a:t>(design) are some RLM. </a:t>
            </a:r>
            <a:endParaRPr/>
          </a:p>
          <a:p>
            <a:pPr>
              <a:lnSpc>
                <a:spcPct val="90000"/>
              </a:lnSpc>
              <a:defRPr/>
            </a:pPr>
            <a:r>
              <a:rPr lang="en-GB" sz="2800">
                <a:solidFill>
                  <a:srgbClr val="3333FF"/>
                </a:solidFill>
              </a:rPr>
              <a:t>More importantly, these two methods can model ES for any domain  </a:t>
            </a:r>
            <a:endParaRPr lang="en-US" sz="2800">
              <a:solidFill>
                <a:srgbClr val="3333FF"/>
              </a:solidFil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3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810000559" name="Title 1"/>
          <p:cNvSpPr>
            <a:spLocks noChangeArrowheads="1" noGrp="1"/>
          </p:cNvSpPr>
          <p:nvPr>
            <p:ph type="title"/>
          </p:nvPr>
        </p:nvSpPr>
        <p:spPr bwMode="auto"/>
        <p:txBody>
          <a:bodyPr/>
          <a:lstStyle/>
          <a:p>
            <a:pPr>
              <a:defRPr/>
            </a:pPr>
            <a:endParaRPr lang="en-US"/>
          </a:p>
        </p:txBody>
      </p:sp>
      <p:sp>
        <p:nvSpPr>
          <p:cNvPr id="2037446054" name="Content Placeholder 2"/>
          <p:cNvSpPr>
            <a:spLocks noChangeArrowheads="1" noGrp="1"/>
          </p:cNvSpPr>
          <p:nvPr>
            <p:ph idx="1"/>
          </p:nvPr>
        </p:nvSpPr>
        <p:spPr bwMode="auto">
          <a:xfrm>
            <a:off x="457200" y="1600200"/>
            <a:ext cx="8915400" cy="4530725"/>
          </a:xfrm>
        </p:spPr>
        <p:txBody>
          <a:bodyPr/>
          <a:lstStyle/>
          <a:p>
            <a:pPr>
              <a:defRPr/>
            </a:pPr>
            <a:r>
              <a:rPr lang="en-US">
                <a:solidFill>
                  <a:srgbClr val="0070C0"/>
                </a:solidFill>
              </a:rPr>
              <a:t>Chandrasekaran (GT)  -     Task and Methods</a:t>
            </a:r>
            <a:endParaRPr/>
          </a:p>
          <a:p>
            <a:pPr lvl="1">
              <a:defRPr/>
            </a:pPr>
            <a:r>
              <a:rPr lang="en-US">
                <a:solidFill>
                  <a:srgbClr val="FF0000"/>
                </a:solidFill>
              </a:rPr>
              <a:t>Promoted </a:t>
            </a:r>
            <a:r>
              <a:rPr lang="en-US">
                <a:solidFill>
                  <a:srgbClr val="FF0000"/>
                </a:solidFill>
                <a:highlight>
                  <a:srgbClr val="FFFF00"/>
                </a:highlight>
              </a:rPr>
              <a:t>tasks</a:t>
            </a:r>
            <a:endParaRPr/>
          </a:p>
          <a:p>
            <a:pPr>
              <a:defRPr/>
            </a:pPr>
            <a:r>
              <a:rPr lang="en-US">
                <a:solidFill>
                  <a:srgbClr val="0070C0"/>
                </a:solidFill>
              </a:rPr>
              <a:t>McDermott (RLM)        -      Role and Methods</a:t>
            </a:r>
            <a:endParaRPr/>
          </a:p>
          <a:p>
            <a:pPr lvl="1">
              <a:defRPr/>
            </a:pPr>
            <a:r>
              <a:rPr lang="en-US">
                <a:solidFill>
                  <a:srgbClr val="FF0000"/>
                </a:solidFill>
              </a:rPr>
              <a:t>Promoted </a:t>
            </a:r>
            <a:r>
              <a:rPr lang="en-US">
                <a:solidFill>
                  <a:srgbClr val="FF0000"/>
                </a:solidFill>
                <a:highlight>
                  <a:srgbClr val="FFFF00"/>
                </a:highlight>
              </a:rPr>
              <a:t>methods</a:t>
            </a:r>
            <a:r>
              <a:rPr lang="en-US">
                <a:solidFill>
                  <a:srgbClr val="FF0000"/>
                </a:solidFill>
              </a:rPr>
              <a:t> called RLM</a:t>
            </a:r>
            <a:endParaRPr/>
          </a:p>
          <a:p>
            <a:pPr lvl="1">
              <a:defRPr/>
            </a:pPr>
            <a:endParaRPr lang="en-US">
              <a:solidFill>
                <a:srgbClr val="FF0000"/>
              </a:solidFill>
            </a:endParaRPr>
          </a:p>
          <a:p>
            <a:pPr>
              <a:defRPr/>
            </a:pPr>
            <a:r>
              <a:rPr lang="en-US" sz="2800">
                <a:solidFill>
                  <a:srgbClr val="FF0000"/>
                </a:solidFill>
              </a:rPr>
              <a:t>McCarthy (intelligent is logic-based)                   ES</a:t>
            </a:r>
            <a:endParaRPr/>
          </a:p>
          <a:p>
            <a:pPr>
              <a:defRPr/>
            </a:pPr>
            <a:r>
              <a:rPr lang="en-US" sz="2800">
                <a:solidFill>
                  <a:srgbClr val="FF0000"/>
                </a:solidFill>
              </a:rPr>
              <a:t>Minsky (intelligence is anti-logic-based as well) NLP</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3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74076587" name="Rectangle 2"/>
          <p:cNvSpPr>
            <a:spLocks noChangeArrowheads="1" noGrp="1"/>
          </p:cNvSpPr>
          <p:nvPr>
            <p:ph type="title"/>
          </p:nvPr>
        </p:nvSpPr>
        <p:spPr bwMode="auto"/>
        <p:txBody>
          <a:bodyPr/>
          <a:lstStyle/>
          <a:p>
            <a:pPr>
              <a:defRPr/>
            </a:pPr>
            <a:r>
              <a:rPr lang="en-US" b="1">
                <a:solidFill>
                  <a:srgbClr val="00B050"/>
                </a:solidFill>
              </a:rPr>
              <a:t>Component of Expertise</a:t>
            </a:r>
            <a:endParaRPr/>
          </a:p>
        </p:txBody>
      </p:sp>
      <p:sp>
        <p:nvSpPr>
          <p:cNvPr id="1816810017" name="Rectangle 3"/>
          <p:cNvSpPr>
            <a:spLocks noChangeArrowheads="1" noGrp="1"/>
          </p:cNvSpPr>
          <p:nvPr>
            <p:ph type="body" idx="1"/>
          </p:nvPr>
        </p:nvSpPr>
        <p:spPr bwMode="auto"/>
        <p:txBody>
          <a:bodyPr/>
          <a:lstStyle/>
          <a:p>
            <a:pPr>
              <a:defRPr/>
            </a:pPr>
            <a:r>
              <a:rPr lang="en-GB" sz="2600">
                <a:solidFill>
                  <a:srgbClr val="3333FF"/>
                </a:solidFill>
              </a:rPr>
              <a:t>Luc Steels (1990) has proposed to integrate features of GT, RLM and KADS like approaches to develop a more comprehensive methodology</a:t>
            </a:r>
            <a:endParaRPr/>
          </a:p>
          <a:p>
            <a:pPr>
              <a:defRPr/>
            </a:pPr>
            <a:r>
              <a:rPr lang="en-GB" sz="2600">
                <a:solidFill>
                  <a:srgbClr val="FF0000"/>
                </a:solidFill>
              </a:rPr>
              <a:t>It is named as Component of Expertise (</a:t>
            </a:r>
            <a:r>
              <a:rPr lang="en-GB" sz="2600">
                <a:solidFill>
                  <a:srgbClr val="FF0000"/>
                </a:solidFill>
                <a:highlight>
                  <a:srgbClr val="FFFF00"/>
                </a:highlight>
              </a:rPr>
              <a:t>CoE</a:t>
            </a:r>
            <a:r>
              <a:rPr lang="en-GB" sz="2600">
                <a:solidFill>
                  <a:srgbClr val="FF0000"/>
                </a:solidFill>
              </a:rPr>
              <a:t>). </a:t>
            </a:r>
            <a:endParaRPr/>
          </a:p>
          <a:p>
            <a:pPr>
              <a:defRPr/>
            </a:pPr>
            <a:r>
              <a:rPr lang="en-GB" sz="2600">
                <a:solidFill>
                  <a:srgbClr val="3333FF"/>
                </a:solidFill>
              </a:rPr>
              <a:t>CoE</a:t>
            </a:r>
            <a:r>
              <a:rPr lang="en-GB" sz="2600">
                <a:solidFill>
                  <a:srgbClr val="3333FF"/>
                </a:solidFill>
              </a:rPr>
              <a:t> approach encourages looking at the acquisition of experts’ knowledge in terms of </a:t>
            </a:r>
            <a:endParaRPr/>
          </a:p>
          <a:p>
            <a:pPr lvl="1">
              <a:defRPr/>
            </a:pPr>
            <a:r>
              <a:rPr lang="en-GB" sz="2200">
                <a:solidFill>
                  <a:srgbClr val="FF0000"/>
                </a:solidFill>
              </a:rPr>
              <a:t>Task identification</a:t>
            </a:r>
            <a:endParaRPr/>
          </a:p>
          <a:p>
            <a:pPr lvl="1">
              <a:defRPr/>
            </a:pPr>
            <a:r>
              <a:rPr lang="en-GB" sz="2200">
                <a:solidFill>
                  <a:srgbClr val="FF0000"/>
                </a:solidFill>
              </a:rPr>
              <a:t>Decomposition of tasks</a:t>
            </a:r>
            <a:endParaRPr/>
          </a:p>
          <a:p>
            <a:pPr lvl="1">
              <a:defRPr/>
            </a:pPr>
            <a:r>
              <a:rPr lang="en-GB" sz="2200">
                <a:solidFill>
                  <a:srgbClr val="FF0000"/>
                </a:solidFill>
              </a:rPr>
              <a:t>Investigation of methods</a:t>
            </a:r>
            <a:endParaRPr/>
          </a:p>
          <a:p>
            <a:pPr marL="344487" lvl="1" indent="0">
              <a:buFont typeface="Wingdings"/>
              <a:buNone/>
              <a:defRPr/>
            </a:pPr>
            <a:endParaRPr lang="en-GB" sz="2200">
              <a:solidFill>
                <a:srgbClr val="FF0000"/>
              </a:solidFill>
            </a:endParaRPr>
          </a:p>
          <a:p>
            <a:pPr lvl="1">
              <a:defRPr/>
            </a:pPr>
            <a:endParaRPr lang="en-GB" sz="2200">
              <a:solidFill>
                <a:srgbClr val="FF0000"/>
              </a:solidFill>
            </a:endParaRPr>
          </a:p>
          <a:p>
            <a:pPr lvl="1">
              <a:defRPr/>
            </a:pPr>
            <a:endParaRPr lang="en-GB" sz="2200">
              <a:solidFill>
                <a:srgbClr val="FF0000"/>
              </a:solidFill>
            </a:endParaRPr>
          </a:p>
          <a:p>
            <a:pPr marL="344487" lvl="1" indent="0">
              <a:buFont typeface="Wingdings"/>
              <a:buNone/>
              <a:defRPr/>
            </a:pPr>
            <a:endParaRPr lang="en-GB" sz="2200">
              <a:solidFill>
                <a:srgbClr val="FF0000"/>
              </a:solidFil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3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989928544" name="Rectangle 2"/>
          <p:cNvSpPr>
            <a:spLocks noChangeArrowheads="1" noGrp="1"/>
          </p:cNvSpPr>
          <p:nvPr>
            <p:ph type="title"/>
          </p:nvPr>
        </p:nvSpPr>
        <p:spPr bwMode="auto"/>
        <p:txBody>
          <a:bodyPr/>
          <a:lstStyle/>
          <a:p>
            <a:pPr>
              <a:defRPr/>
            </a:pPr>
            <a:r>
              <a:rPr lang="en-US" b="1">
                <a:solidFill>
                  <a:srgbClr val="00B050"/>
                </a:solidFill>
              </a:rPr>
              <a:t>KADS</a:t>
            </a:r>
            <a:endParaRPr/>
          </a:p>
        </p:txBody>
      </p:sp>
      <p:sp>
        <p:nvSpPr>
          <p:cNvPr id="1739312006" name="Rectangle 3"/>
          <p:cNvSpPr>
            <a:spLocks noChangeArrowheads="1" noGrp="1"/>
          </p:cNvSpPr>
          <p:nvPr>
            <p:ph type="body" idx="1"/>
          </p:nvPr>
        </p:nvSpPr>
        <p:spPr bwMode="auto">
          <a:xfrm>
            <a:off x="-152400" y="1600200"/>
            <a:ext cx="9448799" cy="4530725"/>
          </a:xfrm>
        </p:spPr>
        <p:txBody>
          <a:bodyPr/>
          <a:lstStyle/>
          <a:p>
            <a:pPr>
              <a:defRPr/>
            </a:pPr>
            <a:r>
              <a:rPr lang="en-GB" sz="2700">
                <a:solidFill>
                  <a:srgbClr val="FF0000"/>
                </a:solidFill>
              </a:rPr>
              <a:t>KADS stands for </a:t>
            </a:r>
            <a:r>
              <a:rPr lang="en-GB" sz="2700">
                <a:solidFill>
                  <a:srgbClr val="FF0000"/>
                </a:solidFill>
                <a:highlight>
                  <a:srgbClr val="FFFF00"/>
                </a:highlight>
              </a:rPr>
              <a:t>Knowledge Analysis and Design Support</a:t>
            </a:r>
            <a:endParaRPr/>
          </a:p>
          <a:p>
            <a:pPr lvl="1">
              <a:defRPr/>
            </a:pPr>
            <a:r>
              <a:rPr lang="en-GB" sz="2300">
                <a:solidFill>
                  <a:srgbClr val="FF0000"/>
                </a:solidFill>
              </a:rPr>
              <a:t>output is a set of design diagrams/descriptions</a:t>
            </a:r>
            <a:endParaRPr/>
          </a:p>
          <a:p>
            <a:pPr>
              <a:defRPr/>
            </a:pPr>
            <a:r>
              <a:rPr lang="en-GB" sz="2700">
                <a:solidFill>
                  <a:srgbClr val="3333FF"/>
                </a:solidFill>
              </a:rPr>
              <a:t>KADS supports </a:t>
            </a:r>
            <a:r>
              <a:rPr lang="en-GB" sz="2700">
                <a:solidFill>
                  <a:srgbClr val="3333FF"/>
                </a:solidFill>
                <a:highlight>
                  <a:srgbClr val="FFFF00"/>
                </a:highlight>
              </a:rPr>
              <a:t>until design diagrams</a:t>
            </a:r>
            <a:r>
              <a:rPr lang="en-GB" sz="2700">
                <a:solidFill>
                  <a:srgbClr val="3333FF"/>
                </a:solidFill>
              </a:rPr>
              <a:t>, but not the development of an executable code for an ES</a:t>
            </a:r>
            <a:endParaRPr/>
          </a:p>
          <a:p>
            <a:pPr>
              <a:defRPr/>
            </a:pPr>
            <a:r>
              <a:rPr lang="en-GB" sz="2700">
                <a:solidFill>
                  <a:srgbClr val="FF0000"/>
                </a:solidFill>
              </a:rPr>
              <a:t>KADS approach (</a:t>
            </a:r>
            <a:r>
              <a:rPr lang="en-GB" sz="2700">
                <a:solidFill>
                  <a:srgbClr val="FF0000"/>
                </a:solidFill>
              </a:rPr>
              <a:t>Weilinga</a:t>
            </a:r>
            <a:r>
              <a:rPr lang="en-GB" sz="2700">
                <a:solidFill>
                  <a:srgbClr val="FF0000"/>
                </a:solidFill>
              </a:rPr>
              <a:t> et al, 1992) is well recognised as a structured method to model ES</a:t>
            </a:r>
            <a:endParaRPr/>
          </a:p>
          <a:p>
            <a:pPr>
              <a:defRPr/>
            </a:pPr>
            <a:r>
              <a:rPr lang="en-GB" sz="2700">
                <a:solidFill>
                  <a:srgbClr val="3333FF"/>
                </a:solidFill>
              </a:rPr>
              <a:t>It proposes a </a:t>
            </a:r>
            <a:r>
              <a:rPr lang="en-GB" sz="2700">
                <a:solidFill>
                  <a:srgbClr val="3333FF"/>
                </a:solidFill>
                <a:highlight>
                  <a:srgbClr val="FFFF00"/>
                </a:highlight>
              </a:rPr>
              <a:t>four-layer architecture</a:t>
            </a:r>
            <a:r>
              <a:rPr lang="en-GB" sz="2700">
                <a:solidFill>
                  <a:srgbClr val="3333FF"/>
                </a:solidFill>
              </a:rPr>
              <a:t> for modelling ES</a:t>
            </a:r>
            <a:endParaRPr/>
          </a:p>
          <a:p>
            <a:pPr>
              <a:defRPr/>
            </a:pPr>
            <a:endParaRPr lang="en-US">
              <a:solidFill>
                <a:srgbClr val="3333FF"/>
              </a:solidFil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3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101965908" name="Rectangle 2"/>
          <p:cNvSpPr>
            <a:spLocks noChangeArrowheads="1" noGrp="1"/>
          </p:cNvSpPr>
          <p:nvPr>
            <p:ph type="title"/>
          </p:nvPr>
        </p:nvSpPr>
        <p:spPr bwMode="auto"/>
        <p:txBody>
          <a:bodyPr/>
          <a:lstStyle/>
          <a:p>
            <a:pPr>
              <a:defRPr/>
            </a:pPr>
            <a:r>
              <a:rPr lang="en-US" b="1">
                <a:solidFill>
                  <a:srgbClr val="00B050"/>
                </a:solidFill>
              </a:rPr>
              <a:t>Four-layer architecture of KADS</a:t>
            </a:r>
            <a:endParaRPr/>
          </a:p>
        </p:txBody>
      </p:sp>
      <p:sp>
        <p:nvSpPr>
          <p:cNvPr id="445645768" name="Text Box 4"/>
          <p:cNvSpPr txBox="1">
            <a:spLocks noChangeArrowheads="1"/>
          </p:cNvSpPr>
          <p:nvPr/>
        </p:nvSpPr>
        <p:spPr bwMode="auto">
          <a:xfrm>
            <a:off x="2895600" y="1676400"/>
            <a:ext cx="3505199" cy="914400"/>
          </a:xfrm>
          <a:prstGeom prst="rect">
            <a:avLst/>
          </a:prstGeom>
          <a:solidFill>
            <a:schemeClr val="bg1">
              <a:lumMod val="65000"/>
            </a:schemeClr>
          </a:solidFill>
          <a:ln w="9525">
            <a:solidFill>
              <a:srgbClr val="000000"/>
            </a:solidFill>
            <a:miter lim="800000"/>
            <a:headEnd/>
            <a:tailEnd/>
          </a:ln>
        </p:spPr>
        <p:txBody>
          <a:bodyPr/>
          <a:lstStyle>
            <a:lvl1pPr>
              <a:spcBef>
                <a:spcPts val="0"/>
              </a:spcBef>
              <a:buClr>
                <a:schemeClr val="accent1"/>
              </a:buClr>
              <a:buSzPct val="65000"/>
              <a:buFont typeface="Wingdings"/>
              <a:buChar char="n"/>
              <a:defRPr sz="3000">
                <a:solidFill>
                  <a:schemeClr val="tx1"/>
                </a:solidFill>
                <a:latin typeface="Arial"/>
              </a:defRPr>
            </a:lvl1pPr>
            <a:lvl2pPr marL="742950" indent="-285750">
              <a:spcBef>
                <a:spcPts val="0"/>
              </a:spcBef>
              <a:buClr>
                <a:schemeClr val="accent2"/>
              </a:buClr>
              <a:buSzPct val="60000"/>
              <a:buFont typeface="Wingdings"/>
              <a:buChar char="q"/>
              <a:defRPr sz="2600">
                <a:solidFill>
                  <a:schemeClr val="tx1"/>
                </a:solidFill>
                <a:latin typeface="Arial"/>
              </a:defRPr>
            </a:lvl2pPr>
            <a:lvl3pPr marL="1143000" indent="-228600">
              <a:spcBef>
                <a:spcPts val="0"/>
              </a:spcBef>
              <a:buClr>
                <a:schemeClr val="accent1"/>
              </a:buClr>
              <a:buSzPct val="65000"/>
              <a:buFont typeface="Wingdings"/>
              <a:buChar char="n"/>
              <a:defRPr sz="2200">
                <a:solidFill>
                  <a:schemeClr val="tx1"/>
                </a:solidFill>
                <a:latin typeface="Arial"/>
              </a:defRPr>
            </a:lvl3pPr>
            <a:lvl4pPr marL="1600200" indent="-228600">
              <a:spcBef>
                <a:spcPts val="0"/>
              </a:spcBef>
              <a:buClr>
                <a:schemeClr val="accent2"/>
              </a:buClr>
              <a:buSzPct val="70000"/>
              <a:buFont typeface="Wingdings"/>
              <a:buChar char="q"/>
              <a:defRPr sz="2000">
                <a:solidFill>
                  <a:schemeClr val="tx1"/>
                </a:solidFill>
                <a:latin typeface="Arial"/>
              </a:defRPr>
            </a:lvl4pPr>
            <a:lvl5pPr marL="2057400" indent="-228600">
              <a:spcBef>
                <a:spcPts val="0"/>
              </a:spcBef>
              <a:buClr>
                <a:schemeClr val="accent1"/>
              </a:buClr>
              <a:buSzPct val="75000"/>
              <a:buFont typeface="Wingdings"/>
              <a:buChar char="§"/>
              <a:defRPr sz="2000">
                <a:solidFill>
                  <a:schemeClr val="tx1"/>
                </a:solidFill>
                <a:latin typeface="Arial"/>
              </a:defRPr>
            </a:lvl5pPr>
            <a:lvl6pPr marL="2514600" indent="-228600">
              <a:spcBef>
                <a:spcPts val="0"/>
              </a:spcBef>
              <a:spcAft>
                <a:spcPts val="0"/>
              </a:spcAft>
              <a:buClr>
                <a:schemeClr val="accent1"/>
              </a:buClr>
              <a:buSzPct val="75000"/>
              <a:buFont typeface="Wingdings"/>
              <a:buChar char="§"/>
              <a:defRPr sz="2000">
                <a:solidFill>
                  <a:schemeClr val="tx1"/>
                </a:solidFill>
                <a:latin typeface="Arial"/>
              </a:defRPr>
            </a:lvl6pPr>
            <a:lvl7pPr marL="2971800" indent="-228600">
              <a:spcBef>
                <a:spcPts val="0"/>
              </a:spcBef>
              <a:spcAft>
                <a:spcPts val="0"/>
              </a:spcAft>
              <a:buClr>
                <a:schemeClr val="accent1"/>
              </a:buClr>
              <a:buSzPct val="75000"/>
              <a:buFont typeface="Wingdings"/>
              <a:buChar char="§"/>
              <a:defRPr sz="2000">
                <a:solidFill>
                  <a:schemeClr val="tx1"/>
                </a:solidFill>
                <a:latin typeface="Arial"/>
              </a:defRPr>
            </a:lvl7pPr>
            <a:lvl8pPr marL="3429000" indent="-228600">
              <a:spcBef>
                <a:spcPts val="0"/>
              </a:spcBef>
              <a:spcAft>
                <a:spcPts val="0"/>
              </a:spcAft>
              <a:buClr>
                <a:schemeClr val="accent1"/>
              </a:buClr>
              <a:buSzPct val="75000"/>
              <a:buFont typeface="Wingdings"/>
              <a:buChar char="§"/>
              <a:defRPr sz="2000">
                <a:solidFill>
                  <a:schemeClr val="tx1"/>
                </a:solidFill>
                <a:latin typeface="Arial"/>
              </a:defRPr>
            </a:lvl8pPr>
            <a:lvl9pPr marL="3886200" indent="-228600">
              <a:spcBef>
                <a:spcPts val="0"/>
              </a:spcBef>
              <a:spcAft>
                <a:spcPts val="0"/>
              </a:spcAft>
              <a:buClr>
                <a:schemeClr val="accent1"/>
              </a:buClr>
              <a:buSzPct val="75000"/>
              <a:buFont typeface="Wingdings"/>
              <a:buChar char="§"/>
              <a:defRPr sz="2000">
                <a:solidFill>
                  <a:schemeClr val="tx1"/>
                </a:solidFill>
                <a:latin typeface="Arial"/>
              </a:defRPr>
            </a:lvl9pPr>
          </a:lstStyle>
          <a:p>
            <a:pPr algn="ctr">
              <a:spcBef>
                <a:spcPts val="0"/>
              </a:spcBef>
              <a:buClrTx/>
              <a:buSzTx/>
              <a:buFontTx/>
              <a:buNone/>
              <a:defRPr/>
            </a:pPr>
            <a:r>
              <a:rPr lang="en-US" sz="2800" b="1">
                <a:solidFill>
                  <a:srgbClr val="CC3300"/>
                </a:solidFill>
                <a:latin typeface="Trebuchet MS"/>
              </a:rPr>
              <a:t>Strategic layer</a:t>
            </a:r>
            <a:endParaRPr lang="en-US" sz="2800">
              <a:solidFill>
                <a:srgbClr val="CC3300"/>
              </a:solidFill>
            </a:endParaRPr>
          </a:p>
        </p:txBody>
      </p:sp>
      <p:sp>
        <p:nvSpPr>
          <p:cNvPr id="1276710012" name="Text Box 5"/>
          <p:cNvSpPr txBox="1">
            <a:spLocks noChangeArrowheads="1"/>
          </p:cNvSpPr>
          <p:nvPr/>
        </p:nvSpPr>
        <p:spPr bwMode="auto">
          <a:xfrm>
            <a:off x="2895600" y="2895600"/>
            <a:ext cx="3581400" cy="800100"/>
          </a:xfrm>
          <a:prstGeom prst="rect">
            <a:avLst/>
          </a:prstGeom>
          <a:solidFill>
            <a:schemeClr val="bg1">
              <a:lumMod val="65000"/>
            </a:schemeClr>
          </a:solidFill>
          <a:ln w="9525">
            <a:solidFill>
              <a:srgbClr val="000000"/>
            </a:solidFill>
            <a:miter lim="800000"/>
            <a:headEnd/>
            <a:tailEnd/>
          </a:ln>
        </p:spPr>
        <p:txBody>
          <a:bodyPr/>
          <a:lstStyle>
            <a:lvl1pPr>
              <a:spcBef>
                <a:spcPts val="0"/>
              </a:spcBef>
              <a:buClr>
                <a:schemeClr val="accent1"/>
              </a:buClr>
              <a:buSzPct val="65000"/>
              <a:buFont typeface="Wingdings"/>
              <a:buChar char="n"/>
              <a:defRPr sz="3000">
                <a:solidFill>
                  <a:schemeClr val="tx1"/>
                </a:solidFill>
                <a:latin typeface="Arial"/>
              </a:defRPr>
            </a:lvl1pPr>
            <a:lvl2pPr marL="742950" indent="-285750">
              <a:spcBef>
                <a:spcPts val="0"/>
              </a:spcBef>
              <a:buClr>
                <a:schemeClr val="accent2"/>
              </a:buClr>
              <a:buSzPct val="60000"/>
              <a:buFont typeface="Wingdings"/>
              <a:buChar char="q"/>
              <a:defRPr sz="2600">
                <a:solidFill>
                  <a:schemeClr val="tx1"/>
                </a:solidFill>
                <a:latin typeface="Arial"/>
              </a:defRPr>
            </a:lvl2pPr>
            <a:lvl3pPr marL="1143000" indent="-228600">
              <a:spcBef>
                <a:spcPts val="0"/>
              </a:spcBef>
              <a:buClr>
                <a:schemeClr val="accent1"/>
              </a:buClr>
              <a:buSzPct val="65000"/>
              <a:buFont typeface="Wingdings"/>
              <a:buChar char="n"/>
              <a:defRPr sz="2200">
                <a:solidFill>
                  <a:schemeClr val="tx1"/>
                </a:solidFill>
                <a:latin typeface="Arial"/>
              </a:defRPr>
            </a:lvl3pPr>
            <a:lvl4pPr marL="1600200" indent="-228600">
              <a:spcBef>
                <a:spcPts val="0"/>
              </a:spcBef>
              <a:buClr>
                <a:schemeClr val="accent2"/>
              </a:buClr>
              <a:buSzPct val="70000"/>
              <a:buFont typeface="Wingdings"/>
              <a:buChar char="q"/>
              <a:defRPr sz="2000">
                <a:solidFill>
                  <a:schemeClr val="tx1"/>
                </a:solidFill>
                <a:latin typeface="Arial"/>
              </a:defRPr>
            </a:lvl4pPr>
            <a:lvl5pPr marL="2057400" indent="-228600">
              <a:spcBef>
                <a:spcPts val="0"/>
              </a:spcBef>
              <a:buClr>
                <a:schemeClr val="accent1"/>
              </a:buClr>
              <a:buSzPct val="75000"/>
              <a:buFont typeface="Wingdings"/>
              <a:buChar char="§"/>
              <a:defRPr sz="2000">
                <a:solidFill>
                  <a:schemeClr val="tx1"/>
                </a:solidFill>
                <a:latin typeface="Arial"/>
              </a:defRPr>
            </a:lvl5pPr>
            <a:lvl6pPr marL="2514600" indent="-228600">
              <a:spcBef>
                <a:spcPts val="0"/>
              </a:spcBef>
              <a:spcAft>
                <a:spcPts val="0"/>
              </a:spcAft>
              <a:buClr>
                <a:schemeClr val="accent1"/>
              </a:buClr>
              <a:buSzPct val="75000"/>
              <a:buFont typeface="Wingdings"/>
              <a:buChar char="§"/>
              <a:defRPr sz="2000">
                <a:solidFill>
                  <a:schemeClr val="tx1"/>
                </a:solidFill>
                <a:latin typeface="Arial"/>
              </a:defRPr>
            </a:lvl6pPr>
            <a:lvl7pPr marL="2971800" indent="-228600">
              <a:spcBef>
                <a:spcPts val="0"/>
              </a:spcBef>
              <a:spcAft>
                <a:spcPts val="0"/>
              </a:spcAft>
              <a:buClr>
                <a:schemeClr val="accent1"/>
              </a:buClr>
              <a:buSzPct val="75000"/>
              <a:buFont typeface="Wingdings"/>
              <a:buChar char="§"/>
              <a:defRPr sz="2000">
                <a:solidFill>
                  <a:schemeClr val="tx1"/>
                </a:solidFill>
                <a:latin typeface="Arial"/>
              </a:defRPr>
            </a:lvl7pPr>
            <a:lvl8pPr marL="3429000" indent="-228600">
              <a:spcBef>
                <a:spcPts val="0"/>
              </a:spcBef>
              <a:spcAft>
                <a:spcPts val="0"/>
              </a:spcAft>
              <a:buClr>
                <a:schemeClr val="accent1"/>
              </a:buClr>
              <a:buSzPct val="75000"/>
              <a:buFont typeface="Wingdings"/>
              <a:buChar char="§"/>
              <a:defRPr sz="2000">
                <a:solidFill>
                  <a:schemeClr val="tx1"/>
                </a:solidFill>
                <a:latin typeface="Arial"/>
              </a:defRPr>
            </a:lvl8pPr>
            <a:lvl9pPr marL="3886200" indent="-228600">
              <a:spcBef>
                <a:spcPts val="0"/>
              </a:spcBef>
              <a:spcAft>
                <a:spcPts val="0"/>
              </a:spcAft>
              <a:buClr>
                <a:schemeClr val="accent1"/>
              </a:buClr>
              <a:buSzPct val="75000"/>
              <a:buFont typeface="Wingdings"/>
              <a:buChar char="§"/>
              <a:defRPr sz="2000">
                <a:solidFill>
                  <a:schemeClr val="tx1"/>
                </a:solidFill>
                <a:latin typeface="Arial"/>
              </a:defRPr>
            </a:lvl9pPr>
          </a:lstStyle>
          <a:p>
            <a:pPr algn="ctr">
              <a:spcBef>
                <a:spcPts val="0"/>
              </a:spcBef>
              <a:buClrTx/>
              <a:buSzTx/>
              <a:buFontTx/>
              <a:buNone/>
              <a:defRPr/>
            </a:pPr>
            <a:r>
              <a:rPr lang="en-US" sz="2800" b="1">
                <a:solidFill>
                  <a:srgbClr val="CC3300"/>
                </a:solidFill>
                <a:latin typeface="Trebuchet MS"/>
              </a:rPr>
              <a:t>Task layer</a:t>
            </a:r>
            <a:endParaRPr lang="en-US" sz="2800">
              <a:solidFill>
                <a:srgbClr val="CC3300"/>
              </a:solidFill>
            </a:endParaRPr>
          </a:p>
        </p:txBody>
      </p:sp>
      <p:sp>
        <p:nvSpPr>
          <p:cNvPr id="621719532" name="Text Box 6"/>
          <p:cNvSpPr txBox="1">
            <a:spLocks noChangeArrowheads="1"/>
          </p:cNvSpPr>
          <p:nvPr/>
        </p:nvSpPr>
        <p:spPr bwMode="auto">
          <a:xfrm>
            <a:off x="2895600" y="3962400"/>
            <a:ext cx="3581400" cy="838200"/>
          </a:xfrm>
          <a:prstGeom prst="rect">
            <a:avLst/>
          </a:prstGeom>
          <a:solidFill>
            <a:schemeClr val="bg1">
              <a:lumMod val="65000"/>
            </a:schemeClr>
          </a:solidFill>
          <a:ln w="9525">
            <a:solidFill>
              <a:srgbClr val="000000"/>
            </a:solidFill>
            <a:miter lim="800000"/>
            <a:headEnd/>
            <a:tailEnd/>
          </a:ln>
        </p:spPr>
        <p:txBody>
          <a:bodyPr/>
          <a:lstStyle>
            <a:lvl1pPr>
              <a:spcBef>
                <a:spcPts val="0"/>
              </a:spcBef>
              <a:buClr>
                <a:schemeClr val="accent1"/>
              </a:buClr>
              <a:buSzPct val="65000"/>
              <a:buFont typeface="Wingdings"/>
              <a:buChar char="n"/>
              <a:defRPr sz="3000">
                <a:solidFill>
                  <a:schemeClr val="tx1"/>
                </a:solidFill>
                <a:latin typeface="Arial"/>
              </a:defRPr>
            </a:lvl1pPr>
            <a:lvl2pPr marL="742950" indent="-285750">
              <a:spcBef>
                <a:spcPts val="0"/>
              </a:spcBef>
              <a:buClr>
                <a:schemeClr val="accent2"/>
              </a:buClr>
              <a:buSzPct val="60000"/>
              <a:buFont typeface="Wingdings"/>
              <a:buChar char="q"/>
              <a:defRPr sz="2600">
                <a:solidFill>
                  <a:schemeClr val="tx1"/>
                </a:solidFill>
                <a:latin typeface="Arial"/>
              </a:defRPr>
            </a:lvl2pPr>
            <a:lvl3pPr marL="1143000" indent="-228600">
              <a:spcBef>
                <a:spcPts val="0"/>
              </a:spcBef>
              <a:buClr>
                <a:schemeClr val="accent1"/>
              </a:buClr>
              <a:buSzPct val="65000"/>
              <a:buFont typeface="Wingdings"/>
              <a:buChar char="n"/>
              <a:defRPr sz="2200">
                <a:solidFill>
                  <a:schemeClr val="tx1"/>
                </a:solidFill>
                <a:latin typeface="Arial"/>
              </a:defRPr>
            </a:lvl3pPr>
            <a:lvl4pPr marL="1600200" indent="-228600">
              <a:spcBef>
                <a:spcPts val="0"/>
              </a:spcBef>
              <a:buClr>
                <a:schemeClr val="accent2"/>
              </a:buClr>
              <a:buSzPct val="70000"/>
              <a:buFont typeface="Wingdings"/>
              <a:buChar char="q"/>
              <a:defRPr sz="2000">
                <a:solidFill>
                  <a:schemeClr val="tx1"/>
                </a:solidFill>
                <a:latin typeface="Arial"/>
              </a:defRPr>
            </a:lvl4pPr>
            <a:lvl5pPr marL="2057400" indent="-228600">
              <a:spcBef>
                <a:spcPts val="0"/>
              </a:spcBef>
              <a:buClr>
                <a:schemeClr val="accent1"/>
              </a:buClr>
              <a:buSzPct val="75000"/>
              <a:buFont typeface="Wingdings"/>
              <a:buChar char="§"/>
              <a:defRPr sz="2000">
                <a:solidFill>
                  <a:schemeClr val="tx1"/>
                </a:solidFill>
                <a:latin typeface="Arial"/>
              </a:defRPr>
            </a:lvl5pPr>
            <a:lvl6pPr marL="2514600" indent="-228600">
              <a:spcBef>
                <a:spcPts val="0"/>
              </a:spcBef>
              <a:spcAft>
                <a:spcPts val="0"/>
              </a:spcAft>
              <a:buClr>
                <a:schemeClr val="accent1"/>
              </a:buClr>
              <a:buSzPct val="75000"/>
              <a:buFont typeface="Wingdings"/>
              <a:buChar char="§"/>
              <a:defRPr sz="2000">
                <a:solidFill>
                  <a:schemeClr val="tx1"/>
                </a:solidFill>
                <a:latin typeface="Arial"/>
              </a:defRPr>
            </a:lvl6pPr>
            <a:lvl7pPr marL="2971800" indent="-228600">
              <a:spcBef>
                <a:spcPts val="0"/>
              </a:spcBef>
              <a:spcAft>
                <a:spcPts val="0"/>
              </a:spcAft>
              <a:buClr>
                <a:schemeClr val="accent1"/>
              </a:buClr>
              <a:buSzPct val="75000"/>
              <a:buFont typeface="Wingdings"/>
              <a:buChar char="§"/>
              <a:defRPr sz="2000">
                <a:solidFill>
                  <a:schemeClr val="tx1"/>
                </a:solidFill>
                <a:latin typeface="Arial"/>
              </a:defRPr>
            </a:lvl7pPr>
            <a:lvl8pPr marL="3429000" indent="-228600">
              <a:spcBef>
                <a:spcPts val="0"/>
              </a:spcBef>
              <a:spcAft>
                <a:spcPts val="0"/>
              </a:spcAft>
              <a:buClr>
                <a:schemeClr val="accent1"/>
              </a:buClr>
              <a:buSzPct val="75000"/>
              <a:buFont typeface="Wingdings"/>
              <a:buChar char="§"/>
              <a:defRPr sz="2000">
                <a:solidFill>
                  <a:schemeClr val="tx1"/>
                </a:solidFill>
                <a:latin typeface="Arial"/>
              </a:defRPr>
            </a:lvl8pPr>
            <a:lvl9pPr marL="3886200" indent="-228600">
              <a:spcBef>
                <a:spcPts val="0"/>
              </a:spcBef>
              <a:spcAft>
                <a:spcPts val="0"/>
              </a:spcAft>
              <a:buClr>
                <a:schemeClr val="accent1"/>
              </a:buClr>
              <a:buSzPct val="75000"/>
              <a:buFont typeface="Wingdings"/>
              <a:buChar char="§"/>
              <a:defRPr sz="2000">
                <a:solidFill>
                  <a:schemeClr val="tx1"/>
                </a:solidFill>
                <a:latin typeface="Arial"/>
              </a:defRPr>
            </a:lvl9pPr>
          </a:lstStyle>
          <a:p>
            <a:pPr algn="ctr">
              <a:spcBef>
                <a:spcPts val="0"/>
              </a:spcBef>
              <a:buClrTx/>
              <a:buSzTx/>
              <a:buFontTx/>
              <a:buNone/>
              <a:defRPr/>
            </a:pPr>
            <a:r>
              <a:rPr lang="en-US" sz="2800" b="1">
                <a:solidFill>
                  <a:srgbClr val="CC3300"/>
                </a:solidFill>
                <a:latin typeface="Trebuchet MS"/>
              </a:rPr>
              <a:t>Inference layer</a:t>
            </a:r>
            <a:endParaRPr/>
          </a:p>
          <a:p>
            <a:pPr algn="ctr">
              <a:spcBef>
                <a:spcPts val="0"/>
              </a:spcBef>
              <a:buClrTx/>
              <a:buSzTx/>
              <a:buFontTx/>
              <a:buNone/>
              <a:defRPr/>
            </a:pPr>
            <a:r>
              <a:rPr lang="en-US" sz="2200" b="1">
                <a:solidFill>
                  <a:srgbClr val="CC3300"/>
                </a:solidFill>
                <a:latin typeface="Trebuchet MS"/>
              </a:rPr>
              <a:t>Input, functions, output</a:t>
            </a:r>
            <a:endParaRPr lang="en-US" sz="2200">
              <a:solidFill>
                <a:srgbClr val="CC3300"/>
              </a:solidFill>
            </a:endParaRPr>
          </a:p>
        </p:txBody>
      </p:sp>
      <p:sp>
        <p:nvSpPr>
          <p:cNvPr id="1745867268" name="Text Box 7"/>
          <p:cNvSpPr txBox="1">
            <a:spLocks noChangeArrowheads="1"/>
          </p:cNvSpPr>
          <p:nvPr/>
        </p:nvSpPr>
        <p:spPr bwMode="auto">
          <a:xfrm>
            <a:off x="2895600" y="5029200"/>
            <a:ext cx="3581400" cy="838200"/>
          </a:xfrm>
          <a:prstGeom prst="rect">
            <a:avLst/>
          </a:prstGeom>
          <a:solidFill>
            <a:schemeClr val="bg1">
              <a:lumMod val="65000"/>
            </a:schemeClr>
          </a:solidFill>
          <a:ln w="9525">
            <a:solidFill>
              <a:srgbClr val="000000"/>
            </a:solidFill>
            <a:miter lim="800000"/>
            <a:headEnd/>
            <a:tailEnd/>
          </a:ln>
        </p:spPr>
        <p:txBody>
          <a:bodyPr/>
          <a:lstStyle>
            <a:lvl1pPr>
              <a:spcBef>
                <a:spcPts val="0"/>
              </a:spcBef>
              <a:buClr>
                <a:schemeClr val="accent1"/>
              </a:buClr>
              <a:buSzPct val="65000"/>
              <a:buFont typeface="Wingdings"/>
              <a:buChar char="n"/>
              <a:defRPr sz="3000">
                <a:solidFill>
                  <a:schemeClr val="tx1"/>
                </a:solidFill>
                <a:latin typeface="Arial"/>
              </a:defRPr>
            </a:lvl1pPr>
            <a:lvl2pPr marL="742950" indent="-285750">
              <a:spcBef>
                <a:spcPts val="0"/>
              </a:spcBef>
              <a:buClr>
                <a:schemeClr val="accent2"/>
              </a:buClr>
              <a:buSzPct val="60000"/>
              <a:buFont typeface="Wingdings"/>
              <a:buChar char="q"/>
              <a:defRPr sz="2600">
                <a:solidFill>
                  <a:schemeClr val="tx1"/>
                </a:solidFill>
                <a:latin typeface="Arial"/>
              </a:defRPr>
            </a:lvl2pPr>
            <a:lvl3pPr marL="1143000" indent="-228600">
              <a:spcBef>
                <a:spcPts val="0"/>
              </a:spcBef>
              <a:buClr>
                <a:schemeClr val="accent1"/>
              </a:buClr>
              <a:buSzPct val="65000"/>
              <a:buFont typeface="Wingdings"/>
              <a:buChar char="n"/>
              <a:defRPr sz="2200">
                <a:solidFill>
                  <a:schemeClr val="tx1"/>
                </a:solidFill>
                <a:latin typeface="Arial"/>
              </a:defRPr>
            </a:lvl3pPr>
            <a:lvl4pPr marL="1600200" indent="-228600">
              <a:spcBef>
                <a:spcPts val="0"/>
              </a:spcBef>
              <a:buClr>
                <a:schemeClr val="accent2"/>
              </a:buClr>
              <a:buSzPct val="70000"/>
              <a:buFont typeface="Wingdings"/>
              <a:buChar char="q"/>
              <a:defRPr sz="2000">
                <a:solidFill>
                  <a:schemeClr val="tx1"/>
                </a:solidFill>
                <a:latin typeface="Arial"/>
              </a:defRPr>
            </a:lvl4pPr>
            <a:lvl5pPr marL="2057400" indent="-228600">
              <a:spcBef>
                <a:spcPts val="0"/>
              </a:spcBef>
              <a:buClr>
                <a:schemeClr val="accent1"/>
              </a:buClr>
              <a:buSzPct val="75000"/>
              <a:buFont typeface="Wingdings"/>
              <a:buChar char="§"/>
              <a:defRPr sz="2000">
                <a:solidFill>
                  <a:schemeClr val="tx1"/>
                </a:solidFill>
                <a:latin typeface="Arial"/>
              </a:defRPr>
            </a:lvl5pPr>
            <a:lvl6pPr marL="2514600" indent="-228600">
              <a:spcBef>
                <a:spcPts val="0"/>
              </a:spcBef>
              <a:spcAft>
                <a:spcPts val="0"/>
              </a:spcAft>
              <a:buClr>
                <a:schemeClr val="accent1"/>
              </a:buClr>
              <a:buSzPct val="75000"/>
              <a:buFont typeface="Wingdings"/>
              <a:buChar char="§"/>
              <a:defRPr sz="2000">
                <a:solidFill>
                  <a:schemeClr val="tx1"/>
                </a:solidFill>
                <a:latin typeface="Arial"/>
              </a:defRPr>
            </a:lvl6pPr>
            <a:lvl7pPr marL="2971800" indent="-228600">
              <a:spcBef>
                <a:spcPts val="0"/>
              </a:spcBef>
              <a:spcAft>
                <a:spcPts val="0"/>
              </a:spcAft>
              <a:buClr>
                <a:schemeClr val="accent1"/>
              </a:buClr>
              <a:buSzPct val="75000"/>
              <a:buFont typeface="Wingdings"/>
              <a:buChar char="§"/>
              <a:defRPr sz="2000">
                <a:solidFill>
                  <a:schemeClr val="tx1"/>
                </a:solidFill>
                <a:latin typeface="Arial"/>
              </a:defRPr>
            </a:lvl7pPr>
            <a:lvl8pPr marL="3429000" indent="-228600">
              <a:spcBef>
                <a:spcPts val="0"/>
              </a:spcBef>
              <a:spcAft>
                <a:spcPts val="0"/>
              </a:spcAft>
              <a:buClr>
                <a:schemeClr val="accent1"/>
              </a:buClr>
              <a:buSzPct val="75000"/>
              <a:buFont typeface="Wingdings"/>
              <a:buChar char="§"/>
              <a:defRPr sz="2000">
                <a:solidFill>
                  <a:schemeClr val="tx1"/>
                </a:solidFill>
                <a:latin typeface="Arial"/>
              </a:defRPr>
            </a:lvl8pPr>
            <a:lvl9pPr marL="3886200" indent="-228600">
              <a:spcBef>
                <a:spcPts val="0"/>
              </a:spcBef>
              <a:spcAft>
                <a:spcPts val="0"/>
              </a:spcAft>
              <a:buClr>
                <a:schemeClr val="accent1"/>
              </a:buClr>
              <a:buSzPct val="75000"/>
              <a:buFont typeface="Wingdings"/>
              <a:buChar char="§"/>
              <a:defRPr sz="2000">
                <a:solidFill>
                  <a:schemeClr val="tx1"/>
                </a:solidFill>
                <a:latin typeface="Arial"/>
              </a:defRPr>
            </a:lvl9pPr>
          </a:lstStyle>
          <a:p>
            <a:pPr algn="ctr">
              <a:spcBef>
                <a:spcPts val="0"/>
              </a:spcBef>
              <a:buClrTx/>
              <a:buSzTx/>
              <a:buFontTx/>
              <a:buNone/>
              <a:defRPr/>
            </a:pPr>
            <a:r>
              <a:rPr lang="en-US" sz="2800" b="1">
                <a:solidFill>
                  <a:srgbClr val="CC3300"/>
                </a:solidFill>
                <a:latin typeface="Trebuchet MS"/>
              </a:rPr>
              <a:t>Domain layer</a:t>
            </a:r>
            <a:endParaRPr/>
          </a:p>
          <a:p>
            <a:pPr algn="ctr">
              <a:spcBef>
                <a:spcPts val="0"/>
              </a:spcBef>
              <a:buClrTx/>
              <a:buSzTx/>
              <a:buFontTx/>
              <a:buNone/>
              <a:defRPr/>
            </a:pPr>
            <a:r>
              <a:rPr lang="en-US" sz="2400" b="1">
                <a:solidFill>
                  <a:srgbClr val="CC3300"/>
                </a:solidFill>
                <a:latin typeface="Trebuchet MS"/>
              </a:rPr>
              <a:t>concepts, relationships</a:t>
            </a:r>
            <a:endParaRPr lang="en-US" sz="2400">
              <a:solidFill>
                <a:srgbClr val="CC3300"/>
              </a:solidFill>
            </a:endParaRPr>
          </a:p>
        </p:txBody>
      </p:sp>
      <p:sp>
        <p:nvSpPr>
          <p:cNvPr id="917124527" name="AutoShape 8"/>
          <p:cNvSpPr>
            <a:spLocks noChangeArrowheads="1"/>
          </p:cNvSpPr>
          <p:nvPr/>
        </p:nvSpPr>
        <p:spPr bwMode="auto">
          <a:xfrm>
            <a:off x="6781800" y="1676400"/>
            <a:ext cx="1219200" cy="3962400"/>
          </a:xfrm>
          <a:prstGeom prst="upArrow">
            <a:avLst>
              <a:gd name="adj1" fmla="val 50000"/>
              <a:gd name="adj2" fmla="val 81250"/>
            </a:avLst>
          </a:prstGeom>
          <a:gradFill>
            <a:gsLst>
              <a:gs pos="0">
                <a:srgbClr val="66FF66"/>
              </a:gs>
              <a:gs pos="100000">
                <a:srgbClr val="2F762F"/>
              </a:gs>
            </a:gsLst>
            <a:lin ang="5400000" scaled="1"/>
          </a:gradFill>
          <a:ln w="9525" algn="ctr">
            <a:solidFill>
              <a:srgbClr val="000000"/>
            </a:solidFill>
            <a:miter lim="800000"/>
            <a:headEnd/>
            <a:tailEnd/>
          </a:ln>
        </p:spPr>
        <p:txBody>
          <a:bodyPr wrap="none" anchor="ctr"/>
          <a:lstStyle>
            <a:lvl1pPr>
              <a:spcBef>
                <a:spcPts val="0"/>
              </a:spcBef>
              <a:buClr>
                <a:schemeClr val="accent1"/>
              </a:buClr>
              <a:buSzPct val="65000"/>
              <a:buFont typeface="Wingdings"/>
              <a:buChar char="n"/>
              <a:defRPr sz="3000">
                <a:solidFill>
                  <a:schemeClr val="tx1"/>
                </a:solidFill>
                <a:latin typeface="Arial"/>
              </a:defRPr>
            </a:lvl1pPr>
            <a:lvl2pPr marL="742950" indent="-285750">
              <a:spcBef>
                <a:spcPts val="0"/>
              </a:spcBef>
              <a:buClr>
                <a:schemeClr val="accent2"/>
              </a:buClr>
              <a:buSzPct val="60000"/>
              <a:buFont typeface="Wingdings"/>
              <a:buChar char="q"/>
              <a:defRPr sz="2600">
                <a:solidFill>
                  <a:schemeClr val="tx1"/>
                </a:solidFill>
                <a:latin typeface="Arial"/>
              </a:defRPr>
            </a:lvl2pPr>
            <a:lvl3pPr marL="1143000" indent="-228600">
              <a:spcBef>
                <a:spcPts val="0"/>
              </a:spcBef>
              <a:buClr>
                <a:schemeClr val="accent1"/>
              </a:buClr>
              <a:buSzPct val="65000"/>
              <a:buFont typeface="Wingdings"/>
              <a:buChar char="n"/>
              <a:defRPr sz="2200">
                <a:solidFill>
                  <a:schemeClr val="tx1"/>
                </a:solidFill>
                <a:latin typeface="Arial"/>
              </a:defRPr>
            </a:lvl3pPr>
            <a:lvl4pPr marL="1600200" indent="-228600">
              <a:spcBef>
                <a:spcPts val="0"/>
              </a:spcBef>
              <a:buClr>
                <a:schemeClr val="accent2"/>
              </a:buClr>
              <a:buSzPct val="70000"/>
              <a:buFont typeface="Wingdings"/>
              <a:buChar char="q"/>
              <a:defRPr sz="2000">
                <a:solidFill>
                  <a:schemeClr val="tx1"/>
                </a:solidFill>
                <a:latin typeface="Arial"/>
              </a:defRPr>
            </a:lvl4pPr>
            <a:lvl5pPr marL="2057400" indent="-228600">
              <a:spcBef>
                <a:spcPts val="0"/>
              </a:spcBef>
              <a:buClr>
                <a:schemeClr val="accent1"/>
              </a:buClr>
              <a:buSzPct val="75000"/>
              <a:buFont typeface="Wingdings"/>
              <a:buChar char="§"/>
              <a:defRPr sz="2000">
                <a:solidFill>
                  <a:schemeClr val="tx1"/>
                </a:solidFill>
                <a:latin typeface="Arial"/>
              </a:defRPr>
            </a:lvl5pPr>
            <a:lvl6pPr marL="2514600" indent="-228600">
              <a:spcBef>
                <a:spcPts val="0"/>
              </a:spcBef>
              <a:spcAft>
                <a:spcPts val="0"/>
              </a:spcAft>
              <a:buClr>
                <a:schemeClr val="accent1"/>
              </a:buClr>
              <a:buSzPct val="75000"/>
              <a:buFont typeface="Wingdings"/>
              <a:buChar char="§"/>
              <a:defRPr sz="2000">
                <a:solidFill>
                  <a:schemeClr val="tx1"/>
                </a:solidFill>
                <a:latin typeface="Arial"/>
              </a:defRPr>
            </a:lvl6pPr>
            <a:lvl7pPr marL="2971800" indent="-228600">
              <a:spcBef>
                <a:spcPts val="0"/>
              </a:spcBef>
              <a:spcAft>
                <a:spcPts val="0"/>
              </a:spcAft>
              <a:buClr>
                <a:schemeClr val="accent1"/>
              </a:buClr>
              <a:buSzPct val="75000"/>
              <a:buFont typeface="Wingdings"/>
              <a:buChar char="§"/>
              <a:defRPr sz="2000">
                <a:solidFill>
                  <a:schemeClr val="tx1"/>
                </a:solidFill>
                <a:latin typeface="Arial"/>
              </a:defRPr>
            </a:lvl7pPr>
            <a:lvl8pPr marL="3429000" indent="-228600">
              <a:spcBef>
                <a:spcPts val="0"/>
              </a:spcBef>
              <a:spcAft>
                <a:spcPts val="0"/>
              </a:spcAft>
              <a:buClr>
                <a:schemeClr val="accent1"/>
              </a:buClr>
              <a:buSzPct val="75000"/>
              <a:buFont typeface="Wingdings"/>
              <a:buChar char="§"/>
              <a:defRPr sz="2000">
                <a:solidFill>
                  <a:schemeClr val="tx1"/>
                </a:solidFill>
                <a:latin typeface="Arial"/>
              </a:defRPr>
            </a:lvl8pPr>
            <a:lvl9pPr marL="3886200" indent="-228600">
              <a:spcBef>
                <a:spcPts val="0"/>
              </a:spcBef>
              <a:spcAft>
                <a:spcPts val="0"/>
              </a:spcAft>
              <a:buClr>
                <a:schemeClr val="accent1"/>
              </a:buClr>
              <a:buSzPct val="75000"/>
              <a:buFont typeface="Wingdings"/>
              <a:buChar char="§"/>
              <a:defRPr sz="2000">
                <a:solidFill>
                  <a:schemeClr val="tx1"/>
                </a:solidFill>
                <a:latin typeface="Arial"/>
              </a:defRPr>
            </a:lvl9pPr>
          </a:lstStyle>
          <a:p>
            <a:pPr algn="ctr">
              <a:spcBef>
                <a:spcPts val="0"/>
              </a:spcBef>
              <a:buClrTx/>
              <a:buSzTx/>
              <a:buFontTx/>
              <a:buNone/>
              <a:defRPr/>
            </a:pPr>
            <a:endParaRPr lang="en-US" sz="24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4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9425824" name="Rectangle 2"/>
          <p:cNvSpPr>
            <a:spLocks noChangeArrowheads="1" noGrp="1"/>
          </p:cNvSpPr>
          <p:nvPr>
            <p:ph type="title"/>
          </p:nvPr>
        </p:nvSpPr>
        <p:spPr bwMode="auto"/>
        <p:txBody>
          <a:bodyPr/>
          <a:lstStyle/>
          <a:p>
            <a:pPr>
              <a:defRPr/>
            </a:pPr>
            <a:r>
              <a:rPr lang="en-US" b="1">
                <a:solidFill>
                  <a:srgbClr val="00B050"/>
                </a:solidFill>
              </a:rPr>
              <a:t>Domain layer</a:t>
            </a:r>
            <a:endParaRPr/>
          </a:p>
        </p:txBody>
      </p:sp>
      <p:sp>
        <p:nvSpPr>
          <p:cNvPr id="165169697" name="Rectangle 3"/>
          <p:cNvSpPr>
            <a:spLocks noChangeArrowheads="1" noGrp="1"/>
          </p:cNvSpPr>
          <p:nvPr>
            <p:ph type="body" idx="1"/>
          </p:nvPr>
        </p:nvSpPr>
        <p:spPr bwMode="auto">
          <a:xfrm>
            <a:off x="0" y="1600200"/>
            <a:ext cx="8991600" cy="4530725"/>
          </a:xfrm>
        </p:spPr>
        <p:txBody>
          <a:bodyPr/>
          <a:lstStyle/>
          <a:p>
            <a:pPr>
              <a:defRPr/>
            </a:pPr>
            <a:r>
              <a:rPr lang="en-GB">
                <a:solidFill>
                  <a:srgbClr val="FF0000"/>
                </a:solidFill>
              </a:rPr>
              <a:t>The domain layer of KADS methodology proposes to acquire experts’ knowledge in terms of </a:t>
            </a:r>
            <a:r>
              <a:rPr lang="en-GB">
                <a:solidFill>
                  <a:srgbClr val="FF0000"/>
                </a:solidFill>
                <a:highlight>
                  <a:srgbClr val="FFFF00"/>
                </a:highlight>
              </a:rPr>
              <a:t>concepts and relations</a:t>
            </a:r>
            <a:r>
              <a:rPr lang="en-GB">
                <a:solidFill>
                  <a:srgbClr val="FF0000"/>
                </a:solidFill>
              </a:rPr>
              <a:t> in the particular domain. </a:t>
            </a:r>
            <a:endParaRPr/>
          </a:p>
          <a:p>
            <a:pPr>
              <a:defRPr/>
            </a:pPr>
            <a:r>
              <a:rPr lang="en-GB">
                <a:solidFill>
                  <a:srgbClr val="3333FF"/>
                </a:solidFill>
              </a:rPr>
              <a:t>This process is very similar to data modelling view of traditional software development.</a:t>
            </a:r>
            <a:r>
              <a:rPr lang="en-GB"/>
              <a:t> </a:t>
            </a:r>
            <a:endParaRPr/>
          </a:p>
          <a:p>
            <a:pPr>
              <a:defRPr/>
            </a:pPr>
            <a:r>
              <a:rPr lang="en-GB">
                <a:solidFill>
                  <a:srgbClr val="FF0000"/>
                </a:solidFill>
              </a:rPr>
              <a:t>As such </a:t>
            </a:r>
            <a:r>
              <a:rPr lang="en-GB">
                <a:solidFill>
                  <a:srgbClr val="FF0000"/>
                </a:solidFill>
                <a:highlight>
                  <a:srgbClr val="FFFF00"/>
                </a:highlight>
              </a:rPr>
              <a:t>domain layer</a:t>
            </a:r>
            <a:r>
              <a:rPr lang="en-GB">
                <a:solidFill>
                  <a:srgbClr val="FF0000"/>
                </a:solidFill>
              </a:rPr>
              <a:t> modelling can be supported by </a:t>
            </a:r>
            <a:r>
              <a:rPr lang="en-GB">
                <a:solidFill>
                  <a:srgbClr val="FF0000"/>
                </a:solidFill>
                <a:highlight>
                  <a:srgbClr val="FFFF00"/>
                </a:highlight>
              </a:rPr>
              <a:t>ER diagrams, Class diagrams</a:t>
            </a:r>
            <a:r>
              <a:rPr lang="en-GB">
                <a:solidFill>
                  <a:srgbClr val="FF0000"/>
                </a:solidFill>
              </a:rPr>
              <a:t>, etc.</a:t>
            </a:r>
            <a:endParaRPr lang="en-US">
              <a:solidFill>
                <a:srgbClr val="FF0000"/>
              </a:solidFil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4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417743064" name="Rectangle 2"/>
          <p:cNvSpPr>
            <a:spLocks noChangeArrowheads="1" noGrp="1"/>
          </p:cNvSpPr>
          <p:nvPr>
            <p:ph type="title"/>
          </p:nvPr>
        </p:nvSpPr>
        <p:spPr bwMode="auto"/>
        <p:txBody>
          <a:bodyPr/>
          <a:lstStyle/>
          <a:p>
            <a:pPr>
              <a:defRPr/>
            </a:pPr>
            <a:r>
              <a:rPr lang="en-US" b="1">
                <a:solidFill>
                  <a:srgbClr val="00B050"/>
                </a:solidFill>
              </a:rPr>
              <a:t>Inference Layer</a:t>
            </a:r>
            <a:endParaRPr/>
          </a:p>
        </p:txBody>
      </p:sp>
      <p:sp>
        <p:nvSpPr>
          <p:cNvPr id="245936389" name="Rectangle 3"/>
          <p:cNvSpPr>
            <a:spLocks noChangeArrowheads="1" noGrp="1"/>
          </p:cNvSpPr>
          <p:nvPr>
            <p:ph type="body" idx="1"/>
          </p:nvPr>
        </p:nvSpPr>
        <p:spPr bwMode="auto"/>
        <p:txBody>
          <a:bodyPr/>
          <a:lstStyle/>
          <a:p>
            <a:pPr>
              <a:defRPr/>
            </a:pPr>
            <a:r>
              <a:rPr lang="en-GB" sz="2600">
                <a:solidFill>
                  <a:srgbClr val="3333FF"/>
                </a:solidFill>
              </a:rPr>
              <a:t>It is about the structuring of knowledge in terms of </a:t>
            </a:r>
            <a:r>
              <a:rPr lang="en-GB" sz="2600">
                <a:solidFill>
                  <a:srgbClr val="3333FF"/>
                </a:solidFill>
                <a:highlight>
                  <a:srgbClr val="FFFF00"/>
                </a:highlight>
              </a:rPr>
              <a:t>input function and output. </a:t>
            </a:r>
            <a:endParaRPr/>
          </a:p>
          <a:p>
            <a:pPr>
              <a:defRPr/>
            </a:pPr>
            <a:r>
              <a:rPr lang="en-GB" sz="2600">
                <a:solidFill>
                  <a:srgbClr val="FF0000"/>
                </a:solidFill>
              </a:rPr>
              <a:t>Graphical representation of input-function-output is known as an </a:t>
            </a:r>
            <a:r>
              <a:rPr lang="en-GB" sz="2600" b="1" i="1">
                <a:solidFill>
                  <a:srgbClr val="FF0000"/>
                </a:solidFill>
                <a:highlight>
                  <a:srgbClr val="FFFF00"/>
                </a:highlight>
              </a:rPr>
              <a:t>inference structure</a:t>
            </a:r>
            <a:endParaRPr lang="en-GB" sz="2600">
              <a:solidFill>
                <a:srgbClr val="FF0000"/>
              </a:solidFill>
              <a:highlight>
                <a:srgbClr val="FFFF00"/>
              </a:highlight>
            </a:endParaRPr>
          </a:p>
          <a:p>
            <a:pPr>
              <a:defRPr/>
            </a:pPr>
            <a:endParaRPr lang="en-GB" sz="2600"/>
          </a:p>
          <a:p>
            <a:pPr>
              <a:defRPr/>
            </a:pPr>
            <a:endParaRPr lang="en-GB" sz="2600"/>
          </a:p>
          <a:p>
            <a:pPr>
              <a:defRPr/>
            </a:pPr>
            <a:endParaRPr lang="en-GB" sz="2600">
              <a:solidFill>
                <a:srgbClr val="3333FF"/>
              </a:solidFill>
            </a:endParaRPr>
          </a:p>
          <a:p>
            <a:pPr>
              <a:defRPr/>
            </a:pPr>
            <a:r>
              <a:rPr lang="en-GB" sz="2600">
                <a:solidFill>
                  <a:srgbClr val="3333FF"/>
                </a:solidFill>
              </a:rPr>
              <a:t>Modelling at the </a:t>
            </a:r>
            <a:r>
              <a:rPr lang="en-GB" sz="2600">
                <a:solidFill>
                  <a:srgbClr val="3333FF"/>
                </a:solidFill>
                <a:highlight>
                  <a:srgbClr val="FFFF00"/>
                </a:highlight>
              </a:rPr>
              <a:t>inference layer</a:t>
            </a:r>
            <a:r>
              <a:rPr lang="en-GB" sz="2600">
                <a:solidFill>
                  <a:srgbClr val="3333FF"/>
                </a:solidFill>
              </a:rPr>
              <a:t> is comparable with </a:t>
            </a:r>
            <a:r>
              <a:rPr lang="en-GB" sz="2600">
                <a:solidFill>
                  <a:srgbClr val="3333FF"/>
                </a:solidFill>
                <a:highlight>
                  <a:srgbClr val="FFFF00"/>
                </a:highlight>
              </a:rPr>
              <a:t>data flow diagrams</a:t>
            </a:r>
            <a:r>
              <a:rPr lang="en-GB" sz="2600">
                <a:solidFill>
                  <a:srgbClr val="3333FF"/>
                </a:solidFill>
              </a:rPr>
              <a:t> in traditional software modelling.</a:t>
            </a:r>
            <a:endParaRPr lang="en-US" sz="2600">
              <a:solidFill>
                <a:srgbClr val="3333FF"/>
              </a:solidFill>
            </a:endParaRPr>
          </a:p>
        </p:txBody>
      </p:sp>
      <p:sp>
        <p:nvSpPr>
          <p:cNvPr id="331862" name="Oval 4"/>
          <p:cNvSpPr>
            <a:spLocks noChangeArrowheads="1"/>
          </p:cNvSpPr>
          <p:nvPr/>
        </p:nvSpPr>
        <p:spPr bwMode="auto">
          <a:xfrm>
            <a:off x="3657600" y="3886200"/>
            <a:ext cx="2057400" cy="609600"/>
          </a:xfrm>
          <a:prstGeom prst="ellipse">
            <a:avLst/>
          </a:prstGeom>
          <a:solidFill>
            <a:srgbClr val="FFFF99"/>
          </a:solidFill>
          <a:ln w="9525">
            <a:solidFill>
              <a:srgbClr val="000000"/>
            </a:solidFill>
            <a:round/>
            <a:headEnd/>
            <a:tailEnd/>
          </a:ln>
        </p:spPr>
        <p:txBody>
          <a:bodyPr/>
          <a:lstStyle>
            <a:lvl1pPr>
              <a:spcBef>
                <a:spcPts val="0"/>
              </a:spcBef>
              <a:buClr>
                <a:schemeClr val="accent1"/>
              </a:buClr>
              <a:buSzPct val="65000"/>
              <a:buFont typeface="Wingdings"/>
              <a:buChar char="n"/>
              <a:defRPr sz="3000">
                <a:solidFill>
                  <a:schemeClr val="tx1"/>
                </a:solidFill>
                <a:latin typeface="Arial"/>
              </a:defRPr>
            </a:lvl1pPr>
            <a:lvl2pPr marL="742950" indent="-285750">
              <a:spcBef>
                <a:spcPts val="0"/>
              </a:spcBef>
              <a:buClr>
                <a:schemeClr val="accent2"/>
              </a:buClr>
              <a:buSzPct val="60000"/>
              <a:buFont typeface="Wingdings"/>
              <a:buChar char="q"/>
              <a:defRPr sz="2600">
                <a:solidFill>
                  <a:schemeClr val="tx1"/>
                </a:solidFill>
                <a:latin typeface="Arial"/>
              </a:defRPr>
            </a:lvl2pPr>
            <a:lvl3pPr marL="1143000" indent="-228600">
              <a:spcBef>
                <a:spcPts val="0"/>
              </a:spcBef>
              <a:buClr>
                <a:schemeClr val="accent1"/>
              </a:buClr>
              <a:buSzPct val="65000"/>
              <a:buFont typeface="Wingdings"/>
              <a:buChar char="n"/>
              <a:defRPr sz="2200">
                <a:solidFill>
                  <a:schemeClr val="tx1"/>
                </a:solidFill>
                <a:latin typeface="Arial"/>
              </a:defRPr>
            </a:lvl3pPr>
            <a:lvl4pPr marL="1600200" indent="-228600">
              <a:spcBef>
                <a:spcPts val="0"/>
              </a:spcBef>
              <a:buClr>
                <a:schemeClr val="accent2"/>
              </a:buClr>
              <a:buSzPct val="70000"/>
              <a:buFont typeface="Wingdings"/>
              <a:buChar char="q"/>
              <a:defRPr sz="2000">
                <a:solidFill>
                  <a:schemeClr val="tx1"/>
                </a:solidFill>
                <a:latin typeface="Arial"/>
              </a:defRPr>
            </a:lvl4pPr>
            <a:lvl5pPr marL="2057400" indent="-228600">
              <a:spcBef>
                <a:spcPts val="0"/>
              </a:spcBef>
              <a:buClr>
                <a:schemeClr val="accent1"/>
              </a:buClr>
              <a:buSzPct val="75000"/>
              <a:buFont typeface="Wingdings"/>
              <a:buChar char="§"/>
              <a:defRPr sz="2000">
                <a:solidFill>
                  <a:schemeClr val="tx1"/>
                </a:solidFill>
                <a:latin typeface="Arial"/>
              </a:defRPr>
            </a:lvl5pPr>
            <a:lvl6pPr marL="2514600" indent="-228600">
              <a:spcBef>
                <a:spcPts val="0"/>
              </a:spcBef>
              <a:spcAft>
                <a:spcPts val="0"/>
              </a:spcAft>
              <a:buClr>
                <a:schemeClr val="accent1"/>
              </a:buClr>
              <a:buSzPct val="75000"/>
              <a:buFont typeface="Wingdings"/>
              <a:buChar char="§"/>
              <a:defRPr sz="2000">
                <a:solidFill>
                  <a:schemeClr val="tx1"/>
                </a:solidFill>
                <a:latin typeface="Arial"/>
              </a:defRPr>
            </a:lvl6pPr>
            <a:lvl7pPr marL="2971800" indent="-228600">
              <a:spcBef>
                <a:spcPts val="0"/>
              </a:spcBef>
              <a:spcAft>
                <a:spcPts val="0"/>
              </a:spcAft>
              <a:buClr>
                <a:schemeClr val="accent1"/>
              </a:buClr>
              <a:buSzPct val="75000"/>
              <a:buFont typeface="Wingdings"/>
              <a:buChar char="§"/>
              <a:defRPr sz="2000">
                <a:solidFill>
                  <a:schemeClr val="tx1"/>
                </a:solidFill>
                <a:latin typeface="Arial"/>
              </a:defRPr>
            </a:lvl7pPr>
            <a:lvl8pPr marL="3429000" indent="-228600">
              <a:spcBef>
                <a:spcPts val="0"/>
              </a:spcBef>
              <a:spcAft>
                <a:spcPts val="0"/>
              </a:spcAft>
              <a:buClr>
                <a:schemeClr val="accent1"/>
              </a:buClr>
              <a:buSzPct val="75000"/>
              <a:buFont typeface="Wingdings"/>
              <a:buChar char="§"/>
              <a:defRPr sz="2000">
                <a:solidFill>
                  <a:schemeClr val="tx1"/>
                </a:solidFill>
                <a:latin typeface="Arial"/>
              </a:defRPr>
            </a:lvl8pPr>
            <a:lvl9pPr marL="3886200" indent="-228600">
              <a:spcBef>
                <a:spcPts val="0"/>
              </a:spcBef>
              <a:spcAft>
                <a:spcPts val="0"/>
              </a:spcAft>
              <a:buClr>
                <a:schemeClr val="accent1"/>
              </a:buClr>
              <a:buSzPct val="75000"/>
              <a:buFont typeface="Wingdings"/>
              <a:buChar char="§"/>
              <a:defRPr sz="2000">
                <a:solidFill>
                  <a:schemeClr val="tx1"/>
                </a:solidFill>
                <a:latin typeface="Arial"/>
              </a:defRPr>
            </a:lvl9pPr>
          </a:lstStyle>
          <a:p>
            <a:pPr algn="ctr">
              <a:spcBef>
                <a:spcPts val="0"/>
              </a:spcBef>
              <a:buClrTx/>
              <a:buSzTx/>
              <a:buFontTx/>
              <a:buNone/>
              <a:defRPr/>
            </a:pPr>
            <a:r>
              <a:rPr lang="en-US" sz="2400">
                <a:solidFill>
                  <a:srgbClr val="3333FF"/>
                </a:solidFill>
                <a:latin typeface="Trebuchet MS"/>
              </a:rPr>
              <a:t>Wash</a:t>
            </a:r>
            <a:endParaRPr lang="en-US" sz="2000">
              <a:solidFill>
                <a:srgbClr val="3333FF"/>
              </a:solidFill>
            </a:endParaRPr>
          </a:p>
        </p:txBody>
      </p:sp>
      <p:sp>
        <p:nvSpPr>
          <p:cNvPr id="2003295071" name="Rectangle 5"/>
          <p:cNvSpPr>
            <a:spLocks noChangeArrowheads="1"/>
          </p:cNvSpPr>
          <p:nvPr/>
        </p:nvSpPr>
        <p:spPr bwMode="auto">
          <a:xfrm>
            <a:off x="1600200" y="3886200"/>
            <a:ext cx="1600200" cy="609600"/>
          </a:xfrm>
          <a:prstGeom prst="rect">
            <a:avLst/>
          </a:prstGeom>
          <a:solidFill>
            <a:srgbClr val="CCFFFF"/>
          </a:solidFill>
          <a:ln w="9525">
            <a:solidFill>
              <a:srgbClr val="000000"/>
            </a:solidFill>
            <a:miter lim="800000"/>
            <a:headEnd/>
            <a:tailEnd/>
          </a:ln>
        </p:spPr>
        <p:txBody>
          <a:bodyPr/>
          <a:lstStyle>
            <a:lvl1pPr>
              <a:spcBef>
                <a:spcPts val="0"/>
              </a:spcBef>
              <a:buClr>
                <a:schemeClr val="accent1"/>
              </a:buClr>
              <a:buSzPct val="65000"/>
              <a:buFont typeface="Wingdings"/>
              <a:buChar char="n"/>
              <a:defRPr sz="3000">
                <a:solidFill>
                  <a:schemeClr val="tx1"/>
                </a:solidFill>
                <a:latin typeface="Arial"/>
              </a:defRPr>
            </a:lvl1pPr>
            <a:lvl2pPr marL="742950" indent="-285750">
              <a:spcBef>
                <a:spcPts val="0"/>
              </a:spcBef>
              <a:buClr>
                <a:schemeClr val="accent2"/>
              </a:buClr>
              <a:buSzPct val="60000"/>
              <a:buFont typeface="Wingdings"/>
              <a:buChar char="q"/>
              <a:defRPr sz="2600">
                <a:solidFill>
                  <a:schemeClr val="tx1"/>
                </a:solidFill>
                <a:latin typeface="Arial"/>
              </a:defRPr>
            </a:lvl2pPr>
            <a:lvl3pPr marL="1143000" indent="-228600">
              <a:spcBef>
                <a:spcPts val="0"/>
              </a:spcBef>
              <a:buClr>
                <a:schemeClr val="accent1"/>
              </a:buClr>
              <a:buSzPct val="65000"/>
              <a:buFont typeface="Wingdings"/>
              <a:buChar char="n"/>
              <a:defRPr sz="2200">
                <a:solidFill>
                  <a:schemeClr val="tx1"/>
                </a:solidFill>
                <a:latin typeface="Arial"/>
              </a:defRPr>
            </a:lvl3pPr>
            <a:lvl4pPr marL="1600200" indent="-228600">
              <a:spcBef>
                <a:spcPts val="0"/>
              </a:spcBef>
              <a:buClr>
                <a:schemeClr val="accent2"/>
              </a:buClr>
              <a:buSzPct val="70000"/>
              <a:buFont typeface="Wingdings"/>
              <a:buChar char="q"/>
              <a:defRPr sz="2000">
                <a:solidFill>
                  <a:schemeClr val="tx1"/>
                </a:solidFill>
                <a:latin typeface="Arial"/>
              </a:defRPr>
            </a:lvl4pPr>
            <a:lvl5pPr marL="2057400" indent="-228600">
              <a:spcBef>
                <a:spcPts val="0"/>
              </a:spcBef>
              <a:buClr>
                <a:schemeClr val="accent1"/>
              </a:buClr>
              <a:buSzPct val="75000"/>
              <a:buFont typeface="Wingdings"/>
              <a:buChar char="§"/>
              <a:defRPr sz="2000">
                <a:solidFill>
                  <a:schemeClr val="tx1"/>
                </a:solidFill>
                <a:latin typeface="Arial"/>
              </a:defRPr>
            </a:lvl5pPr>
            <a:lvl6pPr marL="2514600" indent="-228600">
              <a:spcBef>
                <a:spcPts val="0"/>
              </a:spcBef>
              <a:spcAft>
                <a:spcPts val="0"/>
              </a:spcAft>
              <a:buClr>
                <a:schemeClr val="accent1"/>
              </a:buClr>
              <a:buSzPct val="75000"/>
              <a:buFont typeface="Wingdings"/>
              <a:buChar char="§"/>
              <a:defRPr sz="2000">
                <a:solidFill>
                  <a:schemeClr val="tx1"/>
                </a:solidFill>
                <a:latin typeface="Arial"/>
              </a:defRPr>
            </a:lvl6pPr>
            <a:lvl7pPr marL="2971800" indent="-228600">
              <a:spcBef>
                <a:spcPts val="0"/>
              </a:spcBef>
              <a:spcAft>
                <a:spcPts val="0"/>
              </a:spcAft>
              <a:buClr>
                <a:schemeClr val="accent1"/>
              </a:buClr>
              <a:buSzPct val="75000"/>
              <a:buFont typeface="Wingdings"/>
              <a:buChar char="§"/>
              <a:defRPr sz="2000">
                <a:solidFill>
                  <a:schemeClr val="tx1"/>
                </a:solidFill>
                <a:latin typeface="Arial"/>
              </a:defRPr>
            </a:lvl7pPr>
            <a:lvl8pPr marL="3429000" indent="-228600">
              <a:spcBef>
                <a:spcPts val="0"/>
              </a:spcBef>
              <a:spcAft>
                <a:spcPts val="0"/>
              </a:spcAft>
              <a:buClr>
                <a:schemeClr val="accent1"/>
              </a:buClr>
              <a:buSzPct val="75000"/>
              <a:buFont typeface="Wingdings"/>
              <a:buChar char="§"/>
              <a:defRPr sz="2000">
                <a:solidFill>
                  <a:schemeClr val="tx1"/>
                </a:solidFill>
                <a:latin typeface="Arial"/>
              </a:defRPr>
            </a:lvl8pPr>
            <a:lvl9pPr marL="3886200" indent="-228600">
              <a:spcBef>
                <a:spcPts val="0"/>
              </a:spcBef>
              <a:spcAft>
                <a:spcPts val="0"/>
              </a:spcAft>
              <a:buClr>
                <a:schemeClr val="accent1"/>
              </a:buClr>
              <a:buSzPct val="75000"/>
              <a:buFont typeface="Wingdings"/>
              <a:buChar char="§"/>
              <a:defRPr sz="2000">
                <a:solidFill>
                  <a:schemeClr val="tx1"/>
                </a:solidFill>
                <a:latin typeface="Arial"/>
              </a:defRPr>
            </a:lvl9pPr>
          </a:lstStyle>
          <a:p>
            <a:pPr algn="ctr">
              <a:spcBef>
                <a:spcPts val="0"/>
              </a:spcBef>
              <a:buClrTx/>
              <a:buSzTx/>
              <a:buFontTx/>
              <a:buNone/>
              <a:defRPr/>
            </a:pPr>
            <a:r>
              <a:rPr lang="en-US" sz="2400">
                <a:solidFill>
                  <a:srgbClr val="3333FF"/>
                </a:solidFill>
                <a:latin typeface="Trebuchet MS"/>
              </a:rPr>
              <a:t>Raw vege </a:t>
            </a:r>
            <a:endParaRPr lang="en-US" sz="2400">
              <a:solidFill>
                <a:srgbClr val="3333FF"/>
              </a:solidFill>
            </a:endParaRPr>
          </a:p>
        </p:txBody>
      </p:sp>
      <p:sp>
        <p:nvSpPr>
          <p:cNvPr id="2122170784" name="Rectangle 6"/>
          <p:cNvSpPr>
            <a:spLocks noChangeArrowheads="1"/>
          </p:cNvSpPr>
          <p:nvPr/>
        </p:nvSpPr>
        <p:spPr bwMode="auto">
          <a:xfrm>
            <a:off x="6096000" y="3886200"/>
            <a:ext cx="1752599" cy="609600"/>
          </a:xfrm>
          <a:prstGeom prst="rect">
            <a:avLst/>
          </a:prstGeom>
          <a:solidFill>
            <a:srgbClr val="99FF66"/>
          </a:solidFill>
          <a:ln w="9525">
            <a:solidFill>
              <a:srgbClr val="000000"/>
            </a:solidFill>
            <a:miter lim="800000"/>
            <a:headEnd/>
            <a:tailEnd/>
          </a:ln>
        </p:spPr>
        <p:txBody>
          <a:bodyPr/>
          <a:lstStyle>
            <a:lvl1pPr>
              <a:spcBef>
                <a:spcPts val="0"/>
              </a:spcBef>
              <a:buClr>
                <a:schemeClr val="accent1"/>
              </a:buClr>
              <a:buSzPct val="65000"/>
              <a:buFont typeface="Wingdings"/>
              <a:buChar char="n"/>
              <a:defRPr sz="3000">
                <a:solidFill>
                  <a:schemeClr val="tx1"/>
                </a:solidFill>
                <a:latin typeface="Arial"/>
              </a:defRPr>
            </a:lvl1pPr>
            <a:lvl2pPr marL="742950" indent="-285750">
              <a:spcBef>
                <a:spcPts val="0"/>
              </a:spcBef>
              <a:buClr>
                <a:schemeClr val="accent2"/>
              </a:buClr>
              <a:buSzPct val="60000"/>
              <a:buFont typeface="Wingdings"/>
              <a:buChar char="q"/>
              <a:defRPr sz="2600">
                <a:solidFill>
                  <a:schemeClr val="tx1"/>
                </a:solidFill>
                <a:latin typeface="Arial"/>
              </a:defRPr>
            </a:lvl2pPr>
            <a:lvl3pPr marL="1143000" indent="-228600">
              <a:spcBef>
                <a:spcPts val="0"/>
              </a:spcBef>
              <a:buClr>
                <a:schemeClr val="accent1"/>
              </a:buClr>
              <a:buSzPct val="65000"/>
              <a:buFont typeface="Wingdings"/>
              <a:buChar char="n"/>
              <a:defRPr sz="2200">
                <a:solidFill>
                  <a:schemeClr val="tx1"/>
                </a:solidFill>
                <a:latin typeface="Arial"/>
              </a:defRPr>
            </a:lvl3pPr>
            <a:lvl4pPr marL="1600200" indent="-228600">
              <a:spcBef>
                <a:spcPts val="0"/>
              </a:spcBef>
              <a:buClr>
                <a:schemeClr val="accent2"/>
              </a:buClr>
              <a:buSzPct val="70000"/>
              <a:buFont typeface="Wingdings"/>
              <a:buChar char="q"/>
              <a:defRPr sz="2000">
                <a:solidFill>
                  <a:schemeClr val="tx1"/>
                </a:solidFill>
                <a:latin typeface="Arial"/>
              </a:defRPr>
            </a:lvl4pPr>
            <a:lvl5pPr marL="2057400" indent="-228600">
              <a:spcBef>
                <a:spcPts val="0"/>
              </a:spcBef>
              <a:buClr>
                <a:schemeClr val="accent1"/>
              </a:buClr>
              <a:buSzPct val="75000"/>
              <a:buFont typeface="Wingdings"/>
              <a:buChar char="§"/>
              <a:defRPr sz="2000">
                <a:solidFill>
                  <a:schemeClr val="tx1"/>
                </a:solidFill>
                <a:latin typeface="Arial"/>
              </a:defRPr>
            </a:lvl5pPr>
            <a:lvl6pPr marL="2514600" indent="-228600">
              <a:spcBef>
                <a:spcPts val="0"/>
              </a:spcBef>
              <a:spcAft>
                <a:spcPts val="0"/>
              </a:spcAft>
              <a:buClr>
                <a:schemeClr val="accent1"/>
              </a:buClr>
              <a:buSzPct val="75000"/>
              <a:buFont typeface="Wingdings"/>
              <a:buChar char="§"/>
              <a:defRPr sz="2000">
                <a:solidFill>
                  <a:schemeClr val="tx1"/>
                </a:solidFill>
                <a:latin typeface="Arial"/>
              </a:defRPr>
            </a:lvl6pPr>
            <a:lvl7pPr marL="2971800" indent="-228600">
              <a:spcBef>
                <a:spcPts val="0"/>
              </a:spcBef>
              <a:spcAft>
                <a:spcPts val="0"/>
              </a:spcAft>
              <a:buClr>
                <a:schemeClr val="accent1"/>
              </a:buClr>
              <a:buSzPct val="75000"/>
              <a:buFont typeface="Wingdings"/>
              <a:buChar char="§"/>
              <a:defRPr sz="2000">
                <a:solidFill>
                  <a:schemeClr val="tx1"/>
                </a:solidFill>
                <a:latin typeface="Arial"/>
              </a:defRPr>
            </a:lvl7pPr>
            <a:lvl8pPr marL="3429000" indent="-228600">
              <a:spcBef>
                <a:spcPts val="0"/>
              </a:spcBef>
              <a:spcAft>
                <a:spcPts val="0"/>
              </a:spcAft>
              <a:buClr>
                <a:schemeClr val="accent1"/>
              </a:buClr>
              <a:buSzPct val="75000"/>
              <a:buFont typeface="Wingdings"/>
              <a:buChar char="§"/>
              <a:defRPr sz="2000">
                <a:solidFill>
                  <a:schemeClr val="tx1"/>
                </a:solidFill>
                <a:latin typeface="Arial"/>
              </a:defRPr>
            </a:lvl8pPr>
            <a:lvl9pPr marL="3886200" indent="-228600">
              <a:spcBef>
                <a:spcPts val="0"/>
              </a:spcBef>
              <a:spcAft>
                <a:spcPts val="0"/>
              </a:spcAft>
              <a:buClr>
                <a:schemeClr val="accent1"/>
              </a:buClr>
              <a:buSzPct val="75000"/>
              <a:buFont typeface="Wingdings"/>
              <a:buChar char="§"/>
              <a:defRPr sz="2000">
                <a:solidFill>
                  <a:schemeClr val="tx1"/>
                </a:solidFill>
                <a:latin typeface="Arial"/>
              </a:defRPr>
            </a:lvl9pPr>
          </a:lstStyle>
          <a:p>
            <a:pPr algn="ctr">
              <a:spcBef>
                <a:spcPts val="0"/>
              </a:spcBef>
              <a:buClrTx/>
              <a:buSzTx/>
              <a:buFontTx/>
              <a:buNone/>
              <a:defRPr/>
            </a:pPr>
            <a:r>
              <a:rPr lang="en-US" sz="2400">
                <a:solidFill>
                  <a:srgbClr val="3333FF"/>
                </a:solidFill>
                <a:latin typeface="Trebuchet MS"/>
              </a:rPr>
              <a:t>Clean vege</a:t>
            </a:r>
            <a:endParaRPr lang="en-US" sz="2400">
              <a:solidFill>
                <a:srgbClr val="3333FF"/>
              </a:solidFill>
            </a:endParaRPr>
          </a:p>
        </p:txBody>
      </p:sp>
      <p:sp>
        <p:nvSpPr>
          <p:cNvPr id="331150238" name="Line 7"/>
          <p:cNvSpPr>
            <a:spLocks noChangeShapeType="1"/>
          </p:cNvSpPr>
          <p:nvPr/>
        </p:nvSpPr>
        <p:spPr bwMode="auto">
          <a:xfrm>
            <a:off x="3276600" y="4191000"/>
            <a:ext cx="342900" cy="0"/>
          </a:xfrm>
          <a:prstGeom prst="line">
            <a:avLst/>
          </a:prstGeom>
          <a:noFill/>
          <a:ln w="9525">
            <a:solidFill>
              <a:srgbClr val="000000"/>
            </a:solidFill>
            <a:round/>
            <a:headEnd/>
            <a:tailEnd type="triangle" w="med" len="med"/>
          </a:ln>
        </p:spPr>
        <p:txBody>
          <a:bodyPr/>
          <a:lstStyle/>
          <a:p>
            <a:pPr>
              <a:defRPr/>
            </a:pPr>
            <a:endParaRPr lang="en-US"/>
          </a:p>
        </p:txBody>
      </p:sp>
      <p:sp>
        <p:nvSpPr>
          <p:cNvPr id="979186317" name="Line 8"/>
          <p:cNvSpPr>
            <a:spLocks noChangeShapeType="1"/>
          </p:cNvSpPr>
          <p:nvPr/>
        </p:nvSpPr>
        <p:spPr bwMode="auto">
          <a:xfrm>
            <a:off x="5715000" y="4191000"/>
            <a:ext cx="381000" cy="0"/>
          </a:xfrm>
          <a:prstGeom prst="line">
            <a:avLst/>
          </a:prstGeom>
          <a:noFill/>
          <a:ln w="9525">
            <a:solidFill>
              <a:srgbClr val="000000"/>
            </a:solidFill>
            <a:round/>
            <a:headEnd/>
            <a:tailEnd type="triangle" w="med" len="med"/>
          </a:ln>
        </p:spPr>
        <p:txBody>
          <a:bodyPr/>
          <a:lstStyle/>
          <a:p>
            <a:pPr>
              <a:defRPr/>
            </a:pPr>
            <a:endParaRPr lang="en-US"/>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4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732862307" name="Rectangle 2"/>
          <p:cNvSpPr>
            <a:spLocks noChangeArrowheads="1" noGrp="1"/>
          </p:cNvSpPr>
          <p:nvPr>
            <p:ph type="title"/>
          </p:nvPr>
        </p:nvSpPr>
        <p:spPr bwMode="auto"/>
        <p:txBody>
          <a:bodyPr/>
          <a:lstStyle/>
          <a:p>
            <a:pPr>
              <a:defRPr/>
            </a:pPr>
            <a:r>
              <a:rPr lang="en-US" b="1">
                <a:solidFill>
                  <a:srgbClr val="00B050"/>
                </a:solidFill>
              </a:rPr>
              <a:t>Task layer</a:t>
            </a:r>
            <a:endParaRPr/>
          </a:p>
        </p:txBody>
      </p:sp>
      <p:sp>
        <p:nvSpPr>
          <p:cNvPr id="1930902415" name="Rectangle 3"/>
          <p:cNvSpPr>
            <a:spLocks noChangeArrowheads="1" noGrp="1"/>
          </p:cNvSpPr>
          <p:nvPr>
            <p:ph type="body" idx="1"/>
          </p:nvPr>
        </p:nvSpPr>
        <p:spPr bwMode="auto">
          <a:xfrm>
            <a:off x="457200" y="1295400"/>
            <a:ext cx="8229600" cy="4530725"/>
          </a:xfrm>
        </p:spPr>
        <p:txBody>
          <a:bodyPr/>
          <a:lstStyle/>
          <a:p>
            <a:pPr>
              <a:lnSpc>
                <a:spcPct val="90000"/>
              </a:lnSpc>
              <a:defRPr/>
            </a:pPr>
            <a:r>
              <a:rPr lang="en-GB" sz="2600">
                <a:solidFill>
                  <a:srgbClr val="FF0000"/>
                </a:solidFill>
              </a:rPr>
              <a:t>Task layer develops what is called </a:t>
            </a:r>
            <a:r>
              <a:rPr lang="en-GB" sz="2600" b="1" i="1">
                <a:solidFill>
                  <a:srgbClr val="FF0000"/>
                </a:solidFill>
                <a:highlight>
                  <a:srgbClr val="FFFF00"/>
                </a:highlight>
              </a:rPr>
              <a:t>task structures</a:t>
            </a:r>
            <a:r>
              <a:rPr lang="en-GB" sz="2600" b="1">
                <a:solidFill>
                  <a:srgbClr val="FF0000"/>
                </a:solidFill>
                <a:highlight>
                  <a:srgbClr val="FFFF00"/>
                </a:highlight>
              </a:rPr>
              <a:t> </a:t>
            </a:r>
            <a:r>
              <a:rPr lang="en-GB" sz="2600">
                <a:solidFill>
                  <a:srgbClr val="FF0000"/>
                </a:solidFill>
              </a:rPr>
              <a:t>to achieve a certain goal as per the i</a:t>
            </a:r>
            <a:r>
              <a:rPr lang="en-GB" sz="2600">
                <a:solidFill>
                  <a:srgbClr val="FF0000"/>
                </a:solidFill>
                <a:highlight>
                  <a:srgbClr val="FFFF00"/>
                </a:highlight>
              </a:rPr>
              <a:t>nference structures</a:t>
            </a:r>
            <a:r>
              <a:rPr lang="en-GB" sz="2600">
                <a:solidFill>
                  <a:srgbClr val="FF0000"/>
                </a:solidFill>
              </a:rPr>
              <a:t> developed </a:t>
            </a:r>
            <a:endParaRPr/>
          </a:p>
          <a:p>
            <a:pPr>
              <a:lnSpc>
                <a:spcPct val="90000"/>
              </a:lnSpc>
              <a:defRPr/>
            </a:pPr>
            <a:r>
              <a:rPr lang="en-GB" sz="2600">
                <a:solidFill>
                  <a:srgbClr val="3333FF"/>
                </a:solidFill>
              </a:rPr>
              <a:t>To achieve a certain </a:t>
            </a:r>
            <a:r>
              <a:rPr lang="en-GB" sz="2600">
                <a:solidFill>
                  <a:srgbClr val="3333FF"/>
                </a:solidFill>
                <a:highlight>
                  <a:srgbClr val="FFFF00"/>
                </a:highlight>
              </a:rPr>
              <a:t>goal</a:t>
            </a:r>
            <a:r>
              <a:rPr lang="en-GB" sz="2600">
                <a:solidFill>
                  <a:srgbClr val="3333FF"/>
                </a:solidFill>
              </a:rPr>
              <a:t>, we may have to connect several inference structures to form a task structure.</a:t>
            </a:r>
            <a:endParaRPr/>
          </a:p>
          <a:p>
            <a:pPr lvl="1">
              <a:lnSpc>
                <a:spcPct val="90000"/>
              </a:lnSpc>
              <a:defRPr/>
            </a:pPr>
            <a:r>
              <a:rPr lang="en-GB" sz="2200">
                <a:solidFill>
                  <a:srgbClr val="3333FF"/>
                </a:solidFill>
              </a:rPr>
              <a:t>Inference structures for wash and cut are connected</a:t>
            </a:r>
            <a:r>
              <a:rPr lang="en-GB" sz="2200"/>
              <a:t> </a:t>
            </a:r>
            <a:endParaRPr/>
          </a:p>
          <a:p>
            <a:pPr>
              <a:lnSpc>
                <a:spcPct val="90000"/>
              </a:lnSpc>
              <a:defRPr/>
            </a:pPr>
            <a:r>
              <a:rPr lang="en-GB" sz="2600">
                <a:solidFill>
                  <a:srgbClr val="FF0000"/>
                </a:solidFill>
              </a:rPr>
              <a:t>As per KADS, a task structure should integrate inference structures by showing </a:t>
            </a:r>
            <a:r>
              <a:rPr lang="en-GB" sz="2600" i="1">
                <a:solidFill>
                  <a:srgbClr val="FF0000"/>
                </a:solidFill>
                <a:highlight>
                  <a:srgbClr val="FFFF00"/>
                </a:highlight>
              </a:rPr>
              <a:t>goal,</a:t>
            </a:r>
            <a:r>
              <a:rPr lang="en-GB" sz="2600" i="1">
                <a:solidFill>
                  <a:srgbClr val="FF0000"/>
                </a:solidFill>
              </a:rPr>
              <a:t> </a:t>
            </a:r>
            <a:r>
              <a:rPr lang="en-GB" sz="2600" i="1">
                <a:solidFill>
                  <a:srgbClr val="FF0000"/>
                </a:solidFill>
                <a:highlight>
                  <a:srgbClr val="FFFF00"/>
                </a:highlight>
              </a:rPr>
              <a:t>methods </a:t>
            </a:r>
            <a:r>
              <a:rPr lang="en-GB" sz="2600" i="1">
                <a:solidFill>
                  <a:srgbClr val="FF0000"/>
                </a:solidFill>
              </a:rPr>
              <a:t>applied to each function</a:t>
            </a:r>
            <a:r>
              <a:rPr lang="en-GB" sz="2600">
                <a:solidFill>
                  <a:srgbClr val="FF0000"/>
                </a:solidFill>
              </a:rPr>
              <a:t> and </a:t>
            </a:r>
            <a:r>
              <a:rPr lang="en-GB" sz="2600" i="1">
                <a:solidFill>
                  <a:srgbClr val="FF0000"/>
                </a:solidFill>
              </a:rPr>
              <a:t>control knowledge. </a:t>
            </a:r>
            <a:endParaRPr/>
          </a:p>
          <a:p>
            <a:pPr>
              <a:lnSpc>
                <a:spcPct val="90000"/>
              </a:lnSpc>
              <a:defRPr/>
            </a:pPr>
            <a:r>
              <a:rPr lang="en-GB" sz="2600">
                <a:solidFill>
                  <a:srgbClr val="3333FF"/>
                </a:solidFill>
              </a:rPr>
              <a:t>It should be noted that task structures have a similar theme to </a:t>
            </a:r>
            <a:r>
              <a:rPr lang="en-GB" sz="2600">
                <a:solidFill>
                  <a:srgbClr val="3333FF"/>
                </a:solidFill>
                <a:highlight>
                  <a:srgbClr val="FFFF00"/>
                </a:highlight>
              </a:rPr>
              <a:t>state transition diagrams </a:t>
            </a:r>
            <a:r>
              <a:rPr lang="en-GB" sz="2600">
                <a:solidFill>
                  <a:srgbClr val="3333FF"/>
                </a:solidFill>
              </a:rPr>
              <a:t>in traditional software modelling.  </a:t>
            </a:r>
            <a:endParaRPr lang="en-US" sz="2600">
              <a:solidFill>
                <a:srgbClr val="3333FF"/>
              </a:solidFil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4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649060137" name="Rectangle 2"/>
          <p:cNvSpPr>
            <a:spLocks noChangeArrowheads="1" noGrp="1"/>
          </p:cNvSpPr>
          <p:nvPr>
            <p:ph type="title"/>
          </p:nvPr>
        </p:nvSpPr>
        <p:spPr bwMode="auto"/>
        <p:txBody>
          <a:bodyPr/>
          <a:lstStyle/>
          <a:p>
            <a:pPr>
              <a:defRPr/>
            </a:pPr>
            <a:r>
              <a:rPr lang="en-US" b="1">
                <a:solidFill>
                  <a:srgbClr val="00B050"/>
                </a:solidFill>
              </a:rPr>
              <a:t>Strategic Layer</a:t>
            </a:r>
            <a:endParaRPr/>
          </a:p>
        </p:txBody>
      </p:sp>
      <p:sp>
        <p:nvSpPr>
          <p:cNvPr id="517005033" name="Rectangle 3"/>
          <p:cNvSpPr>
            <a:spLocks noChangeArrowheads="1" noGrp="1"/>
          </p:cNvSpPr>
          <p:nvPr>
            <p:ph type="body" idx="1"/>
          </p:nvPr>
        </p:nvSpPr>
        <p:spPr bwMode="auto"/>
        <p:txBody>
          <a:bodyPr/>
          <a:lstStyle/>
          <a:p>
            <a:pPr>
              <a:defRPr/>
            </a:pPr>
            <a:r>
              <a:rPr lang="en-GB">
                <a:solidFill>
                  <a:srgbClr val="3333FF"/>
                </a:solidFill>
              </a:rPr>
              <a:t>The strategic layer modeling in KADS is concerned with the control knowledge identified in the task structures. </a:t>
            </a:r>
            <a:endParaRPr/>
          </a:p>
          <a:p>
            <a:pPr lvl="1">
              <a:defRPr/>
            </a:pPr>
            <a:r>
              <a:rPr lang="en-GB">
                <a:solidFill>
                  <a:srgbClr val="3333FF"/>
                </a:solidFill>
              </a:rPr>
              <a:t>Connection inference structures to form the task structures in not unique (Design for the same shopping cart application cannot be the same)  </a:t>
            </a:r>
            <a:endParaRPr/>
          </a:p>
          <a:p>
            <a:pPr>
              <a:defRPr/>
            </a:pPr>
            <a:r>
              <a:rPr lang="en-GB">
                <a:solidFill>
                  <a:srgbClr val="FF0000"/>
                </a:solidFill>
              </a:rPr>
              <a:t>However, there were not clear explanations about the modelling at the strategic layer.</a:t>
            </a:r>
            <a:endParaRPr lang="en-US">
              <a:solidFill>
                <a:srgbClr val="FF0000"/>
              </a:solidFil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4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03413260" name="Rectangle 2"/>
          <p:cNvSpPr>
            <a:spLocks noChangeArrowheads="1" noGrp="1"/>
          </p:cNvSpPr>
          <p:nvPr>
            <p:ph type="title"/>
          </p:nvPr>
        </p:nvSpPr>
        <p:spPr bwMode="auto"/>
        <p:txBody>
          <a:bodyPr/>
          <a:lstStyle/>
          <a:p>
            <a:pPr>
              <a:defRPr/>
            </a:pPr>
            <a:r>
              <a:rPr lang="en-US" b="1">
                <a:solidFill>
                  <a:srgbClr val="00B050"/>
                </a:solidFill>
              </a:rPr>
              <a:t>What is KADS-2 (CommonKADS)?</a:t>
            </a:r>
            <a:endParaRPr/>
          </a:p>
        </p:txBody>
      </p:sp>
      <p:sp>
        <p:nvSpPr>
          <p:cNvPr id="48071117" name="Rectangle 3"/>
          <p:cNvSpPr>
            <a:spLocks noChangeArrowheads="1" noGrp="1"/>
          </p:cNvSpPr>
          <p:nvPr>
            <p:ph type="body" idx="1"/>
          </p:nvPr>
        </p:nvSpPr>
        <p:spPr bwMode="auto"/>
        <p:txBody>
          <a:bodyPr/>
          <a:lstStyle/>
          <a:p>
            <a:pPr>
              <a:lnSpc>
                <a:spcPct val="90000"/>
              </a:lnSpc>
              <a:defRPr/>
            </a:pPr>
            <a:r>
              <a:rPr lang="en-GB" sz="2800">
                <a:solidFill>
                  <a:srgbClr val="FF0000"/>
                </a:solidFill>
              </a:rPr>
              <a:t>Latest developments in KADS, known as KADS-2, provides a more detailed life-cycle approach to knowledge modelling that includes </a:t>
            </a:r>
            <a:endParaRPr/>
          </a:p>
          <a:p>
            <a:pPr lvl="1">
              <a:lnSpc>
                <a:spcPct val="90000"/>
              </a:lnSpc>
              <a:defRPr/>
            </a:pPr>
            <a:r>
              <a:rPr lang="en-GB">
                <a:solidFill>
                  <a:srgbClr val="3333FF"/>
                </a:solidFill>
              </a:rPr>
              <a:t>project management</a:t>
            </a:r>
            <a:endParaRPr/>
          </a:p>
          <a:p>
            <a:pPr lvl="1">
              <a:lnSpc>
                <a:spcPct val="90000"/>
              </a:lnSpc>
              <a:defRPr/>
            </a:pPr>
            <a:r>
              <a:rPr lang="en-GB">
                <a:solidFill>
                  <a:srgbClr val="3333FF"/>
                </a:solidFill>
              </a:rPr>
              <a:t>organisational analysis</a:t>
            </a:r>
            <a:endParaRPr/>
          </a:p>
          <a:p>
            <a:pPr lvl="1">
              <a:lnSpc>
                <a:spcPct val="90000"/>
              </a:lnSpc>
              <a:defRPr/>
            </a:pPr>
            <a:r>
              <a:rPr lang="en-GB">
                <a:solidFill>
                  <a:srgbClr val="3333FF"/>
                </a:solidFill>
              </a:rPr>
              <a:t>knowledge acquisition</a:t>
            </a:r>
            <a:endParaRPr/>
          </a:p>
          <a:p>
            <a:pPr lvl="1">
              <a:lnSpc>
                <a:spcPct val="90000"/>
              </a:lnSpc>
              <a:defRPr/>
            </a:pPr>
            <a:r>
              <a:rPr lang="en-GB">
                <a:solidFill>
                  <a:srgbClr val="3333FF"/>
                </a:solidFill>
              </a:rPr>
              <a:t>conceptual modelling</a:t>
            </a:r>
            <a:endParaRPr/>
          </a:p>
          <a:p>
            <a:pPr lvl="1">
              <a:lnSpc>
                <a:spcPct val="90000"/>
              </a:lnSpc>
              <a:defRPr/>
            </a:pPr>
            <a:r>
              <a:rPr lang="en-GB">
                <a:solidFill>
                  <a:srgbClr val="3333FF"/>
                </a:solidFill>
              </a:rPr>
              <a:t>user interaction</a:t>
            </a:r>
            <a:endParaRPr/>
          </a:p>
          <a:p>
            <a:pPr lvl="1">
              <a:lnSpc>
                <a:spcPct val="90000"/>
              </a:lnSpc>
              <a:defRPr/>
            </a:pPr>
            <a:r>
              <a:rPr lang="en-GB">
                <a:solidFill>
                  <a:srgbClr val="3333FF"/>
                </a:solidFill>
              </a:rPr>
              <a:t>system integration</a:t>
            </a:r>
            <a:endParaRPr/>
          </a:p>
          <a:p>
            <a:pPr lvl="1">
              <a:lnSpc>
                <a:spcPct val="90000"/>
              </a:lnSpc>
              <a:defRPr/>
            </a:pPr>
            <a:r>
              <a:rPr lang="en-GB">
                <a:solidFill>
                  <a:srgbClr val="3333FF"/>
                </a:solidFill>
              </a:rPr>
              <a:t>design. </a:t>
            </a:r>
            <a:endParaRPr lang="en-US">
              <a:solidFill>
                <a:srgbClr val="3333FF"/>
              </a:solidFil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4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213954448" name="Rectangle 2"/>
          <p:cNvSpPr>
            <a:spLocks noChangeArrowheads="1" noGrp="1"/>
          </p:cNvSpPr>
          <p:nvPr>
            <p:ph type="title"/>
          </p:nvPr>
        </p:nvSpPr>
        <p:spPr bwMode="auto"/>
        <p:txBody>
          <a:bodyPr/>
          <a:lstStyle/>
          <a:p>
            <a:pPr>
              <a:defRPr/>
            </a:pPr>
            <a:r>
              <a:rPr lang="en-US" b="1">
                <a:solidFill>
                  <a:srgbClr val="00B050"/>
                </a:solidFill>
              </a:rPr>
              <a:t>Notes on Generic approaches</a:t>
            </a:r>
            <a:endParaRPr/>
          </a:p>
        </p:txBody>
      </p:sp>
      <p:sp>
        <p:nvSpPr>
          <p:cNvPr id="516092387" name="Rectangle 3"/>
          <p:cNvSpPr>
            <a:spLocks noChangeArrowheads="1" noGrp="1"/>
          </p:cNvSpPr>
          <p:nvPr>
            <p:ph type="body" idx="1"/>
          </p:nvPr>
        </p:nvSpPr>
        <p:spPr bwMode="auto"/>
        <p:txBody>
          <a:bodyPr/>
          <a:lstStyle/>
          <a:p>
            <a:pPr>
              <a:defRPr/>
            </a:pPr>
            <a:r>
              <a:rPr lang="en-US">
                <a:solidFill>
                  <a:srgbClr val="3333FF"/>
                </a:solidFill>
              </a:rPr>
              <a:t>They talk of </a:t>
            </a:r>
            <a:r>
              <a:rPr lang="en-US">
                <a:solidFill>
                  <a:srgbClr val="3333FF"/>
                </a:solidFill>
                <a:highlight>
                  <a:srgbClr val="FFFF00"/>
                </a:highlight>
              </a:rPr>
              <a:t>knowledge level modeling</a:t>
            </a:r>
            <a:endParaRPr/>
          </a:p>
          <a:p>
            <a:pPr>
              <a:defRPr/>
            </a:pPr>
            <a:r>
              <a:rPr lang="en-US">
                <a:solidFill>
                  <a:srgbClr val="FF0000"/>
                </a:solidFill>
              </a:rPr>
              <a:t>They are based on modeling primitives such as </a:t>
            </a:r>
            <a:r>
              <a:rPr lang="en-US">
                <a:solidFill>
                  <a:srgbClr val="FF0000"/>
                </a:solidFill>
                <a:highlight>
                  <a:srgbClr val="FFFF00"/>
                </a:highlight>
              </a:rPr>
              <a:t>input, output, tasks, methods, inference structures, task structures</a:t>
            </a:r>
            <a:endParaRPr/>
          </a:p>
          <a:p>
            <a:pPr>
              <a:defRPr/>
            </a:pPr>
            <a:r>
              <a:rPr lang="en-US">
                <a:solidFill>
                  <a:srgbClr val="3333FF"/>
                </a:solidFill>
              </a:rPr>
              <a:t>Identification of tasks/subtasks and methods are fundamental to modeling the knowledge</a:t>
            </a:r>
            <a:endParaRPr/>
          </a:p>
          <a:p>
            <a:pPr>
              <a:defRPr/>
            </a:pPr>
            <a:r>
              <a:rPr lang="en-US">
                <a:solidFill>
                  <a:srgbClr val="FF0000"/>
                </a:solidFill>
              </a:rPr>
              <a:t>These methodologies have been developed into various toolkits</a:t>
            </a:r>
            <a:endParaRPr/>
          </a:p>
          <a:p>
            <a:pPr>
              <a:buFont typeface="Wingdings"/>
              <a:buNone/>
              <a:defRPr/>
            </a:pPr>
            <a:endParaRPr lang="en-US">
              <a:solidFill>
                <a:srgbClr val="CC0000"/>
              </a:solidFill>
            </a:endParaRPr>
          </a:p>
          <a:p>
            <a:pPr>
              <a:defRPr/>
            </a:pPr>
            <a:endParaRPr lang="en-US"/>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4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081177858" name="Rectangle 2"/>
          <p:cNvSpPr>
            <a:spLocks noChangeArrowheads="1" noGrp="1"/>
          </p:cNvSpPr>
          <p:nvPr>
            <p:ph type="title"/>
          </p:nvPr>
        </p:nvSpPr>
        <p:spPr bwMode="auto"/>
        <p:txBody>
          <a:bodyPr/>
          <a:lstStyle/>
          <a:p>
            <a:pPr>
              <a:defRPr/>
            </a:pPr>
            <a:r>
              <a:rPr lang="en-US" b="1">
                <a:solidFill>
                  <a:srgbClr val="00B050"/>
                </a:solidFill>
              </a:rPr>
              <a:t>Tools/Workbenches</a:t>
            </a:r>
            <a:endParaRPr/>
          </a:p>
        </p:txBody>
      </p:sp>
      <p:sp>
        <p:nvSpPr>
          <p:cNvPr id="1333947907" name="Rectangle 3"/>
          <p:cNvSpPr>
            <a:spLocks noChangeArrowheads="1" noGrp="1"/>
          </p:cNvSpPr>
          <p:nvPr>
            <p:ph type="body" idx="1"/>
          </p:nvPr>
        </p:nvSpPr>
        <p:spPr bwMode="auto">
          <a:xfrm>
            <a:off x="228600" y="1295400"/>
            <a:ext cx="8229600" cy="4530725"/>
          </a:xfrm>
        </p:spPr>
        <p:txBody>
          <a:bodyPr/>
          <a:lstStyle/>
          <a:p>
            <a:pPr>
              <a:lnSpc>
                <a:spcPct val="90000"/>
              </a:lnSpc>
              <a:defRPr/>
            </a:pPr>
            <a:r>
              <a:rPr lang="en-US">
                <a:solidFill>
                  <a:srgbClr val="FF0000"/>
                </a:solidFill>
              </a:rPr>
              <a:t>XShelly is the implementation of KADS</a:t>
            </a:r>
            <a:endParaRPr/>
          </a:p>
          <a:p>
            <a:pPr>
              <a:lnSpc>
                <a:spcPct val="90000"/>
              </a:lnSpc>
              <a:defRPr/>
            </a:pPr>
            <a:r>
              <a:rPr lang="en-US">
                <a:solidFill>
                  <a:srgbClr val="3333FF"/>
                </a:solidFill>
              </a:rPr>
              <a:t>GT-Toolset implements GT</a:t>
            </a:r>
            <a:endParaRPr/>
          </a:p>
          <a:p>
            <a:pPr>
              <a:lnSpc>
                <a:spcPct val="90000"/>
              </a:lnSpc>
              <a:defRPr/>
            </a:pPr>
            <a:r>
              <a:rPr lang="en-US">
                <a:solidFill>
                  <a:srgbClr val="FF0000"/>
                </a:solidFill>
              </a:rPr>
              <a:t>MOLE and SALT implements RLM</a:t>
            </a:r>
            <a:endParaRPr/>
          </a:p>
          <a:p>
            <a:pPr>
              <a:lnSpc>
                <a:spcPct val="90000"/>
              </a:lnSpc>
              <a:defRPr/>
            </a:pPr>
            <a:r>
              <a:rPr lang="en-US">
                <a:solidFill>
                  <a:srgbClr val="FF0000"/>
                </a:solidFill>
              </a:rPr>
              <a:t>A workbench offers many tools into one place</a:t>
            </a:r>
            <a:endParaRPr/>
          </a:p>
          <a:p>
            <a:pPr>
              <a:lnSpc>
                <a:spcPct val="90000"/>
              </a:lnSpc>
              <a:defRPr/>
            </a:pPr>
            <a:r>
              <a:rPr lang="en-US">
                <a:solidFill>
                  <a:srgbClr val="3333FF"/>
                </a:solidFill>
              </a:rPr>
              <a:t>Such tools include</a:t>
            </a:r>
            <a:endParaRPr/>
          </a:p>
          <a:p>
            <a:pPr lvl="1">
              <a:lnSpc>
                <a:spcPct val="90000"/>
              </a:lnSpc>
              <a:defRPr/>
            </a:pPr>
            <a:r>
              <a:rPr lang="en-US">
                <a:solidFill>
                  <a:srgbClr val="FF0000"/>
                </a:solidFill>
              </a:rPr>
              <a:t>Automated laddering tools – ALTO</a:t>
            </a:r>
            <a:endParaRPr/>
          </a:p>
          <a:p>
            <a:pPr lvl="1">
              <a:lnSpc>
                <a:spcPct val="90000"/>
              </a:lnSpc>
              <a:defRPr/>
            </a:pPr>
            <a:r>
              <a:rPr lang="en-US">
                <a:solidFill>
                  <a:srgbClr val="FF0000"/>
                </a:solidFill>
              </a:rPr>
              <a:t>Repertory grids</a:t>
            </a:r>
            <a:endParaRPr/>
          </a:p>
          <a:p>
            <a:pPr>
              <a:lnSpc>
                <a:spcPct val="90000"/>
              </a:lnSpc>
              <a:defRPr/>
            </a:pPr>
            <a:r>
              <a:rPr lang="en-US">
                <a:solidFill>
                  <a:srgbClr val="3333FF"/>
                </a:solidFill>
              </a:rPr>
              <a:t>There are also various implementations of generic approaches</a:t>
            </a:r>
            <a:endParaRPr/>
          </a:p>
          <a:p>
            <a:pPr>
              <a:lnSpc>
                <a:spcPct val="90000"/>
              </a:lnSpc>
              <a:buFont typeface="Wingdings"/>
              <a:buNone/>
              <a:defRPr/>
            </a:pPr>
            <a:endParaRPr lang="en-US">
              <a:solidFill>
                <a:srgbClr val="CC0000"/>
              </a:solidFil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4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343251079" name="Title 1"/>
          <p:cNvSpPr>
            <a:spLocks noChangeArrowheads="1" noGrp="1"/>
          </p:cNvSpPr>
          <p:nvPr>
            <p:ph type="title"/>
          </p:nvPr>
        </p:nvSpPr>
        <p:spPr bwMode="auto"/>
        <p:txBody>
          <a:bodyPr/>
          <a:lstStyle/>
          <a:p>
            <a:pPr>
              <a:defRPr/>
            </a:pPr>
            <a:r>
              <a:rPr lang="en-US" b="1">
                <a:solidFill>
                  <a:srgbClr val="00B050"/>
                </a:solidFill>
              </a:rPr>
              <a:t>Exercise</a:t>
            </a:r>
            <a:endParaRPr/>
          </a:p>
        </p:txBody>
      </p:sp>
      <p:sp>
        <p:nvSpPr>
          <p:cNvPr id="154162745" name="Content Placeholder 2"/>
          <p:cNvSpPr>
            <a:spLocks noChangeArrowheads="1" noGrp="1"/>
          </p:cNvSpPr>
          <p:nvPr>
            <p:ph idx="1"/>
          </p:nvPr>
        </p:nvSpPr>
        <p:spPr bwMode="auto">
          <a:xfrm>
            <a:off x="457200" y="1163637"/>
            <a:ext cx="8229600" cy="4530725"/>
          </a:xfrm>
        </p:spPr>
        <p:txBody>
          <a:bodyPr/>
          <a:lstStyle/>
          <a:p>
            <a:pPr>
              <a:defRPr/>
            </a:pPr>
            <a:r>
              <a:rPr lang="en-US" sz="2400">
                <a:solidFill>
                  <a:srgbClr val="0070C0"/>
                </a:solidFill>
              </a:rPr>
              <a:t>Discuss to </a:t>
            </a:r>
            <a:r>
              <a:rPr lang="en-US" sz="2400">
                <a:solidFill>
                  <a:srgbClr val="0070C0"/>
                </a:solidFill>
                <a:highlight>
                  <a:srgbClr val="FFFF00"/>
                </a:highlight>
              </a:rPr>
              <a:t>what level Expert system shells </a:t>
            </a:r>
            <a:r>
              <a:rPr lang="en-US" sz="2400">
                <a:solidFill>
                  <a:srgbClr val="0070C0"/>
                </a:solidFill>
              </a:rPr>
              <a:t>can be considered as </a:t>
            </a:r>
            <a:r>
              <a:rPr lang="en-US" sz="2400">
                <a:solidFill>
                  <a:srgbClr val="0070C0"/>
                </a:solidFill>
                <a:highlight>
                  <a:srgbClr val="FFFF00"/>
                </a:highlight>
              </a:rPr>
              <a:t>generic approaches </a:t>
            </a:r>
            <a:r>
              <a:rPr lang="en-US" sz="2400">
                <a:solidFill>
                  <a:srgbClr val="0070C0"/>
                </a:solidFill>
              </a:rPr>
              <a:t>to develop ES.</a:t>
            </a:r>
            <a:endParaRPr/>
          </a:p>
          <a:p>
            <a:pPr lvl="1">
              <a:defRPr/>
            </a:pPr>
            <a:r>
              <a:rPr lang="en-US" sz="2400">
                <a:solidFill>
                  <a:srgbClr val="0070C0"/>
                </a:solidFill>
              </a:rPr>
              <a:t>ES shells have limited facilities for knowledge modelling, such as hierarchical, rules, and no design,  but shells offer executable output. On the other hand, generic approaches offer nice building blocks for knowledge modelling, tasks, methods, roles,   …  </a:t>
            </a:r>
            <a:endParaRPr/>
          </a:p>
          <a:p>
            <a:pPr>
              <a:defRPr/>
            </a:pPr>
            <a:r>
              <a:rPr lang="en-US" sz="2400">
                <a:solidFill>
                  <a:srgbClr val="0070C0"/>
                </a:solidFill>
              </a:rPr>
              <a:t>How can you improve generic approaches to produce executable ES?</a:t>
            </a:r>
            <a:endParaRPr/>
          </a:p>
          <a:p>
            <a:pPr marL="0" indent="0">
              <a:buFont typeface="Wingdings"/>
              <a:buNone/>
              <a:defRPr/>
            </a:pPr>
            <a:endParaRPr lang="en-US" sz="2400">
              <a:solidFill>
                <a:srgbClr val="FF0000"/>
              </a:solidFill>
            </a:endParaRPr>
          </a:p>
          <a:p>
            <a:pPr marL="0" indent="0">
              <a:buFont typeface="Wingdings"/>
              <a:buNone/>
              <a:defRPr/>
            </a:pPr>
            <a:endParaRPr lang="en-US" sz="2400">
              <a:solidFill>
                <a:srgbClr val="FF0000"/>
              </a:solidFill>
            </a:endParaRPr>
          </a:p>
          <a:p>
            <a:pPr marL="0" indent="0">
              <a:buFont typeface="Wingdings"/>
              <a:buNone/>
              <a:defRPr/>
            </a:pPr>
            <a:endParaRPr lang="en-US"/>
          </a:p>
          <a:p>
            <a:pPr>
              <a:defRPr/>
            </a:pPr>
            <a:endParaRPr lang="en-US"/>
          </a:p>
          <a:p>
            <a:pPr>
              <a:defRPr/>
            </a:pPr>
            <a:endParaRPr lang="en-US"/>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4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723383128" name="Title 1"/>
          <p:cNvSpPr>
            <a:spLocks noChangeArrowheads="1" noGrp="1"/>
          </p:cNvSpPr>
          <p:nvPr>
            <p:ph type="title"/>
          </p:nvPr>
        </p:nvSpPr>
        <p:spPr bwMode="auto"/>
        <p:txBody>
          <a:bodyPr/>
          <a:lstStyle/>
          <a:p>
            <a:pPr>
              <a:defRPr/>
            </a:pPr>
            <a:endParaRPr lang="en-US"/>
          </a:p>
        </p:txBody>
      </p:sp>
      <p:sp>
        <p:nvSpPr>
          <p:cNvPr id="952504787" name="Content Placeholder 2"/>
          <p:cNvSpPr>
            <a:spLocks noGrp="1"/>
          </p:cNvSpPr>
          <p:nvPr>
            <p:ph idx="1"/>
          </p:nvPr>
        </p:nvSpPr>
        <p:spPr bwMode="auto">
          <a:xfrm>
            <a:off x="0" y="1066800"/>
            <a:ext cx="9067800" cy="5257800"/>
          </a:xfrm>
        </p:spPr>
        <p:txBody>
          <a:bodyPr/>
          <a:lstStyle/>
          <a:p>
            <a:pPr>
              <a:defRPr/>
            </a:pPr>
            <a:r>
              <a:rPr lang="en-US" sz="2800">
                <a:solidFill>
                  <a:srgbClr val="0070C0"/>
                </a:solidFill>
              </a:rPr>
              <a:t>Knowledge modelling was a main research area in the 1990s. </a:t>
            </a:r>
            <a:endParaRPr/>
          </a:p>
          <a:p>
            <a:pPr>
              <a:defRPr/>
            </a:pPr>
            <a:r>
              <a:rPr lang="en-US" sz="2800">
                <a:solidFill>
                  <a:srgbClr val="0070C0"/>
                </a:solidFill>
              </a:rPr>
              <a:t>However, </a:t>
            </a:r>
            <a:r>
              <a:rPr lang="en-US" sz="2800">
                <a:solidFill>
                  <a:srgbClr val="0070C0"/>
                </a:solidFill>
                <a:highlight>
                  <a:srgbClr val="FFFF00"/>
                </a:highlight>
              </a:rPr>
              <a:t>knowledge modelling </a:t>
            </a:r>
            <a:r>
              <a:rPr lang="en-US" sz="2800">
                <a:solidFill>
                  <a:srgbClr val="0070C0"/>
                </a:solidFill>
              </a:rPr>
              <a:t>(handcrafting knowledge) was complicated without a unified method</a:t>
            </a:r>
            <a:endParaRPr/>
          </a:p>
          <a:p>
            <a:pPr>
              <a:defRPr/>
            </a:pPr>
            <a:r>
              <a:rPr lang="en-US" sz="2800">
                <a:solidFill>
                  <a:srgbClr val="0070C0"/>
                </a:solidFill>
              </a:rPr>
              <a:t>By 2000, people found lots of data from internet transactions, online,  and deep learning was introduced to model that data.</a:t>
            </a:r>
            <a:endParaRPr/>
          </a:p>
          <a:p>
            <a:pPr>
              <a:defRPr/>
            </a:pPr>
            <a:r>
              <a:rPr lang="en-US" sz="2800">
                <a:solidFill>
                  <a:srgbClr val="0070C0"/>
                </a:solidFill>
              </a:rPr>
              <a:t>In 2010, LLM (knowledge) came forward</a:t>
            </a:r>
            <a:endParaRPr/>
          </a:p>
          <a:p>
            <a:pPr>
              <a:defRPr/>
            </a:pPr>
            <a:r>
              <a:rPr lang="en-US" sz="2800">
                <a:solidFill>
                  <a:srgbClr val="0070C0"/>
                </a:solidFill>
              </a:rPr>
              <a:t>Transformer could extract data from LLM</a:t>
            </a:r>
            <a:endParaRPr/>
          </a:p>
          <a:p>
            <a:pPr>
              <a:defRPr/>
            </a:pPr>
            <a:r>
              <a:rPr lang="en-US" sz="2800">
                <a:solidFill>
                  <a:srgbClr val="0070C0"/>
                </a:solidFill>
              </a:rPr>
              <a:t>That data could be used to develop ML solutions for LLM (knowledge)</a:t>
            </a:r>
            <a:endParaRPr/>
          </a:p>
          <a:p>
            <a:pPr>
              <a:defRPr/>
            </a:pPr>
            <a:endParaRPr lang="en-US"/>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theme/_rels/theme1.xml.rels><?xml version="1.0" encoding="UTF-8" standalone="yes"?><Relationships xmlns="http://schemas.openxmlformats.org/package/2006/relationships"></Relationships>
</file>

<file path=ppt/theme/_rels/theme2.xml.rels><?xml version="1.0" encoding="UTF-8" standalone="yes"?><Relationships xmlns="http://schemas.openxmlformats.org/package/2006/relationships"></Relationships>
</file>

<file path=ppt/theme/theme1.xml><?xml version="1.0" encoding="utf-8"?>
<a:theme xmlns:a="http://schemas.openxmlformats.org/drawingml/2006/main" xmlns:r="http://schemas.openxmlformats.org/officeDocument/2006/relationships" xmlns:p="http://schemas.openxmlformats.org/presentationml/2006/main" name="Edge">
  <a:themeElements>
    <a:clrScheme name="Edge 7">
      <a:dk1>
        <a:srgbClr val="000000"/>
      </a:dk1>
      <a:lt1>
        <a:srgbClr val="FFFFFF"/>
      </a:lt1>
      <a:dk2>
        <a:srgbClr val="006633"/>
      </a:dk2>
      <a:lt2>
        <a:srgbClr val="5F5F5F"/>
      </a:lt2>
      <a:accent1>
        <a:srgbClr val="CC9900"/>
      </a:accent1>
      <a:accent2>
        <a:srgbClr val="3B812F"/>
      </a:accent2>
      <a:accent3>
        <a:srgbClr val="FFFFFF"/>
      </a:accent3>
      <a:accent4>
        <a:srgbClr val="000000"/>
      </a:accent4>
      <a:accent5>
        <a:srgbClr val="E2CAAA"/>
      </a:accent5>
      <a:accent6>
        <a:srgbClr val="35742A"/>
      </a:accent6>
      <a:hlink>
        <a:srgbClr val="996600"/>
      </a:hlink>
      <a:folHlink>
        <a:srgbClr val="AFBF39"/>
      </a:folHlink>
    </a:clrScheme>
    <a:fontScheme name="Edge">
      <a:majorFont>
        <a:latin typeface="Garamond"/>
        <a:ea typeface="Arial"/>
        <a:cs typeface="Arial"/>
      </a:majorFont>
      <a:minorFont>
        <a:latin typeface="Arial"/>
        <a:ea typeface="Arial"/>
        <a:cs typeface="Arial"/>
      </a:minorFont>
    </a:fontScheme>
    <a:fmtScheme name="Office">
      <a:fillStyleLst>
        <a:solidFill>
          <a:schemeClr val="phClr"/>
        </a:solidFill>
        <a:gradFill>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gradFill>
        <a:gradFill>
          <a:gsLst>
            <a:gs pos="0">
              <a:schemeClr val="phClr">
                <a:tint val="80000"/>
                <a:satMod val="300000"/>
              </a:schemeClr>
            </a:gs>
            <a:gs pos="100000">
              <a:schemeClr val="phClr">
                <a:shade val="30000"/>
                <a:satMod val="200000"/>
              </a:schemeClr>
            </a:gs>
          </a:gsLst>
          <a:path path="circle"/>
        </a:gradFill>
      </a:bgFillStyleLst>
    </a:fmtScheme>
  </a:themeElements>
  <a:objectDefaults/>
  <a:extraClrSchemeLst>
    <a:extraClrScheme>
      <a:clrScheme name="Edge 1">
        <a:dk1>
          <a:srgbClr val="333333"/>
        </a:dk1>
        <a:lt1>
          <a:srgbClr val="FFFFFF"/>
        </a:lt1>
        <a:dk2>
          <a:srgbClr val="820000"/>
        </a:dk2>
        <a:lt2>
          <a:srgbClr val="FFFFFF"/>
        </a:lt2>
        <a:accent1>
          <a:srgbClr val="FF9900"/>
        </a:accent1>
        <a:accent2>
          <a:srgbClr val="CC3300"/>
        </a:accent2>
        <a:accent3>
          <a:srgbClr val="C1AAAA"/>
        </a:accent3>
        <a:accent4>
          <a:srgbClr val="DADADA"/>
        </a:accent4>
        <a:accent5>
          <a:srgbClr val="FFCAAA"/>
        </a:accent5>
        <a:accent6>
          <a:srgbClr val="B92D00"/>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Edge 2">
        <a:dk1>
          <a:srgbClr val="333333"/>
        </a:dk1>
        <a:lt1>
          <a:srgbClr val="CCCCFF"/>
        </a:lt1>
        <a:dk2>
          <a:srgbClr val="0B0506"/>
        </a:dk2>
        <a:lt2>
          <a:srgbClr val="FFFFFF"/>
        </a:lt2>
        <a:accent1>
          <a:srgbClr val="3366CC"/>
        </a:accent1>
        <a:accent2>
          <a:srgbClr val="3333CC"/>
        </a:accent2>
        <a:accent3>
          <a:srgbClr val="AAAAAA"/>
        </a:accent3>
        <a:accent4>
          <a:srgbClr val="AEAEDA"/>
        </a:accent4>
        <a:accent5>
          <a:srgbClr val="ADB8E2"/>
        </a:accent5>
        <a:accent6>
          <a:srgbClr val="2D2DB9"/>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Edge 3">
        <a:dk1>
          <a:srgbClr val="333333"/>
        </a:dk1>
        <a:lt1>
          <a:srgbClr val="FFFFFF"/>
        </a:lt1>
        <a:dk2>
          <a:srgbClr val="221013"/>
        </a:dk2>
        <a:lt2>
          <a:srgbClr val="FFFFFF"/>
        </a:lt2>
        <a:accent1>
          <a:srgbClr val="CC3300"/>
        </a:accent1>
        <a:accent2>
          <a:srgbClr val="CC9900"/>
        </a:accent2>
        <a:accent3>
          <a:srgbClr val="ABAAAA"/>
        </a:accent3>
        <a:accent4>
          <a:srgbClr val="DADADA"/>
        </a:accent4>
        <a:accent5>
          <a:srgbClr val="E2ADAA"/>
        </a:accent5>
        <a:accent6>
          <a:srgbClr val="B98A00"/>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Edge 4">
        <a:dk1>
          <a:srgbClr val="11054B"/>
        </a:dk1>
        <a:lt1>
          <a:srgbClr val="FFFFFF"/>
        </a:lt1>
        <a:dk2>
          <a:srgbClr val="0000CC"/>
        </a:dk2>
        <a:lt2>
          <a:srgbClr val="FFFFFF"/>
        </a:lt2>
        <a:accent1>
          <a:srgbClr val="FF6600"/>
        </a:accent1>
        <a:accent2>
          <a:srgbClr val="FF3300"/>
        </a:accent2>
        <a:accent3>
          <a:srgbClr val="AAAAE2"/>
        </a:accent3>
        <a:accent4>
          <a:srgbClr val="DADADA"/>
        </a:accent4>
        <a:accent5>
          <a:srgbClr val="FFB8AA"/>
        </a:accent5>
        <a:accent6>
          <a:srgbClr val="E72D00"/>
        </a:accent6>
        <a:hlink>
          <a:srgbClr val="CC9900"/>
        </a:hlink>
        <a:folHlink>
          <a:srgbClr val="B2B2B2"/>
        </a:folHlink>
      </a:clrScheme>
      <a:clrMap bg1="dk2" tx1="lt1" bg2="dk1" tx2="lt2" accent1="accent1" accent2="accent2" accent3="accent3" accent4="accent4" accent5="accent5" accent6="accent6" hlink="hlink" folHlink="folHlink"/>
    </a:extraClrScheme>
    <a:extraClrScheme>
      <a:clrScheme name="Edge 5">
        <a:dk1>
          <a:srgbClr val="9B8D65"/>
        </a:dk1>
        <a:lt1>
          <a:srgbClr val="F8F8F8"/>
        </a:lt1>
        <a:dk2>
          <a:srgbClr val="002600"/>
        </a:dk2>
        <a:lt2>
          <a:srgbClr val="FAFACC"/>
        </a:lt2>
        <a:accent1>
          <a:srgbClr val="CC9933"/>
        </a:accent1>
        <a:accent2>
          <a:srgbClr val="8F9967"/>
        </a:accent2>
        <a:accent3>
          <a:srgbClr val="AAACAA"/>
        </a:accent3>
        <a:accent4>
          <a:srgbClr val="D4D4D4"/>
        </a:accent4>
        <a:accent5>
          <a:srgbClr val="E2CAAD"/>
        </a:accent5>
        <a:accent6>
          <a:srgbClr val="818A5D"/>
        </a:accent6>
        <a:hlink>
          <a:srgbClr val="336600"/>
        </a:hlink>
        <a:folHlink>
          <a:srgbClr val="808000"/>
        </a:folHlink>
      </a:clrScheme>
      <a:clrMap bg1="dk2" tx1="lt1" bg2="dk1" tx2="lt2" accent1="accent1" accent2="accent2" accent3="accent3" accent4="accent4" accent5="accent5" accent6="accent6" hlink="hlink" folHlink="folHlink"/>
    </a:extraClrScheme>
    <a:extraClrScheme>
      <a:clrScheme name="Edge 6">
        <a:dk1>
          <a:srgbClr val="333333"/>
        </a:dk1>
        <a:lt1>
          <a:srgbClr val="FFFFFF"/>
        </a:lt1>
        <a:dk2>
          <a:srgbClr val="006699"/>
        </a:dk2>
        <a:lt2>
          <a:srgbClr val="FFFFFF"/>
        </a:lt2>
        <a:accent1>
          <a:srgbClr val="CC9900"/>
        </a:accent1>
        <a:accent2>
          <a:srgbClr val="FF9900"/>
        </a:accent2>
        <a:accent3>
          <a:srgbClr val="AAB8CA"/>
        </a:accent3>
        <a:accent4>
          <a:srgbClr val="DADADA"/>
        </a:accent4>
        <a:accent5>
          <a:srgbClr val="E2CAAA"/>
        </a:accent5>
        <a:accent6>
          <a:srgbClr val="E78A00"/>
        </a:accent6>
        <a:hlink>
          <a:srgbClr val="FFCC00"/>
        </a:hlink>
        <a:folHlink>
          <a:srgbClr val="706F37"/>
        </a:folHlink>
      </a:clrScheme>
      <a:clrMap bg1="dk2" tx1="lt1" bg2="dk1" tx2="lt2" accent1="accent1" accent2="accent2" accent3="accent3" accent4="accent4" accent5="accent5" accent6="accent6" hlink="hlink" folHlink="folHlink"/>
    </a:extraClrScheme>
    <a:extraClrScheme>
      <a:clrScheme name="Edge 7">
        <a:dk1>
          <a:srgbClr val="000000"/>
        </a:dk1>
        <a:lt1>
          <a:srgbClr val="FFFFFF"/>
        </a:lt1>
        <a:dk2>
          <a:srgbClr val="006633"/>
        </a:dk2>
        <a:lt2>
          <a:srgbClr val="5F5F5F"/>
        </a:lt2>
        <a:accent1>
          <a:srgbClr val="CC9900"/>
        </a:accent1>
        <a:accent2>
          <a:srgbClr val="3B812F"/>
        </a:accent2>
        <a:accent3>
          <a:srgbClr val="FFFFFF"/>
        </a:accent3>
        <a:accent4>
          <a:srgbClr val="000000"/>
        </a:accent4>
        <a:accent5>
          <a:srgbClr val="E2CAAA"/>
        </a:accent5>
        <a:accent6>
          <a:srgbClr val="35742A"/>
        </a:accent6>
        <a:hlink>
          <a:srgbClr val="996600"/>
        </a:hlink>
        <a:folHlink>
          <a:srgbClr val="AFBF39"/>
        </a:folHlink>
      </a:clrScheme>
      <a:clrMap bg1="lt1" tx1="dk1" bg2="lt2" tx2="dk2" accent1="accent1" accent2="accent2" accent3="accent3" accent4="accent4" accent5="accent5" accent6="accent6" hlink="hlink" folHlink="folHlink"/>
    </a:extraClrScheme>
    <a:extraClrScheme>
      <a:clrScheme name="Edge 8">
        <a:dk1>
          <a:srgbClr val="000000"/>
        </a:dk1>
        <a:lt1>
          <a:srgbClr val="FFFFFF"/>
        </a:lt1>
        <a:dk2>
          <a:srgbClr val="CC0000"/>
        </a:dk2>
        <a:lt2>
          <a:srgbClr val="666699"/>
        </a:lt2>
        <a:accent1>
          <a:srgbClr val="808080"/>
        </a:accent1>
        <a:accent2>
          <a:srgbClr val="999933"/>
        </a:accent2>
        <a:accent3>
          <a:srgbClr val="FFFFFF"/>
        </a:accent3>
        <a:accent4>
          <a:srgbClr val="000000"/>
        </a:accent4>
        <a:accent5>
          <a:srgbClr val="C0C0C0"/>
        </a:accent5>
        <a:accent6>
          <a:srgbClr val="8A8A2D"/>
        </a:accent6>
        <a:hlink>
          <a:srgbClr val="4C6D80"/>
        </a:hlink>
        <a:folHlink>
          <a:srgbClr val="B2B2B2"/>
        </a:folHlink>
      </a:clrScheme>
      <a:clrMap bg1="lt1" tx1="dk1" bg2="lt2" tx2="dk2" accent1="accent1" accent2="accent2" accent3="accent3" accent4="accent4" accent5="accent5" accent6="accent6" hlink="hlink" folHlink="folHlink"/>
    </a:extraClrScheme>
    <a:extraClrScheme>
      <a:clrScheme name="Edge 9">
        <a:dk1>
          <a:srgbClr val="000000"/>
        </a:dk1>
        <a:lt1>
          <a:srgbClr val="FFFFFF"/>
        </a:lt1>
        <a:dk2>
          <a:srgbClr val="003399"/>
        </a:dk2>
        <a:lt2>
          <a:srgbClr val="666699"/>
        </a:lt2>
        <a:accent1>
          <a:srgbClr val="009999"/>
        </a:accent1>
        <a:accent2>
          <a:srgbClr val="4C6D4E"/>
        </a:accent2>
        <a:accent3>
          <a:srgbClr val="FFFFFF"/>
        </a:accent3>
        <a:accent4>
          <a:srgbClr val="000000"/>
        </a:accent4>
        <a:accent5>
          <a:srgbClr val="AACACA"/>
        </a:accent5>
        <a:accent6>
          <a:srgbClr val="446246"/>
        </a:accent6>
        <a:hlink>
          <a:srgbClr val="4C6D80"/>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xmlns:r="http://schemas.openxmlformats.org/officeDocument/2006/relationships" xmlns:p="http://schemas.openxmlformats.org/presentation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Arial"/>
        <a:cs typeface="Arial"/>
      </a:majorFont>
      <a:minorFont>
        <a:latin typeface="Calibri"/>
        <a:ea typeface="Arial"/>
        <a:cs typeface="Arial"/>
      </a:minorFont>
    </a:fontScheme>
    <a:fmtScheme name="Office">
      <a:fillStyleLst>
        <a:solidFill>
          <a:schemeClr val="phClr"/>
        </a:solidFill>
        <a:gradFill>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gradFill>
        <a:gradFill>
          <a:gsLst>
            <a:gs pos="0">
              <a:schemeClr val="phClr">
                <a:tint val="80000"/>
                <a:satMod val="300000"/>
              </a:schemeClr>
            </a:gs>
            <a:gs pos="100000">
              <a:schemeClr val="phClr">
                <a:shade val="30000"/>
                <a:satMod val="200000"/>
              </a:schemeClr>
            </a:gs>
          </a:gsLst>
          <a:path path="circle"/>
        </a:gradFill>
      </a:bgFillStyleLst>
    </a:fmtScheme>
  </a:themeElements>
  <a:objectDefaults/>
</a:theme>
</file>

<file path=docProps/app.xml><?xml version="1.0" encoding="utf-8"?>
<Properties xmlns="http://schemas.openxmlformats.org/officeDocument/2006/extended-properties" xmlns:vt="http://schemas.openxmlformats.org/officeDocument/2006/docPropsVTypes">
  <Template>Edge</Template>
  <TotalTime>0</TotalTime>
  <Words>0</Words>
  <Application>ONLYOFFICE/8.3.3.21</Application>
  <PresentationFormat>On-screen Show (4:3)</PresentationFormat>
  <Paragraphs>0</Paragraphs>
  <Slides>148</Slides>
  <Notes>148</Notes>
  <HiddenSlides>0</HiddenSlides>
  <MMClips>2</MMClips>
  <ScaleCrop>0</ScaleCrop>
  <HeadingPairs>
    <vt:vector size="4" baseType="variant">
      <vt:variant>
        <vt:lpstr>Theme</vt:lpstr>
      </vt:variant>
      <vt:variant>
        <vt:i4>1</vt:i4>
      </vt:variant>
      <vt:variant>
        <vt:lpstr>Slide Titles</vt:lpstr>
      </vt:variant>
      <vt:variant>
        <vt:i4>148</vt:i4>
      </vt:variant>
    </vt:vector>
  </HeadingPairs>
  <TitlesOfParts>
    <vt:vector size="149" baseType="lpstr">
      <vt:lpstr>Theme 1</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lpstr>Slide 83</vt:lpstr>
      <vt:lpstr>Slide 84</vt:lpstr>
      <vt:lpstr>Slide 85</vt:lpstr>
      <vt:lpstr>Slide 86</vt:lpstr>
      <vt:lpstr>Slide 87</vt:lpstr>
      <vt:lpstr>Slide 88</vt:lpstr>
      <vt:lpstr>Slide 89</vt:lpstr>
      <vt:lpstr>Slide 90</vt:lpstr>
      <vt:lpstr>Slide 91</vt:lpstr>
      <vt:lpstr>Slide 92</vt:lpstr>
      <vt:lpstr>Slide 93</vt:lpstr>
      <vt:lpstr>Slide 94</vt:lpstr>
      <vt:lpstr>Slide 95</vt:lpstr>
      <vt:lpstr>Slide 96</vt:lpstr>
      <vt:lpstr>Slide 97</vt:lpstr>
      <vt:lpstr>Slide 98</vt:lpstr>
      <vt:lpstr>Slide 99</vt:lpstr>
      <vt:lpstr>Slide 100</vt:lpstr>
      <vt:lpstr>Slide 101</vt:lpstr>
      <vt:lpstr>Slide 102</vt:lpstr>
      <vt:lpstr>Slide 103</vt:lpstr>
      <vt:lpstr>Slide 104</vt:lpstr>
      <vt:lpstr>Slide 105</vt:lpstr>
      <vt:lpstr>Slide 106</vt:lpstr>
      <vt:lpstr>Slide 107</vt:lpstr>
      <vt:lpstr>Slide 108</vt:lpstr>
      <vt:lpstr>Slide 109</vt:lpstr>
      <vt:lpstr>Slide 110</vt:lpstr>
      <vt:lpstr>Slide 111</vt:lpstr>
      <vt:lpstr>Slide 112</vt:lpstr>
      <vt:lpstr>Slide 113</vt:lpstr>
      <vt:lpstr>Slide 114</vt:lpstr>
      <vt:lpstr>Slide 115</vt:lpstr>
      <vt:lpstr>Slide 116</vt:lpstr>
      <vt:lpstr>Slide 117</vt:lpstr>
      <vt:lpstr>Slide 118</vt:lpstr>
      <vt:lpstr>Slide 119</vt:lpstr>
      <vt:lpstr>Slide 120</vt:lpstr>
      <vt:lpstr>Slide 121</vt:lpstr>
      <vt:lpstr>Slide 122</vt:lpstr>
      <vt:lpstr>Slide 123</vt:lpstr>
      <vt:lpstr>Slide 124</vt:lpstr>
      <vt:lpstr>Slide 125</vt:lpstr>
      <vt:lpstr>Slide 126</vt:lpstr>
      <vt:lpstr>Slide 127</vt:lpstr>
      <vt:lpstr>Slide 128</vt:lpstr>
      <vt:lpstr>Slide 129</vt:lpstr>
      <vt:lpstr>Slide 130</vt:lpstr>
      <vt:lpstr>Slide 131</vt:lpstr>
      <vt:lpstr>Slide 132</vt:lpstr>
      <vt:lpstr>Slide 133</vt:lpstr>
      <vt:lpstr>Slide 134</vt:lpstr>
      <vt:lpstr>Slide 135</vt:lpstr>
      <vt:lpstr>Slide 136</vt:lpstr>
      <vt:lpstr>Slide 137</vt:lpstr>
      <vt:lpstr>Slide 138</vt:lpstr>
      <vt:lpstr>Slide 139</vt:lpstr>
      <vt:lpstr>Slide 140</vt:lpstr>
      <vt:lpstr>Slide 141</vt:lpstr>
      <vt:lpstr>Slide 142</vt:lpstr>
      <vt:lpstr>Slide 143</vt:lpstr>
      <vt:lpstr>Slide 144</vt:lpstr>
      <vt:lpstr>Slide 145</vt:lpstr>
      <vt:lpstr>Slide 146</vt:lpstr>
      <vt:lpstr>Slide 147</vt:lpstr>
      <vt:lpstr>Slide 148</vt:lpstr>
    </vt:vector>
  </TitlesOfParts>
  <LinksUpToDate>0</LinksUpToDate>
  <SharedDoc>0</SharedDoc>
  <HyperlinksChanged>0</HyperlinksChanged>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Research/ Projects</dc:title>
  <dc:creator>Chathra</dc:creator>
  <cp:lastModifiedBy/>
  <cp:revision>896</cp:revision>
  <dcterms:created xsi:type="dcterms:W3CDTF">2006-07-01T01:10:07Z</dcterms:created>
  <dcterms:modified xsi:type="dcterms:W3CDTF">2026-05-01T16:52:16Z</dcterms:modified>
</cp:coreProperties>
</file>